
<file path=[Content_Types].xml><?xml version="1.0" encoding="utf-8"?>
<Types xmlns="http://schemas.openxmlformats.org/package/2006/content-types">
  <Default Extension="bin" ContentType="application/vnd.openxmlformats-officedocument.oleObject"/>
  <Default Extension="png" ContentType="image/png"/>
  <Default Extension="jpeg" ContentType="image/jpeg"/>
  <Default Extension="wmf" ContentType="image/x-wmf"/>
  <Default Extension="rels" ContentType="application/vnd.openxmlformats-package.relationships+xml"/>
  <Default Extension="xml" ContentType="application/xml"/>
  <Default Extension="vml" ContentType="application/vnd.openxmlformats-officedocument.vmlDrawin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tags/tag1.xml" ContentType="application/vnd.openxmlformats-officedocument.presentationml.tag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ags/tag10.xml" ContentType="application/vnd.openxmlformats-officedocument.presentationml.tags+xml"/>
  <Override PartName="/ppt/notesSlides/notesSlide2.xml" ContentType="application/vnd.openxmlformats-officedocument.presentationml.notesSlide+xml"/>
  <Override PartName="/ppt/notesSlides/notesSlide3.xml" ContentType="application/vnd.openxmlformats-officedocument.presentationml.notesSlide+xml"/>
  <Override PartName="/ppt/tags/tag11.xml" ContentType="application/vnd.openxmlformats-officedocument.presentationml.tags+xml"/>
  <Override PartName="/ppt/notesSlides/notesSlide4.xml" ContentType="application/vnd.openxmlformats-officedocument.presentationml.notesSlide+xml"/>
  <Override PartName="/ppt/notesSlides/notesSlide5.xml" ContentType="application/vnd.openxmlformats-officedocument.presentationml.notesSlide+xml"/>
  <Override PartName="/ppt/tags/tag12.xml" ContentType="application/vnd.openxmlformats-officedocument.presentationml.tags+xml"/>
  <Override PartName="/ppt/notesSlides/notesSlide6.xml" ContentType="application/vnd.openxmlformats-officedocument.presentationml.notesSlide+xml"/>
  <Override PartName="/ppt/tags/tag13.xml" ContentType="application/vnd.openxmlformats-officedocument.presentationml.tags+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22"/>
  </p:notesMasterIdLst>
  <p:handoutMasterIdLst>
    <p:handoutMasterId r:id="rId23"/>
  </p:handoutMasterIdLst>
  <p:sldIdLst>
    <p:sldId id="266" r:id="rId2"/>
    <p:sldId id="279" r:id="rId3"/>
    <p:sldId id="450" r:id="rId4"/>
    <p:sldId id="443" r:id="rId5"/>
    <p:sldId id="451" r:id="rId6"/>
    <p:sldId id="437" r:id="rId7"/>
    <p:sldId id="448" r:id="rId8"/>
    <p:sldId id="442" r:id="rId9"/>
    <p:sldId id="441" r:id="rId10"/>
    <p:sldId id="444" r:id="rId11"/>
    <p:sldId id="445" r:id="rId12"/>
    <p:sldId id="440" r:id="rId13"/>
    <p:sldId id="455" r:id="rId14"/>
    <p:sldId id="446" r:id="rId15"/>
    <p:sldId id="454" r:id="rId16"/>
    <p:sldId id="453" r:id="rId17"/>
    <p:sldId id="449" r:id="rId18"/>
    <p:sldId id="452" r:id="rId19"/>
    <p:sldId id="447" r:id="rId20"/>
    <p:sldId id="258" r:id="rId21"/>
  </p:sldIdLst>
  <p:sldSz cx="9144000" cy="5143500" type="screen16x9"/>
  <p:notesSz cx="6858000" cy="9144000"/>
  <p:custDataLst>
    <p:tags r:id="rId24"/>
  </p:custDataLst>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486" userDrawn="1">
          <p15:clr>
            <a:srgbClr val="A4A3A4"/>
          </p15:clr>
        </p15:guide>
        <p15:guide id="2" pos="295" userDrawn="1">
          <p15:clr>
            <a:srgbClr val="A4A3A4"/>
          </p15:clr>
        </p15:guide>
      </p15:sldGuideLst>
    </p:ext>
    <p:ext uri="{2D200454-40CA-4A62-9FC3-DE9A4176ACB9}">
      <p15:notesGuideLst xmlns:p15="http://schemas.microsoft.com/office/powerpoint/2012/main">
        <p15:guide id="1" orient="horz" pos="2880">
          <p15:clr>
            <a:srgbClr val="A4A3A4"/>
          </p15:clr>
        </p15:guide>
        <p15:guide id="2" pos="2160">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3333CC"/>
    <a:srgbClr val="AD2830"/>
    <a:srgbClr val="A6A6A6"/>
    <a:srgbClr val="A31B2B"/>
    <a:srgbClr val="595959"/>
    <a:srgbClr val="0AB156"/>
    <a:srgbClr val="C5EEFF"/>
    <a:srgbClr val="FFC000"/>
    <a:srgbClr val="CC00CC"/>
    <a:srgbClr val="AB263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1E4AEA4-8DFA-4A89-87EB-49C32662AFE0}" styleName="中度样式 2 - 强调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306" autoAdjust="0"/>
    <p:restoredTop sz="94270" autoAdjust="0"/>
  </p:normalViewPr>
  <p:slideViewPr>
    <p:cSldViewPr>
      <p:cViewPr varScale="1">
        <p:scale>
          <a:sx n="109" d="100"/>
          <a:sy n="109" d="100"/>
        </p:scale>
        <p:origin x="62" y="211"/>
      </p:cViewPr>
      <p:guideLst>
        <p:guide orient="horz" pos="486"/>
        <p:guide pos="295"/>
      </p:guideLst>
    </p:cSldViewPr>
  </p:slideViewPr>
  <p:outlineViewPr>
    <p:cViewPr>
      <p:scale>
        <a:sx n="33" d="100"/>
        <a:sy n="33" d="100"/>
      </p:scale>
      <p:origin x="0" y="0"/>
    </p:cViewPr>
  </p:outlineViewPr>
  <p:notesTextViewPr>
    <p:cViewPr>
      <p:scale>
        <a:sx n="1" d="1"/>
        <a:sy n="1" d="1"/>
      </p:scale>
      <p:origin x="0" y="0"/>
    </p:cViewPr>
  </p:notesTextViewPr>
  <p:notesViewPr>
    <p:cSldViewPr>
      <p:cViewPr varScale="1">
        <p:scale>
          <a:sx n="90" d="100"/>
          <a:sy n="90" d="100"/>
        </p:scale>
        <p:origin x="-3344" y="-96"/>
      </p:cViewPr>
      <p:guideLst>
        <p:guide orient="horz" pos="2880"/>
        <p:guide pos="2160"/>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viewProps" Target="viewProp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ags" Target="tags/tag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handoutMaster" Target="handoutMasters/handoutMaster1.xml"/><Relationship Id="rId28"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notesMaster" Target="notesMasters/notesMaster1.xml"/><Relationship Id="rId27" Type="http://schemas.openxmlformats.org/officeDocument/2006/relationships/theme" Target="theme/theme1.xml"/></Relationships>
</file>

<file path=ppt/drawings/_rels/vmlDrawing1.vml.rels><?xml version="1.0" encoding="UTF-8" standalone="yes"?>
<Relationships xmlns="http://schemas.openxmlformats.org/package/2006/relationships"><Relationship Id="rId1" Type="http://schemas.openxmlformats.org/officeDocument/2006/relationships/image" Target="../media/image6.wmf"/></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sz="quarter" idx="1"/>
          </p:nvPr>
        </p:nvSpPr>
        <p:spPr>
          <a:xfrm>
            <a:off x="3884613" y="0"/>
            <a:ext cx="2971800" cy="457200"/>
          </a:xfrm>
          <a:prstGeom prst="rect">
            <a:avLst/>
          </a:prstGeom>
        </p:spPr>
        <p:txBody>
          <a:bodyPr vert="horz" lIns="91440" tIns="45720" rIns="91440" bIns="45720" rtlCol="0"/>
          <a:lstStyle>
            <a:lvl1pPr algn="r">
              <a:defRPr sz="1200"/>
            </a:lvl1pPr>
          </a:lstStyle>
          <a:p>
            <a:fld id="{B7E78497-196B-415E-957E-0F415BE43247}" type="datetimeFigureOut">
              <a:rPr lang="zh-CN" altLang="en-US" smtClean="0"/>
              <a:t>2020/5/23</a:t>
            </a:fld>
            <a:endParaRPr lang="zh-CN" altLang="en-US"/>
          </a:p>
        </p:txBody>
      </p:sp>
      <p:sp>
        <p:nvSpPr>
          <p:cNvPr id="4" name="页脚占位符 3"/>
          <p:cNvSpPr>
            <a:spLocks noGrp="1"/>
          </p:cNvSpPr>
          <p:nvPr>
            <p:ph type="ftr" sz="quarter" idx="2"/>
          </p:nvPr>
        </p:nvSpPr>
        <p:spPr>
          <a:xfrm>
            <a:off x="0" y="8685213"/>
            <a:ext cx="2971800" cy="457200"/>
          </a:xfrm>
          <a:prstGeom prst="rect">
            <a:avLst/>
          </a:prstGeom>
        </p:spPr>
        <p:txBody>
          <a:bodyPr vert="horz" lIns="91440" tIns="45720" rIns="91440" bIns="45720" rtlCol="0" anchor="b"/>
          <a:lstStyle>
            <a:lvl1pPr algn="l">
              <a:defRPr sz="1200"/>
            </a:lvl1pPr>
          </a:lstStyle>
          <a:p>
            <a:endParaRPr lang="zh-CN" altLang="en-US"/>
          </a:p>
        </p:txBody>
      </p:sp>
      <p:sp>
        <p:nvSpPr>
          <p:cNvPr id="5" name="灯片编号占位符 4"/>
          <p:cNvSpPr>
            <a:spLocks noGrp="1"/>
          </p:cNvSpPr>
          <p:nvPr>
            <p:ph type="sldNum" sz="quarter" idx="3"/>
          </p:nvPr>
        </p:nvSpPr>
        <p:spPr>
          <a:xfrm>
            <a:off x="3884613" y="8685213"/>
            <a:ext cx="2971800" cy="457200"/>
          </a:xfrm>
          <a:prstGeom prst="rect">
            <a:avLst/>
          </a:prstGeom>
        </p:spPr>
        <p:txBody>
          <a:bodyPr vert="horz" lIns="91440" tIns="45720" rIns="91440" bIns="45720" rtlCol="0" anchor="b"/>
          <a:lstStyle>
            <a:lvl1pPr algn="r">
              <a:defRPr sz="1200"/>
            </a:lvl1pPr>
          </a:lstStyle>
          <a:p>
            <a:fld id="{A9B853C6-0FAD-4C80-9812-1751C557927C}" type="slidenum">
              <a:rPr lang="zh-CN" altLang="en-US" smtClean="0"/>
              <a:t>‹#›</a:t>
            </a:fld>
            <a:endParaRPr lang="zh-CN" altLang="en-US"/>
          </a:p>
        </p:txBody>
      </p:sp>
    </p:spTree>
    <p:extLst>
      <p:ext uri="{BB962C8B-B14F-4D97-AF65-F5344CB8AC3E}">
        <p14:creationId xmlns:p14="http://schemas.microsoft.com/office/powerpoint/2010/main" val="3930327292"/>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C00497A3-A6E9-460C-B8AE-AE67AD1E0A38}" type="datetimeFigureOut">
              <a:rPr lang="zh-CN" altLang="en-US" smtClean="0"/>
              <a:t>2020/5/23</a:t>
            </a:fld>
            <a:endParaRPr lang="zh-CN" altLang="en-US"/>
          </a:p>
        </p:txBody>
      </p:sp>
      <p:sp>
        <p:nvSpPr>
          <p:cNvPr id="4" name="幻灯片图像占位符 3"/>
          <p:cNvSpPr>
            <a:spLocks noGrp="1" noRot="1" noChangeAspect="1"/>
          </p:cNvSpPr>
          <p:nvPr>
            <p:ph type="sldImg" idx="2"/>
          </p:nvPr>
        </p:nvSpPr>
        <p:spPr>
          <a:xfrm>
            <a:off x="381000" y="685800"/>
            <a:ext cx="6096000" cy="34290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6" name="页脚占位符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777C96D9-4D4F-4265-8F02-21631B019730}" type="slidenum">
              <a:rPr lang="zh-CN" altLang="en-US" smtClean="0"/>
              <a:t>‹#›</a:t>
            </a:fld>
            <a:endParaRPr lang="zh-CN" altLang="en-US"/>
          </a:p>
        </p:txBody>
      </p:sp>
    </p:spTree>
    <p:extLst>
      <p:ext uri="{BB962C8B-B14F-4D97-AF65-F5344CB8AC3E}">
        <p14:creationId xmlns:p14="http://schemas.microsoft.com/office/powerpoint/2010/main" val="56920793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777C96D9-4D4F-4265-8F02-21631B019730}" type="slidenum">
              <a:rPr lang="zh-CN" altLang="en-US" smtClean="0"/>
              <a:t>1</a:t>
            </a:fld>
            <a:endParaRPr lang="zh-CN" altLang="en-US"/>
          </a:p>
        </p:txBody>
      </p:sp>
    </p:spTree>
    <p:extLst>
      <p:ext uri="{BB962C8B-B14F-4D97-AF65-F5344CB8AC3E}">
        <p14:creationId xmlns:p14="http://schemas.microsoft.com/office/powerpoint/2010/main" val="2526161319"/>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sz="1200" dirty="0">
                <a:latin typeface="+mn-ea"/>
                <a:ea typeface="+mn-ea"/>
              </a:rPr>
              <a:t>此阶段也可以认为是进行设计可行性的验证</a:t>
            </a:r>
            <a:endParaRPr lang="zh-CN" altLang="en-US" dirty="0"/>
          </a:p>
        </p:txBody>
      </p:sp>
      <p:sp>
        <p:nvSpPr>
          <p:cNvPr id="4" name="灯片编号占位符 3"/>
          <p:cNvSpPr>
            <a:spLocks noGrp="1"/>
          </p:cNvSpPr>
          <p:nvPr>
            <p:ph type="sldNum" sz="quarter" idx="10"/>
          </p:nvPr>
        </p:nvSpPr>
        <p:spPr/>
        <p:txBody>
          <a:bodyPr/>
          <a:lstStyle/>
          <a:p>
            <a:fld id="{777C96D9-4D4F-4265-8F02-21631B019730}" type="slidenum">
              <a:rPr lang="zh-CN" altLang="en-US" smtClean="0"/>
              <a:t>4</a:t>
            </a:fld>
            <a:endParaRPr lang="zh-CN" altLang="en-US"/>
          </a:p>
        </p:txBody>
      </p:sp>
    </p:spTree>
    <p:extLst>
      <p:ext uri="{BB962C8B-B14F-4D97-AF65-F5344CB8AC3E}">
        <p14:creationId xmlns:p14="http://schemas.microsoft.com/office/powerpoint/2010/main" val="3755939278"/>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777C96D9-4D4F-4265-8F02-21631B019730}" type="slidenum">
              <a:rPr lang="zh-CN" altLang="en-US" smtClean="0"/>
              <a:t>5</a:t>
            </a:fld>
            <a:endParaRPr lang="zh-CN" altLang="en-US"/>
          </a:p>
        </p:txBody>
      </p:sp>
    </p:spTree>
    <p:extLst>
      <p:ext uri="{BB962C8B-B14F-4D97-AF65-F5344CB8AC3E}">
        <p14:creationId xmlns:p14="http://schemas.microsoft.com/office/powerpoint/2010/main" val="3284036334"/>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dirty="0"/>
              <a:t>DVT</a:t>
            </a:r>
            <a:r>
              <a:rPr lang="en-US" altLang="zh-CN" baseline="0" dirty="0"/>
              <a:t> </a:t>
            </a:r>
            <a:r>
              <a:rPr lang="zh-CN" altLang="en-US" baseline="0" dirty="0"/>
              <a:t>：</a:t>
            </a:r>
            <a:r>
              <a:rPr lang="en-US" altLang="zh-CN" dirty="0"/>
              <a:t>BMC</a:t>
            </a:r>
            <a:r>
              <a:rPr lang="zh-CN" altLang="en-US" dirty="0"/>
              <a:t>写入初版调速框架，散热测试</a:t>
            </a:r>
            <a:r>
              <a:rPr lang="en-US" altLang="zh-CN" dirty="0"/>
              <a:t>BMC</a:t>
            </a:r>
            <a:r>
              <a:rPr lang="zh-CN" altLang="en-US" dirty="0"/>
              <a:t>，</a:t>
            </a:r>
          </a:p>
        </p:txBody>
      </p:sp>
      <p:sp>
        <p:nvSpPr>
          <p:cNvPr id="4" name="灯片编号占位符 3"/>
          <p:cNvSpPr>
            <a:spLocks noGrp="1"/>
          </p:cNvSpPr>
          <p:nvPr>
            <p:ph type="sldNum" sz="quarter" idx="10"/>
          </p:nvPr>
        </p:nvSpPr>
        <p:spPr/>
        <p:txBody>
          <a:bodyPr/>
          <a:lstStyle/>
          <a:p>
            <a:fld id="{777C96D9-4D4F-4265-8F02-21631B019730}" type="slidenum">
              <a:rPr lang="zh-CN" altLang="en-US" smtClean="0"/>
              <a:t>11</a:t>
            </a:fld>
            <a:endParaRPr lang="zh-CN" altLang="en-US"/>
          </a:p>
        </p:txBody>
      </p:sp>
    </p:spTree>
    <p:extLst>
      <p:ext uri="{BB962C8B-B14F-4D97-AF65-F5344CB8AC3E}">
        <p14:creationId xmlns:p14="http://schemas.microsoft.com/office/powerpoint/2010/main" val="2607537480"/>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a:lnSpc>
                <a:spcPct val="120000"/>
              </a:lnSpc>
            </a:pPr>
            <a:endParaRPr lang="en-US" altLang="zh-CN" sz="1200" dirty="0">
              <a:solidFill>
                <a:schemeClr val="tx1">
                  <a:lumMod val="75000"/>
                  <a:lumOff val="25000"/>
                </a:schemeClr>
              </a:solidFill>
              <a:latin typeface="+mn-ea"/>
            </a:endParaRPr>
          </a:p>
        </p:txBody>
      </p:sp>
      <p:sp>
        <p:nvSpPr>
          <p:cNvPr id="4" name="灯片编号占位符 3"/>
          <p:cNvSpPr>
            <a:spLocks noGrp="1"/>
          </p:cNvSpPr>
          <p:nvPr>
            <p:ph type="sldNum" sz="quarter" idx="10"/>
          </p:nvPr>
        </p:nvSpPr>
        <p:spPr/>
        <p:txBody>
          <a:bodyPr/>
          <a:lstStyle/>
          <a:p>
            <a:fld id="{777C96D9-4D4F-4265-8F02-21631B019730}" type="slidenum">
              <a:rPr lang="zh-CN" altLang="en-US" smtClean="0"/>
              <a:t>13</a:t>
            </a:fld>
            <a:endParaRPr lang="zh-CN" altLang="en-US"/>
          </a:p>
        </p:txBody>
      </p:sp>
    </p:spTree>
    <p:extLst>
      <p:ext uri="{BB962C8B-B14F-4D97-AF65-F5344CB8AC3E}">
        <p14:creationId xmlns:p14="http://schemas.microsoft.com/office/powerpoint/2010/main" val="3216089235"/>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a:lnSpc>
                <a:spcPct val="120000"/>
              </a:lnSpc>
            </a:pPr>
            <a:endParaRPr lang="en-US" altLang="zh-CN" sz="1200" dirty="0">
              <a:solidFill>
                <a:schemeClr val="tx1">
                  <a:lumMod val="75000"/>
                  <a:lumOff val="25000"/>
                </a:schemeClr>
              </a:solidFill>
              <a:latin typeface="+mn-ea"/>
            </a:endParaRPr>
          </a:p>
        </p:txBody>
      </p:sp>
      <p:sp>
        <p:nvSpPr>
          <p:cNvPr id="4" name="灯片编号占位符 3"/>
          <p:cNvSpPr>
            <a:spLocks noGrp="1"/>
          </p:cNvSpPr>
          <p:nvPr>
            <p:ph type="sldNum" sz="quarter" idx="10"/>
          </p:nvPr>
        </p:nvSpPr>
        <p:spPr/>
        <p:txBody>
          <a:bodyPr/>
          <a:lstStyle/>
          <a:p>
            <a:fld id="{777C96D9-4D4F-4265-8F02-21631B019730}" type="slidenum">
              <a:rPr lang="zh-CN" altLang="en-US" smtClean="0"/>
              <a:t>14</a:t>
            </a:fld>
            <a:endParaRPr lang="zh-CN" altLang="en-US"/>
          </a:p>
        </p:txBody>
      </p:sp>
    </p:spTree>
    <p:extLst>
      <p:ext uri="{BB962C8B-B14F-4D97-AF65-F5344CB8AC3E}">
        <p14:creationId xmlns:p14="http://schemas.microsoft.com/office/powerpoint/2010/main" val="3216089235"/>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a:lnSpc>
                <a:spcPct val="120000"/>
              </a:lnSpc>
            </a:pPr>
            <a:endParaRPr lang="en-US" altLang="zh-CN" sz="1200" dirty="0">
              <a:solidFill>
                <a:schemeClr val="tx1">
                  <a:lumMod val="75000"/>
                  <a:lumOff val="25000"/>
                </a:schemeClr>
              </a:solidFill>
              <a:latin typeface="+mn-ea"/>
            </a:endParaRPr>
          </a:p>
        </p:txBody>
      </p:sp>
      <p:sp>
        <p:nvSpPr>
          <p:cNvPr id="4" name="灯片编号占位符 3"/>
          <p:cNvSpPr>
            <a:spLocks noGrp="1"/>
          </p:cNvSpPr>
          <p:nvPr>
            <p:ph type="sldNum" sz="quarter" idx="10"/>
          </p:nvPr>
        </p:nvSpPr>
        <p:spPr/>
        <p:txBody>
          <a:bodyPr/>
          <a:lstStyle/>
          <a:p>
            <a:fld id="{777C96D9-4D4F-4265-8F02-21631B019730}" type="slidenum">
              <a:rPr lang="zh-CN" altLang="en-US" smtClean="0"/>
              <a:t>15</a:t>
            </a:fld>
            <a:endParaRPr lang="zh-CN" altLang="en-US"/>
          </a:p>
        </p:txBody>
      </p:sp>
    </p:spTree>
    <p:extLst>
      <p:ext uri="{BB962C8B-B14F-4D97-AF65-F5344CB8AC3E}">
        <p14:creationId xmlns:p14="http://schemas.microsoft.com/office/powerpoint/2010/main" val="3216089235"/>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a:lnSpc>
                <a:spcPct val="120000"/>
              </a:lnSpc>
            </a:pPr>
            <a:endParaRPr lang="en-US" altLang="zh-CN" sz="1200" dirty="0">
              <a:solidFill>
                <a:schemeClr val="tx1">
                  <a:lumMod val="75000"/>
                  <a:lumOff val="25000"/>
                </a:schemeClr>
              </a:solidFill>
              <a:latin typeface="+mn-ea"/>
            </a:endParaRPr>
          </a:p>
        </p:txBody>
      </p:sp>
      <p:sp>
        <p:nvSpPr>
          <p:cNvPr id="4" name="灯片编号占位符 3"/>
          <p:cNvSpPr>
            <a:spLocks noGrp="1"/>
          </p:cNvSpPr>
          <p:nvPr>
            <p:ph type="sldNum" sz="quarter" idx="10"/>
          </p:nvPr>
        </p:nvSpPr>
        <p:spPr/>
        <p:txBody>
          <a:bodyPr/>
          <a:lstStyle/>
          <a:p>
            <a:fld id="{777C96D9-4D4F-4265-8F02-21631B019730}" type="slidenum">
              <a:rPr lang="zh-CN" altLang="en-US" smtClean="0"/>
              <a:t>16</a:t>
            </a:fld>
            <a:endParaRPr lang="zh-CN" altLang="en-US"/>
          </a:p>
        </p:txBody>
      </p:sp>
    </p:spTree>
    <p:extLst>
      <p:ext uri="{BB962C8B-B14F-4D97-AF65-F5344CB8AC3E}">
        <p14:creationId xmlns:p14="http://schemas.microsoft.com/office/powerpoint/2010/main" val="1691383817"/>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a:lnSpc>
                <a:spcPct val="120000"/>
              </a:lnSpc>
            </a:pPr>
            <a:endParaRPr lang="en-US" altLang="zh-CN" sz="1200" dirty="0">
              <a:solidFill>
                <a:schemeClr val="tx1">
                  <a:lumMod val="75000"/>
                  <a:lumOff val="25000"/>
                </a:schemeClr>
              </a:solidFill>
              <a:latin typeface="+mn-ea"/>
            </a:endParaRPr>
          </a:p>
        </p:txBody>
      </p:sp>
      <p:sp>
        <p:nvSpPr>
          <p:cNvPr id="4" name="灯片编号占位符 3"/>
          <p:cNvSpPr>
            <a:spLocks noGrp="1"/>
          </p:cNvSpPr>
          <p:nvPr>
            <p:ph type="sldNum" sz="quarter" idx="10"/>
          </p:nvPr>
        </p:nvSpPr>
        <p:spPr/>
        <p:txBody>
          <a:bodyPr/>
          <a:lstStyle/>
          <a:p>
            <a:fld id="{777C96D9-4D4F-4265-8F02-21631B019730}" type="slidenum">
              <a:rPr lang="zh-CN" altLang="en-US" smtClean="0"/>
              <a:t>17</a:t>
            </a:fld>
            <a:endParaRPr lang="zh-CN" altLang="en-US"/>
          </a:p>
        </p:txBody>
      </p:sp>
    </p:spTree>
    <p:extLst>
      <p:ext uri="{BB962C8B-B14F-4D97-AF65-F5344CB8AC3E}">
        <p14:creationId xmlns:p14="http://schemas.microsoft.com/office/powerpoint/2010/main" val="2019951679"/>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171450" indent="-171450">
              <a:buFont typeface="Wingdings" panose="05000000000000000000" pitchFamily="2" charset="2"/>
              <a:buChar char="Ø"/>
            </a:pPr>
            <a:endParaRPr lang="zh-CN" altLang="en-US" dirty="0"/>
          </a:p>
        </p:txBody>
      </p:sp>
      <p:sp>
        <p:nvSpPr>
          <p:cNvPr id="4" name="灯片编号占位符 3"/>
          <p:cNvSpPr>
            <a:spLocks noGrp="1"/>
          </p:cNvSpPr>
          <p:nvPr>
            <p:ph type="sldNum" sz="quarter" idx="5"/>
          </p:nvPr>
        </p:nvSpPr>
        <p:spPr/>
        <p:txBody>
          <a:bodyPr/>
          <a:lstStyle/>
          <a:p>
            <a:fld id="{777C96D9-4D4F-4265-8F02-21631B019730}" type="slidenum">
              <a:rPr lang="zh-CN" altLang="en-US" smtClean="0"/>
              <a:t>19</a:t>
            </a:fld>
            <a:endParaRPr lang="zh-CN" altLang="en-US"/>
          </a:p>
        </p:txBody>
      </p:sp>
    </p:spTree>
    <p:extLst>
      <p:ext uri="{BB962C8B-B14F-4D97-AF65-F5344CB8AC3E}">
        <p14:creationId xmlns:p14="http://schemas.microsoft.com/office/powerpoint/2010/main" val="2753719518"/>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标题幻灯片">
    <p:bg>
      <p:bgPr>
        <a:blipFill dpi="0" rotWithShape="1">
          <a:blip r:embed="rId2" cstate="screen"/>
          <a:srcRect/>
          <a:stretch>
            <a:fillRect/>
          </a:stretch>
        </a:blipFill>
        <a:effectLst/>
      </p:bgPr>
    </p:bg>
    <p:spTree>
      <p:nvGrpSpPr>
        <p:cNvPr id="1" name=""/>
        <p:cNvGrpSpPr/>
        <p:nvPr/>
      </p:nvGrpSpPr>
      <p:grpSpPr>
        <a:xfrm>
          <a:off x="0" y="0"/>
          <a:ext cx="0" cy="0"/>
          <a:chOff x="0" y="0"/>
          <a:chExt cx="0" cy="0"/>
        </a:xfrm>
      </p:grpSpPr>
      <p:sp>
        <p:nvSpPr>
          <p:cNvPr id="12" name="文本占位符 11"/>
          <p:cNvSpPr>
            <a:spLocks noGrp="1"/>
          </p:cNvSpPr>
          <p:nvPr>
            <p:ph type="body" sz="quarter" idx="11" hasCustomPrompt="1"/>
          </p:nvPr>
        </p:nvSpPr>
        <p:spPr>
          <a:xfrm>
            <a:off x="548689" y="1318702"/>
            <a:ext cx="7344171" cy="623248"/>
          </a:xfrm>
          <a:prstGeom prst="rect">
            <a:avLst/>
          </a:prstGeom>
        </p:spPr>
        <p:txBody>
          <a:bodyPr/>
          <a:lstStyle>
            <a:lvl1pPr marL="0" indent="0" algn="l" defTabSz="914400" rtl="0" eaLnBrk="1" fontAlgn="auto" latinLnBrk="0" hangingPunct="1">
              <a:spcBef>
                <a:spcPts val="0"/>
              </a:spcBef>
              <a:spcAft>
                <a:spcPts val="0"/>
              </a:spcAft>
              <a:buNone/>
              <a:defRPr lang="zh-CN" altLang="en-US" sz="4000" b="1" kern="1200" dirty="0">
                <a:solidFill>
                  <a:schemeClr val="bg1"/>
                </a:solidFill>
                <a:effectLst/>
                <a:latin typeface="微软雅黑" panose="020B0503020204020204" pitchFamily="34" charset="-122"/>
                <a:ea typeface="微软雅黑" panose="020B0503020204020204" pitchFamily="34" charset="-122"/>
                <a:cs typeface="+mn-cs"/>
              </a:defRPr>
            </a:lvl1pPr>
          </a:lstStyle>
          <a:p>
            <a:pPr lvl="0"/>
            <a:r>
              <a:rPr lang="zh-CN" altLang="en-US" dirty="0"/>
              <a:t>单击此处编辑主标题</a:t>
            </a:r>
          </a:p>
        </p:txBody>
      </p:sp>
      <p:sp>
        <p:nvSpPr>
          <p:cNvPr id="20" name="文本占位符 19"/>
          <p:cNvSpPr>
            <a:spLocks noGrp="1"/>
          </p:cNvSpPr>
          <p:nvPr>
            <p:ph type="body" sz="quarter" idx="12" hasCustomPrompt="1"/>
          </p:nvPr>
        </p:nvSpPr>
        <p:spPr>
          <a:xfrm>
            <a:off x="6841832" y="3867895"/>
            <a:ext cx="2016448" cy="792088"/>
          </a:xfrm>
          <a:prstGeom prst="rect">
            <a:avLst/>
          </a:prstGeom>
        </p:spPr>
        <p:txBody>
          <a:bodyPr/>
          <a:lstStyle>
            <a:lvl1pPr marL="0" indent="0" algn="l">
              <a:buNone/>
              <a:defRPr sz="1600">
                <a:solidFill>
                  <a:srgbClr val="FFFFFF"/>
                </a:solidFill>
                <a:latin typeface="微软雅黑" panose="020B0503020204020204" pitchFamily="34" charset="-122"/>
                <a:ea typeface="微软雅黑" panose="020B0503020204020204" pitchFamily="34" charset="-122"/>
              </a:defRPr>
            </a:lvl1pPr>
          </a:lstStyle>
          <a:p>
            <a:pPr lvl="0"/>
            <a:r>
              <a:rPr lang="zh-CN" altLang="en-US" dirty="0"/>
              <a:t>撰写部门及人员</a:t>
            </a:r>
            <a:endParaRPr lang="en-US" altLang="zh-CN" dirty="0"/>
          </a:p>
          <a:p>
            <a:pPr lvl="0"/>
            <a:r>
              <a:rPr lang="en-US" altLang="zh-CN" dirty="0"/>
              <a:t>2017/4/1</a:t>
            </a:r>
            <a:endParaRPr lang="zh-CN" altLang="en-US" dirty="0"/>
          </a:p>
        </p:txBody>
      </p:sp>
      <p:sp>
        <p:nvSpPr>
          <p:cNvPr id="4" name="矩形 3"/>
          <p:cNvSpPr/>
          <p:nvPr userDrawn="1"/>
        </p:nvSpPr>
        <p:spPr>
          <a:xfrm>
            <a:off x="0" y="1318702"/>
            <a:ext cx="107504" cy="623248"/>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目录">
    <p:bg>
      <p:bgPr>
        <a:blipFill dpi="0" rotWithShape="1">
          <a:blip r:embed="rId2" cstate="screen"/>
          <a:srcRect/>
          <a:stretch>
            <a:fillRect/>
          </a:stretch>
        </a:blipFill>
        <a:effectLst/>
      </p:bgPr>
    </p:bg>
    <p:spTree>
      <p:nvGrpSpPr>
        <p:cNvPr id="1" name=""/>
        <p:cNvGrpSpPr/>
        <p:nvPr/>
      </p:nvGrpSpPr>
      <p:grpSpPr>
        <a:xfrm>
          <a:off x="0" y="0"/>
          <a:ext cx="0" cy="0"/>
          <a:chOff x="0" y="0"/>
          <a:chExt cx="0" cy="0"/>
        </a:xfrm>
      </p:grpSpPr>
      <p:sp>
        <p:nvSpPr>
          <p:cNvPr id="4" name="文本占位符 7"/>
          <p:cNvSpPr>
            <a:spLocks noGrp="1"/>
          </p:cNvSpPr>
          <p:nvPr>
            <p:ph type="body" sz="quarter" idx="13" hasCustomPrompt="1"/>
          </p:nvPr>
        </p:nvSpPr>
        <p:spPr>
          <a:xfrm>
            <a:off x="179512" y="123478"/>
            <a:ext cx="7560840" cy="470804"/>
          </a:xfrm>
          <a:prstGeom prst="rect">
            <a:avLst/>
          </a:prstGeom>
        </p:spPr>
        <p:txBody>
          <a:bodyPr/>
          <a:lstStyle>
            <a:lvl1pPr>
              <a:buNone/>
              <a:defRPr sz="2800" b="1">
                <a:solidFill>
                  <a:schemeClr val="tx1">
                    <a:lumMod val="65000"/>
                    <a:lumOff val="35000"/>
                  </a:schemeClr>
                </a:solidFill>
                <a:latin typeface="微软雅黑" panose="020B0503020204020204" pitchFamily="34" charset="-122"/>
                <a:ea typeface="微软雅黑" panose="020B0503020204020204" pitchFamily="34" charset="-122"/>
              </a:defRPr>
            </a:lvl1pPr>
          </a:lstStyle>
          <a:p>
            <a:pPr lvl="0"/>
            <a:r>
              <a:rPr lang="zh-CN" altLang="en-US" dirty="0"/>
              <a:t>单击此处编辑小标题</a:t>
            </a:r>
          </a:p>
        </p:txBody>
      </p:sp>
      <p:sp>
        <p:nvSpPr>
          <p:cNvPr id="5" name="矩形 4"/>
          <p:cNvSpPr/>
          <p:nvPr userDrawn="1"/>
        </p:nvSpPr>
        <p:spPr>
          <a:xfrm>
            <a:off x="0" y="123478"/>
            <a:ext cx="107504" cy="470804"/>
          </a:xfrm>
          <a:prstGeom prst="rect">
            <a:avLst/>
          </a:prstGeom>
          <a:solidFill>
            <a:srgbClr val="AD283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1" name="文本占位符 3"/>
          <p:cNvSpPr>
            <a:spLocks noGrp="1"/>
          </p:cNvSpPr>
          <p:nvPr>
            <p:ph type="body" sz="quarter" idx="12"/>
          </p:nvPr>
        </p:nvSpPr>
        <p:spPr>
          <a:xfrm>
            <a:off x="2608363" y="1079959"/>
            <a:ext cx="4343399" cy="408462"/>
          </a:xfrm>
          <a:prstGeom prst="rect">
            <a:avLst/>
          </a:prstGeom>
        </p:spPr>
        <p:txBody>
          <a:bodyPr anchor="ctr"/>
          <a:lstStyle>
            <a:lvl1pPr marL="0" marR="0" indent="0" algn="l" defTabSz="914400" rtl="0" eaLnBrk="1" fontAlgn="auto" latinLnBrk="0" hangingPunct="1">
              <a:lnSpc>
                <a:spcPct val="120000"/>
              </a:lnSpc>
              <a:spcBef>
                <a:spcPct val="20000"/>
              </a:spcBef>
              <a:spcAft>
                <a:spcPts val="0"/>
              </a:spcAft>
              <a:buClrTx/>
              <a:buSzTx/>
              <a:buFont typeface="Arial" panose="020B0604020202020204" pitchFamily="34" charset="0"/>
              <a:buNone/>
              <a:defRPr sz="1600">
                <a:solidFill>
                  <a:schemeClr val="bg1"/>
                </a:solidFill>
                <a:latin typeface="微软雅黑" panose="020B0503020204020204" pitchFamily="34" charset="-122"/>
                <a:ea typeface="微软雅黑" panose="020B0503020204020204" pitchFamily="34" charset="-122"/>
              </a:defRPr>
            </a:lvl1pPr>
            <a:lvl2pPr>
              <a:defRPr>
                <a:latin typeface="微软雅黑" panose="020B0503020204020204" pitchFamily="34" charset="-122"/>
                <a:ea typeface="微软雅黑" panose="020B0503020204020204" pitchFamily="34" charset="-122"/>
              </a:defRPr>
            </a:lvl2pPr>
            <a:lvl3pPr>
              <a:defRPr>
                <a:latin typeface="微软雅黑" panose="020B0503020204020204" pitchFamily="34" charset="-122"/>
                <a:ea typeface="微软雅黑" panose="020B0503020204020204" pitchFamily="34" charset="-122"/>
              </a:defRPr>
            </a:lvl3pPr>
            <a:lvl4pPr>
              <a:defRPr>
                <a:latin typeface="微软雅黑" panose="020B0503020204020204" pitchFamily="34" charset="-122"/>
                <a:ea typeface="微软雅黑" panose="020B0503020204020204" pitchFamily="34" charset="-122"/>
              </a:defRPr>
            </a:lvl4pPr>
            <a:lvl5pPr>
              <a:defRPr>
                <a:latin typeface="微软雅黑" panose="020B0503020204020204" pitchFamily="34" charset="-122"/>
                <a:ea typeface="微软雅黑" panose="020B0503020204020204" pitchFamily="34" charset="-122"/>
              </a:defRPr>
            </a:lvl5pPr>
          </a:lstStyle>
          <a:p>
            <a:pPr marL="342900" marR="0" lvl="0" indent="-342900" algn="l" defTabSz="914400" rtl="0" eaLnBrk="1" fontAlgn="auto" latinLnBrk="0" hangingPunct="1">
              <a:lnSpc>
                <a:spcPct val="100000"/>
              </a:lnSpc>
              <a:spcBef>
                <a:spcPct val="20000"/>
              </a:spcBef>
              <a:spcAft>
                <a:spcPts val="0"/>
              </a:spcAft>
              <a:buClrTx/>
              <a:buSzTx/>
              <a:defRPr/>
            </a:pPr>
            <a:r>
              <a:rPr lang="zh-CN" altLang="en-US" dirty="0"/>
              <a:t>单击此处编辑母版文本样式</a:t>
            </a:r>
          </a:p>
        </p:txBody>
      </p:sp>
      <p:sp>
        <p:nvSpPr>
          <p:cNvPr id="22" name="文本占位符 3"/>
          <p:cNvSpPr>
            <a:spLocks noGrp="1"/>
          </p:cNvSpPr>
          <p:nvPr>
            <p:ph type="body" sz="quarter" idx="14"/>
          </p:nvPr>
        </p:nvSpPr>
        <p:spPr>
          <a:xfrm>
            <a:off x="2608363" y="1748495"/>
            <a:ext cx="4343399" cy="398697"/>
          </a:xfrm>
          <a:prstGeom prst="rect">
            <a:avLst/>
          </a:prstGeom>
        </p:spPr>
        <p:txBody>
          <a:bodyPr anchor="ctr"/>
          <a:lstStyle>
            <a:lvl1pPr marL="0" marR="0" indent="0" algn="l" defTabSz="914400" rtl="0" eaLnBrk="1" fontAlgn="auto" latinLnBrk="0" hangingPunct="1">
              <a:lnSpc>
                <a:spcPct val="120000"/>
              </a:lnSpc>
              <a:spcBef>
                <a:spcPct val="20000"/>
              </a:spcBef>
              <a:spcAft>
                <a:spcPts val="0"/>
              </a:spcAft>
              <a:buClrTx/>
              <a:buSzTx/>
              <a:buFont typeface="Arial" panose="020B0604020202020204" pitchFamily="34" charset="0"/>
              <a:buNone/>
              <a:defRPr sz="1600">
                <a:solidFill>
                  <a:schemeClr val="bg1"/>
                </a:solidFill>
                <a:latin typeface="微软雅黑" panose="020B0503020204020204" pitchFamily="34" charset="-122"/>
                <a:ea typeface="微软雅黑" panose="020B0503020204020204" pitchFamily="34" charset="-122"/>
              </a:defRPr>
            </a:lvl1pPr>
            <a:lvl2pPr>
              <a:defRPr>
                <a:latin typeface="微软雅黑" panose="020B0503020204020204" pitchFamily="34" charset="-122"/>
                <a:ea typeface="微软雅黑" panose="020B0503020204020204" pitchFamily="34" charset="-122"/>
              </a:defRPr>
            </a:lvl2pPr>
            <a:lvl3pPr>
              <a:defRPr>
                <a:latin typeface="微软雅黑" panose="020B0503020204020204" pitchFamily="34" charset="-122"/>
                <a:ea typeface="微软雅黑" panose="020B0503020204020204" pitchFamily="34" charset="-122"/>
              </a:defRPr>
            </a:lvl3pPr>
            <a:lvl4pPr>
              <a:defRPr>
                <a:latin typeface="微软雅黑" panose="020B0503020204020204" pitchFamily="34" charset="-122"/>
                <a:ea typeface="微软雅黑" panose="020B0503020204020204" pitchFamily="34" charset="-122"/>
              </a:defRPr>
            </a:lvl4pPr>
            <a:lvl5pPr>
              <a:defRPr>
                <a:latin typeface="微软雅黑" panose="020B0503020204020204" pitchFamily="34" charset="-122"/>
                <a:ea typeface="微软雅黑" panose="020B0503020204020204" pitchFamily="34" charset="-122"/>
              </a:defRPr>
            </a:lvl5pPr>
          </a:lstStyle>
          <a:p>
            <a:pPr marL="342900" marR="0" lvl="0" indent="-342900" algn="l" defTabSz="914400" rtl="0" eaLnBrk="1" fontAlgn="auto" latinLnBrk="0" hangingPunct="1">
              <a:lnSpc>
                <a:spcPct val="100000"/>
              </a:lnSpc>
              <a:spcBef>
                <a:spcPct val="20000"/>
              </a:spcBef>
              <a:spcAft>
                <a:spcPts val="0"/>
              </a:spcAft>
              <a:buClrTx/>
              <a:buSzTx/>
              <a:defRPr/>
            </a:pPr>
            <a:r>
              <a:rPr lang="zh-CN" altLang="en-US" dirty="0"/>
              <a:t>单击此处编辑母版文本样式</a:t>
            </a:r>
          </a:p>
        </p:txBody>
      </p:sp>
      <p:sp>
        <p:nvSpPr>
          <p:cNvPr id="23" name="文本占位符 3"/>
          <p:cNvSpPr>
            <a:spLocks noGrp="1"/>
          </p:cNvSpPr>
          <p:nvPr>
            <p:ph type="body" sz="quarter" idx="15"/>
          </p:nvPr>
        </p:nvSpPr>
        <p:spPr>
          <a:xfrm>
            <a:off x="2608363" y="2417033"/>
            <a:ext cx="4343399" cy="408462"/>
          </a:xfrm>
          <a:prstGeom prst="rect">
            <a:avLst/>
          </a:prstGeom>
        </p:spPr>
        <p:txBody>
          <a:bodyPr anchor="ctr"/>
          <a:lstStyle>
            <a:lvl1pPr marL="0" marR="0" indent="0" algn="l" defTabSz="914400" rtl="0" eaLnBrk="1" fontAlgn="auto" latinLnBrk="0" hangingPunct="1">
              <a:lnSpc>
                <a:spcPct val="120000"/>
              </a:lnSpc>
              <a:spcBef>
                <a:spcPct val="20000"/>
              </a:spcBef>
              <a:spcAft>
                <a:spcPts val="0"/>
              </a:spcAft>
              <a:buClrTx/>
              <a:buSzTx/>
              <a:buFont typeface="Arial" panose="020B0604020202020204" pitchFamily="34" charset="0"/>
              <a:buNone/>
              <a:defRPr sz="1600">
                <a:solidFill>
                  <a:schemeClr val="bg1"/>
                </a:solidFill>
                <a:latin typeface="微软雅黑" panose="020B0503020204020204" pitchFamily="34" charset="-122"/>
                <a:ea typeface="微软雅黑" panose="020B0503020204020204" pitchFamily="34" charset="-122"/>
              </a:defRPr>
            </a:lvl1pPr>
            <a:lvl2pPr>
              <a:defRPr>
                <a:latin typeface="微软雅黑" panose="020B0503020204020204" pitchFamily="34" charset="-122"/>
                <a:ea typeface="微软雅黑" panose="020B0503020204020204" pitchFamily="34" charset="-122"/>
              </a:defRPr>
            </a:lvl2pPr>
            <a:lvl3pPr>
              <a:defRPr>
                <a:latin typeface="微软雅黑" panose="020B0503020204020204" pitchFamily="34" charset="-122"/>
                <a:ea typeface="微软雅黑" panose="020B0503020204020204" pitchFamily="34" charset="-122"/>
              </a:defRPr>
            </a:lvl3pPr>
            <a:lvl4pPr>
              <a:defRPr>
                <a:latin typeface="微软雅黑" panose="020B0503020204020204" pitchFamily="34" charset="-122"/>
                <a:ea typeface="微软雅黑" panose="020B0503020204020204" pitchFamily="34" charset="-122"/>
              </a:defRPr>
            </a:lvl4pPr>
            <a:lvl5pPr>
              <a:defRPr>
                <a:latin typeface="微软雅黑" panose="020B0503020204020204" pitchFamily="34" charset="-122"/>
                <a:ea typeface="微软雅黑" panose="020B0503020204020204" pitchFamily="34" charset="-122"/>
              </a:defRPr>
            </a:lvl5pPr>
          </a:lstStyle>
          <a:p>
            <a:pPr marL="342900" marR="0" lvl="0" indent="-342900" algn="l" defTabSz="914400" rtl="0" eaLnBrk="1" fontAlgn="auto" latinLnBrk="0" hangingPunct="1">
              <a:lnSpc>
                <a:spcPct val="100000"/>
              </a:lnSpc>
              <a:spcBef>
                <a:spcPct val="20000"/>
              </a:spcBef>
              <a:spcAft>
                <a:spcPts val="0"/>
              </a:spcAft>
              <a:buClrTx/>
              <a:buSzTx/>
              <a:defRPr/>
            </a:pPr>
            <a:r>
              <a:rPr lang="zh-CN" altLang="en-US" dirty="0"/>
              <a:t>单击此处编辑母版文本样式</a:t>
            </a:r>
          </a:p>
        </p:txBody>
      </p:sp>
      <p:sp>
        <p:nvSpPr>
          <p:cNvPr id="24" name="文本占位符 3"/>
          <p:cNvSpPr>
            <a:spLocks noGrp="1"/>
          </p:cNvSpPr>
          <p:nvPr>
            <p:ph type="body" sz="quarter" idx="16"/>
          </p:nvPr>
        </p:nvSpPr>
        <p:spPr>
          <a:xfrm>
            <a:off x="2608362" y="3085570"/>
            <a:ext cx="4343399" cy="408462"/>
          </a:xfrm>
          <a:prstGeom prst="rect">
            <a:avLst/>
          </a:prstGeom>
        </p:spPr>
        <p:txBody>
          <a:bodyPr anchor="ctr"/>
          <a:lstStyle>
            <a:lvl1pPr marL="0" marR="0" indent="0" algn="l" defTabSz="914400" rtl="0" eaLnBrk="1" fontAlgn="auto" latinLnBrk="0" hangingPunct="1">
              <a:lnSpc>
                <a:spcPct val="120000"/>
              </a:lnSpc>
              <a:spcBef>
                <a:spcPct val="20000"/>
              </a:spcBef>
              <a:spcAft>
                <a:spcPts val="0"/>
              </a:spcAft>
              <a:buClrTx/>
              <a:buSzTx/>
              <a:buFont typeface="Arial" panose="020B0604020202020204" pitchFamily="34" charset="0"/>
              <a:buNone/>
              <a:defRPr sz="1600">
                <a:solidFill>
                  <a:schemeClr val="bg1"/>
                </a:solidFill>
                <a:latin typeface="微软雅黑" panose="020B0503020204020204" pitchFamily="34" charset="-122"/>
                <a:ea typeface="微软雅黑" panose="020B0503020204020204" pitchFamily="34" charset="-122"/>
              </a:defRPr>
            </a:lvl1pPr>
            <a:lvl2pPr>
              <a:defRPr>
                <a:latin typeface="微软雅黑" panose="020B0503020204020204" pitchFamily="34" charset="-122"/>
                <a:ea typeface="微软雅黑" panose="020B0503020204020204" pitchFamily="34" charset="-122"/>
              </a:defRPr>
            </a:lvl2pPr>
            <a:lvl3pPr>
              <a:defRPr>
                <a:latin typeface="微软雅黑" panose="020B0503020204020204" pitchFamily="34" charset="-122"/>
                <a:ea typeface="微软雅黑" panose="020B0503020204020204" pitchFamily="34" charset="-122"/>
              </a:defRPr>
            </a:lvl3pPr>
            <a:lvl4pPr>
              <a:defRPr>
                <a:latin typeface="微软雅黑" panose="020B0503020204020204" pitchFamily="34" charset="-122"/>
                <a:ea typeface="微软雅黑" panose="020B0503020204020204" pitchFamily="34" charset="-122"/>
              </a:defRPr>
            </a:lvl4pPr>
            <a:lvl5pPr>
              <a:defRPr>
                <a:latin typeface="微软雅黑" panose="020B0503020204020204" pitchFamily="34" charset="-122"/>
                <a:ea typeface="微软雅黑" panose="020B0503020204020204" pitchFamily="34" charset="-122"/>
              </a:defRPr>
            </a:lvl5pPr>
          </a:lstStyle>
          <a:p>
            <a:pPr marL="342900" marR="0" lvl="0" indent="-342900" algn="l" defTabSz="914400" rtl="0" eaLnBrk="1" fontAlgn="auto" latinLnBrk="0" hangingPunct="1">
              <a:lnSpc>
                <a:spcPct val="100000"/>
              </a:lnSpc>
              <a:spcBef>
                <a:spcPct val="20000"/>
              </a:spcBef>
              <a:spcAft>
                <a:spcPts val="0"/>
              </a:spcAft>
              <a:buClrTx/>
              <a:buSzTx/>
              <a:defRPr/>
            </a:pPr>
            <a:r>
              <a:rPr lang="zh-CN" altLang="en-US" dirty="0"/>
              <a:t>单击此处编辑母版文本样式</a:t>
            </a:r>
          </a:p>
        </p:txBody>
      </p:sp>
      <p:sp>
        <p:nvSpPr>
          <p:cNvPr id="25" name="文本占位符 3"/>
          <p:cNvSpPr>
            <a:spLocks noGrp="1"/>
          </p:cNvSpPr>
          <p:nvPr>
            <p:ph type="body" sz="quarter" idx="17"/>
          </p:nvPr>
        </p:nvSpPr>
        <p:spPr>
          <a:xfrm>
            <a:off x="2608362" y="3754106"/>
            <a:ext cx="4343399" cy="408461"/>
          </a:xfrm>
          <a:prstGeom prst="rect">
            <a:avLst/>
          </a:prstGeom>
        </p:spPr>
        <p:txBody>
          <a:bodyPr anchor="ctr"/>
          <a:lstStyle>
            <a:lvl1pPr marL="0" marR="0" indent="0" algn="l" defTabSz="914400" rtl="0" eaLnBrk="1" fontAlgn="auto" latinLnBrk="0" hangingPunct="1">
              <a:lnSpc>
                <a:spcPct val="120000"/>
              </a:lnSpc>
              <a:spcBef>
                <a:spcPct val="20000"/>
              </a:spcBef>
              <a:spcAft>
                <a:spcPts val="0"/>
              </a:spcAft>
              <a:buClrTx/>
              <a:buSzTx/>
              <a:buFont typeface="Arial" panose="020B0604020202020204" pitchFamily="34" charset="0"/>
              <a:buNone/>
              <a:defRPr sz="1600">
                <a:solidFill>
                  <a:schemeClr val="bg1"/>
                </a:solidFill>
                <a:latin typeface="微软雅黑" panose="020B0503020204020204" pitchFamily="34" charset="-122"/>
                <a:ea typeface="微软雅黑" panose="020B0503020204020204" pitchFamily="34" charset="-122"/>
              </a:defRPr>
            </a:lvl1pPr>
            <a:lvl2pPr>
              <a:defRPr>
                <a:latin typeface="微软雅黑" panose="020B0503020204020204" pitchFamily="34" charset="-122"/>
                <a:ea typeface="微软雅黑" panose="020B0503020204020204" pitchFamily="34" charset="-122"/>
              </a:defRPr>
            </a:lvl2pPr>
            <a:lvl3pPr>
              <a:defRPr>
                <a:latin typeface="微软雅黑" panose="020B0503020204020204" pitchFamily="34" charset="-122"/>
                <a:ea typeface="微软雅黑" panose="020B0503020204020204" pitchFamily="34" charset="-122"/>
              </a:defRPr>
            </a:lvl3pPr>
            <a:lvl4pPr>
              <a:defRPr>
                <a:latin typeface="微软雅黑" panose="020B0503020204020204" pitchFamily="34" charset="-122"/>
                <a:ea typeface="微软雅黑" panose="020B0503020204020204" pitchFamily="34" charset="-122"/>
              </a:defRPr>
            </a:lvl4pPr>
            <a:lvl5pPr>
              <a:defRPr>
                <a:latin typeface="微软雅黑" panose="020B0503020204020204" pitchFamily="34" charset="-122"/>
                <a:ea typeface="微软雅黑" panose="020B0503020204020204" pitchFamily="34" charset="-122"/>
              </a:defRPr>
            </a:lvl5pPr>
          </a:lstStyle>
          <a:p>
            <a:pPr marL="342900" marR="0" lvl="0" indent="-342900" algn="l" defTabSz="914400" rtl="0" eaLnBrk="1" fontAlgn="auto" latinLnBrk="0" hangingPunct="1">
              <a:lnSpc>
                <a:spcPct val="100000"/>
              </a:lnSpc>
              <a:spcBef>
                <a:spcPct val="20000"/>
              </a:spcBef>
              <a:spcAft>
                <a:spcPts val="0"/>
              </a:spcAft>
              <a:buClrTx/>
              <a:buSzTx/>
              <a:defRPr/>
            </a:pPr>
            <a:r>
              <a:rPr lang="zh-CN" altLang="en-US" dirty="0"/>
              <a:t>单击此处编辑母版文本样式</a:t>
            </a: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节标题幻灯片">
    <p:bg>
      <p:bgPr>
        <a:blipFill dpi="0" rotWithShape="1">
          <a:blip r:embed="rId2" cstate="screen"/>
          <a:srcRect/>
          <a:stretch>
            <a:fillRect/>
          </a:stretch>
        </a:blipFill>
        <a:effectLst/>
      </p:bgPr>
    </p:bg>
    <p:spTree>
      <p:nvGrpSpPr>
        <p:cNvPr id="1" name=""/>
        <p:cNvGrpSpPr/>
        <p:nvPr/>
      </p:nvGrpSpPr>
      <p:grpSpPr>
        <a:xfrm>
          <a:off x="0" y="0"/>
          <a:ext cx="0" cy="0"/>
          <a:chOff x="0" y="0"/>
          <a:chExt cx="0" cy="0"/>
        </a:xfrm>
      </p:grpSpPr>
      <p:sp>
        <p:nvSpPr>
          <p:cNvPr id="3" name="文本占位符 11"/>
          <p:cNvSpPr>
            <a:spLocks noGrp="1"/>
          </p:cNvSpPr>
          <p:nvPr>
            <p:ph type="body" sz="quarter" idx="11" hasCustomPrompt="1"/>
          </p:nvPr>
        </p:nvSpPr>
        <p:spPr>
          <a:xfrm>
            <a:off x="971601" y="2067694"/>
            <a:ext cx="7272807" cy="623248"/>
          </a:xfrm>
          <a:prstGeom prst="rect">
            <a:avLst/>
          </a:prstGeom>
        </p:spPr>
        <p:txBody>
          <a:bodyPr/>
          <a:lstStyle>
            <a:lvl1pPr marL="0" indent="0" algn="ctr" defTabSz="914400" rtl="0" eaLnBrk="1" fontAlgn="auto" latinLnBrk="0" hangingPunct="1">
              <a:spcBef>
                <a:spcPts val="0"/>
              </a:spcBef>
              <a:spcAft>
                <a:spcPts val="0"/>
              </a:spcAft>
              <a:buNone/>
              <a:defRPr lang="zh-CN" altLang="en-US" sz="2800" b="1" kern="1200" dirty="0">
                <a:solidFill>
                  <a:schemeClr val="tx1">
                    <a:lumMod val="65000"/>
                    <a:lumOff val="35000"/>
                  </a:schemeClr>
                </a:solidFill>
                <a:effectLst/>
                <a:latin typeface="微软雅黑" panose="020B0503020204020204" pitchFamily="34" charset="-122"/>
                <a:ea typeface="微软雅黑" panose="020B0503020204020204" pitchFamily="34" charset="-122"/>
                <a:cs typeface="+mn-cs"/>
              </a:defRPr>
            </a:lvl1pPr>
          </a:lstStyle>
          <a:p>
            <a:pPr lvl="0"/>
            <a:r>
              <a:rPr lang="zh-CN" altLang="en-US" dirty="0"/>
              <a:t>单击此处编辑节标题</a:t>
            </a:r>
          </a:p>
        </p:txBody>
      </p:sp>
      <p:sp>
        <p:nvSpPr>
          <p:cNvPr id="4" name="文本占位符 3"/>
          <p:cNvSpPr>
            <a:spLocks noGrp="1"/>
          </p:cNvSpPr>
          <p:nvPr>
            <p:ph type="body" sz="quarter" idx="12"/>
          </p:nvPr>
        </p:nvSpPr>
        <p:spPr>
          <a:xfrm>
            <a:off x="3059832" y="3147814"/>
            <a:ext cx="4069655" cy="360040"/>
          </a:xfrm>
          <a:prstGeom prst="rect">
            <a:avLst/>
          </a:prstGeom>
        </p:spPr>
        <p:txBody>
          <a:bodyPr anchor="ctr"/>
          <a:lstStyle>
            <a:lvl1pPr marL="0" marR="0" indent="0" algn="l" defTabSz="914400" rtl="0" eaLnBrk="1" fontAlgn="auto" latinLnBrk="0" hangingPunct="1">
              <a:lnSpc>
                <a:spcPct val="120000"/>
              </a:lnSpc>
              <a:spcBef>
                <a:spcPct val="20000"/>
              </a:spcBef>
              <a:spcAft>
                <a:spcPts val="0"/>
              </a:spcAft>
              <a:buClrTx/>
              <a:buSzTx/>
              <a:buFont typeface="Arial" panose="020B0604020202020204" pitchFamily="34" charset="0"/>
              <a:buNone/>
              <a:defRPr sz="1600">
                <a:solidFill>
                  <a:schemeClr val="tx1">
                    <a:lumMod val="75000"/>
                    <a:lumOff val="25000"/>
                  </a:schemeClr>
                </a:solidFill>
                <a:latin typeface="微软雅黑" panose="020B0503020204020204" pitchFamily="34" charset="-122"/>
                <a:ea typeface="微软雅黑" panose="020B0503020204020204" pitchFamily="34" charset="-122"/>
              </a:defRPr>
            </a:lvl1pPr>
            <a:lvl2pPr>
              <a:defRPr>
                <a:latin typeface="微软雅黑" panose="020B0503020204020204" pitchFamily="34" charset="-122"/>
                <a:ea typeface="微软雅黑" panose="020B0503020204020204" pitchFamily="34" charset="-122"/>
              </a:defRPr>
            </a:lvl2pPr>
            <a:lvl3pPr>
              <a:defRPr>
                <a:latin typeface="微软雅黑" panose="020B0503020204020204" pitchFamily="34" charset="-122"/>
                <a:ea typeface="微软雅黑" panose="020B0503020204020204" pitchFamily="34" charset="-122"/>
              </a:defRPr>
            </a:lvl3pPr>
            <a:lvl4pPr>
              <a:defRPr>
                <a:latin typeface="微软雅黑" panose="020B0503020204020204" pitchFamily="34" charset="-122"/>
                <a:ea typeface="微软雅黑" panose="020B0503020204020204" pitchFamily="34" charset="-122"/>
              </a:defRPr>
            </a:lvl4pPr>
            <a:lvl5pPr>
              <a:defRPr>
                <a:latin typeface="微软雅黑" panose="020B0503020204020204" pitchFamily="34" charset="-122"/>
                <a:ea typeface="微软雅黑" panose="020B0503020204020204" pitchFamily="34" charset="-122"/>
              </a:defRPr>
            </a:lvl5pPr>
          </a:lstStyle>
          <a:p>
            <a:pPr marL="342900" marR="0" lvl="0" indent="-342900" algn="l" defTabSz="914400" rtl="0" eaLnBrk="1" fontAlgn="auto" latinLnBrk="0" hangingPunct="1">
              <a:lnSpc>
                <a:spcPct val="100000"/>
              </a:lnSpc>
              <a:spcBef>
                <a:spcPct val="20000"/>
              </a:spcBef>
              <a:spcAft>
                <a:spcPts val="0"/>
              </a:spcAft>
              <a:buClrTx/>
              <a:buSzTx/>
              <a:defRPr/>
            </a:pPr>
            <a:r>
              <a:rPr lang="zh-CN" altLang="en-US" dirty="0"/>
              <a:t>单击此处编辑母版文本样式</a:t>
            </a:r>
          </a:p>
        </p:txBody>
      </p:sp>
      <p:sp>
        <p:nvSpPr>
          <p:cNvPr id="6" name="文本占位符 3"/>
          <p:cNvSpPr>
            <a:spLocks noGrp="1"/>
          </p:cNvSpPr>
          <p:nvPr>
            <p:ph type="body" sz="quarter" idx="13"/>
          </p:nvPr>
        </p:nvSpPr>
        <p:spPr>
          <a:xfrm>
            <a:off x="3059831" y="3513751"/>
            <a:ext cx="4069655" cy="360040"/>
          </a:xfrm>
          <a:prstGeom prst="rect">
            <a:avLst/>
          </a:prstGeom>
        </p:spPr>
        <p:txBody>
          <a:bodyPr anchor="ctr"/>
          <a:lstStyle>
            <a:lvl1pPr marL="0" marR="0" indent="0" algn="l" defTabSz="914400" rtl="0" eaLnBrk="1" fontAlgn="auto" latinLnBrk="0" hangingPunct="1">
              <a:lnSpc>
                <a:spcPct val="120000"/>
              </a:lnSpc>
              <a:spcBef>
                <a:spcPct val="20000"/>
              </a:spcBef>
              <a:spcAft>
                <a:spcPts val="0"/>
              </a:spcAft>
              <a:buClrTx/>
              <a:buSzTx/>
              <a:buFont typeface="Arial" panose="020B0604020202020204" pitchFamily="34" charset="0"/>
              <a:buNone/>
              <a:defRPr sz="1600">
                <a:solidFill>
                  <a:schemeClr val="tx1">
                    <a:lumMod val="75000"/>
                    <a:lumOff val="25000"/>
                  </a:schemeClr>
                </a:solidFill>
                <a:latin typeface="微软雅黑" panose="020B0503020204020204" pitchFamily="34" charset="-122"/>
                <a:ea typeface="微软雅黑" panose="020B0503020204020204" pitchFamily="34" charset="-122"/>
              </a:defRPr>
            </a:lvl1pPr>
            <a:lvl2pPr>
              <a:defRPr>
                <a:latin typeface="微软雅黑" panose="020B0503020204020204" pitchFamily="34" charset="-122"/>
                <a:ea typeface="微软雅黑" panose="020B0503020204020204" pitchFamily="34" charset="-122"/>
              </a:defRPr>
            </a:lvl2pPr>
            <a:lvl3pPr>
              <a:defRPr>
                <a:latin typeface="微软雅黑" panose="020B0503020204020204" pitchFamily="34" charset="-122"/>
                <a:ea typeface="微软雅黑" panose="020B0503020204020204" pitchFamily="34" charset="-122"/>
              </a:defRPr>
            </a:lvl3pPr>
            <a:lvl4pPr>
              <a:defRPr>
                <a:latin typeface="微软雅黑" panose="020B0503020204020204" pitchFamily="34" charset="-122"/>
                <a:ea typeface="微软雅黑" panose="020B0503020204020204" pitchFamily="34" charset="-122"/>
              </a:defRPr>
            </a:lvl4pPr>
            <a:lvl5pPr>
              <a:defRPr>
                <a:latin typeface="微软雅黑" panose="020B0503020204020204" pitchFamily="34" charset="-122"/>
                <a:ea typeface="微软雅黑" panose="020B0503020204020204" pitchFamily="34" charset="-122"/>
              </a:defRPr>
            </a:lvl5pPr>
          </a:lstStyle>
          <a:p>
            <a:pPr marL="342900" marR="0" lvl="0" indent="-342900" algn="l" defTabSz="914400" rtl="0" eaLnBrk="1" fontAlgn="auto" latinLnBrk="0" hangingPunct="1">
              <a:lnSpc>
                <a:spcPct val="100000"/>
              </a:lnSpc>
              <a:spcBef>
                <a:spcPct val="20000"/>
              </a:spcBef>
              <a:spcAft>
                <a:spcPts val="0"/>
              </a:spcAft>
              <a:buClrTx/>
              <a:buSzTx/>
              <a:defRPr/>
            </a:pPr>
            <a:r>
              <a:rPr lang="zh-CN" altLang="en-US" dirty="0"/>
              <a:t>单击此处编辑母版文本样式</a:t>
            </a:r>
          </a:p>
        </p:txBody>
      </p:sp>
      <p:sp>
        <p:nvSpPr>
          <p:cNvPr id="7" name="文本占位符 3"/>
          <p:cNvSpPr>
            <a:spLocks noGrp="1"/>
          </p:cNvSpPr>
          <p:nvPr>
            <p:ph type="body" sz="quarter" idx="14"/>
          </p:nvPr>
        </p:nvSpPr>
        <p:spPr>
          <a:xfrm>
            <a:off x="3059830" y="3873791"/>
            <a:ext cx="4069655" cy="360040"/>
          </a:xfrm>
          <a:prstGeom prst="rect">
            <a:avLst/>
          </a:prstGeom>
        </p:spPr>
        <p:txBody>
          <a:bodyPr anchor="ctr"/>
          <a:lstStyle>
            <a:lvl1pPr marL="0" marR="0" indent="0" algn="l" defTabSz="914400" rtl="0" eaLnBrk="1" fontAlgn="auto" latinLnBrk="0" hangingPunct="1">
              <a:lnSpc>
                <a:spcPct val="120000"/>
              </a:lnSpc>
              <a:spcBef>
                <a:spcPct val="20000"/>
              </a:spcBef>
              <a:spcAft>
                <a:spcPts val="0"/>
              </a:spcAft>
              <a:buClrTx/>
              <a:buSzTx/>
              <a:buFont typeface="Arial" panose="020B0604020202020204" pitchFamily="34" charset="0"/>
              <a:buNone/>
              <a:defRPr sz="1600">
                <a:solidFill>
                  <a:schemeClr val="tx1">
                    <a:lumMod val="75000"/>
                    <a:lumOff val="25000"/>
                  </a:schemeClr>
                </a:solidFill>
                <a:latin typeface="微软雅黑" panose="020B0503020204020204" pitchFamily="34" charset="-122"/>
                <a:ea typeface="微软雅黑" panose="020B0503020204020204" pitchFamily="34" charset="-122"/>
              </a:defRPr>
            </a:lvl1pPr>
            <a:lvl2pPr>
              <a:defRPr>
                <a:latin typeface="微软雅黑" panose="020B0503020204020204" pitchFamily="34" charset="-122"/>
                <a:ea typeface="微软雅黑" panose="020B0503020204020204" pitchFamily="34" charset="-122"/>
              </a:defRPr>
            </a:lvl2pPr>
            <a:lvl3pPr>
              <a:defRPr>
                <a:latin typeface="微软雅黑" panose="020B0503020204020204" pitchFamily="34" charset="-122"/>
                <a:ea typeface="微软雅黑" panose="020B0503020204020204" pitchFamily="34" charset="-122"/>
              </a:defRPr>
            </a:lvl3pPr>
            <a:lvl4pPr>
              <a:defRPr>
                <a:latin typeface="微软雅黑" panose="020B0503020204020204" pitchFamily="34" charset="-122"/>
                <a:ea typeface="微软雅黑" panose="020B0503020204020204" pitchFamily="34" charset="-122"/>
              </a:defRPr>
            </a:lvl4pPr>
            <a:lvl5pPr>
              <a:defRPr>
                <a:latin typeface="微软雅黑" panose="020B0503020204020204" pitchFamily="34" charset="-122"/>
                <a:ea typeface="微软雅黑" panose="020B0503020204020204" pitchFamily="34" charset="-122"/>
              </a:defRPr>
            </a:lvl5pPr>
          </a:lstStyle>
          <a:p>
            <a:pPr marL="342900" marR="0" lvl="0" indent="-342900" algn="l" defTabSz="914400" rtl="0" eaLnBrk="1" fontAlgn="auto" latinLnBrk="0" hangingPunct="1">
              <a:lnSpc>
                <a:spcPct val="100000"/>
              </a:lnSpc>
              <a:spcBef>
                <a:spcPct val="20000"/>
              </a:spcBef>
              <a:spcAft>
                <a:spcPts val="0"/>
              </a:spcAft>
              <a:buClrTx/>
              <a:buSzTx/>
              <a:defRPr/>
            </a:pPr>
            <a:r>
              <a:rPr lang="zh-CN" altLang="en-US" dirty="0"/>
              <a:t>单击此处编辑母版文本样式</a:t>
            </a:r>
          </a:p>
        </p:txBody>
      </p:sp>
      <p:sp>
        <p:nvSpPr>
          <p:cNvPr id="8" name="文本占位符 3"/>
          <p:cNvSpPr>
            <a:spLocks noGrp="1"/>
          </p:cNvSpPr>
          <p:nvPr>
            <p:ph type="body" sz="quarter" idx="15"/>
          </p:nvPr>
        </p:nvSpPr>
        <p:spPr>
          <a:xfrm>
            <a:off x="3059830" y="4233831"/>
            <a:ext cx="4069655" cy="360040"/>
          </a:xfrm>
          <a:prstGeom prst="rect">
            <a:avLst/>
          </a:prstGeom>
        </p:spPr>
        <p:txBody>
          <a:bodyPr anchor="ctr"/>
          <a:lstStyle>
            <a:lvl1pPr marL="0" marR="0" indent="0" algn="l" defTabSz="914400" rtl="0" eaLnBrk="1" fontAlgn="auto" latinLnBrk="0" hangingPunct="1">
              <a:lnSpc>
                <a:spcPct val="120000"/>
              </a:lnSpc>
              <a:spcBef>
                <a:spcPct val="20000"/>
              </a:spcBef>
              <a:spcAft>
                <a:spcPts val="0"/>
              </a:spcAft>
              <a:buClrTx/>
              <a:buSzTx/>
              <a:buFont typeface="Arial" panose="020B0604020202020204" pitchFamily="34" charset="0"/>
              <a:buNone/>
              <a:defRPr sz="1600">
                <a:solidFill>
                  <a:schemeClr val="tx1">
                    <a:lumMod val="75000"/>
                    <a:lumOff val="25000"/>
                  </a:schemeClr>
                </a:solidFill>
                <a:latin typeface="微软雅黑" panose="020B0503020204020204" pitchFamily="34" charset="-122"/>
                <a:ea typeface="微软雅黑" panose="020B0503020204020204" pitchFamily="34" charset="-122"/>
              </a:defRPr>
            </a:lvl1pPr>
            <a:lvl2pPr>
              <a:defRPr>
                <a:latin typeface="微软雅黑" panose="020B0503020204020204" pitchFamily="34" charset="-122"/>
                <a:ea typeface="微软雅黑" panose="020B0503020204020204" pitchFamily="34" charset="-122"/>
              </a:defRPr>
            </a:lvl2pPr>
            <a:lvl3pPr>
              <a:defRPr>
                <a:latin typeface="微软雅黑" panose="020B0503020204020204" pitchFamily="34" charset="-122"/>
                <a:ea typeface="微软雅黑" panose="020B0503020204020204" pitchFamily="34" charset="-122"/>
              </a:defRPr>
            </a:lvl3pPr>
            <a:lvl4pPr>
              <a:defRPr>
                <a:latin typeface="微软雅黑" panose="020B0503020204020204" pitchFamily="34" charset="-122"/>
                <a:ea typeface="微软雅黑" panose="020B0503020204020204" pitchFamily="34" charset="-122"/>
              </a:defRPr>
            </a:lvl4pPr>
            <a:lvl5pPr>
              <a:defRPr>
                <a:latin typeface="微软雅黑" panose="020B0503020204020204" pitchFamily="34" charset="-122"/>
                <a:ea typeface="微软雅黑" panose="020B0503020204020204" pitchFamily="34" charset="-122"/>
              </a:defRPr>
            </a:lvl5pPr>
          </a:lstStyle>
          <a:p>
            <a:pPr marL="342900" marR="0" lvl="0" indent="-342900" algn="l" defTabSz="914400" rtl="0" eaLnBrk="1" fontAlgn="auto" latinLnBrk="0" hangingPunct="1">
              <a:lnSpc>
                <a:spcPct val="100000"/>
              </a:lnSpc>
              <a:spcBef>
                <a:spcPct val="20000"/>
              </a:spcBef>
              <a:spcAft>
                <a:spcPts val="0"/>
              </a:spcAft>
              <a:buClrTx/>
              <a:buSzTx/>
              <a:defRPr/>
            </a:pPr>
            <a:r>
              <a:rPr lang="zh-CN" altLang="en-US" dirty="0"/>
              <a:t>单击此处编辑母版文本样式</a:t>
            </a: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内容1">
    <p:bg>
      <p:bgPr>
        <a:blipFill dpi="0" rotWithShape="1">
          <a:blip r:embed="rId2" cstate="screen"/>
          <a:srcRect/>
          <a:stretch>
            <a:fillRect/>
          </a:stretch>
        </a:blipFill>
        <a:effectLst/>
      </p:bgPr>
    </p:bg>
    <p:spTree>
      <p:nvGrpSpPr>
        <p:cNvPr id="1" name=""/>
        <p:cNvGrpSpPr/>
        <p:nvPr/>
      </p:nvGrpSpPr>
      <p:grpSpPr>
        <a:xfrm>
          <a:off x="0" y="0"/>
          <a:ext cx="0" cy="0"/>
          <a:chOff x="0" y="0"/>
          <a:chExt cx="0" cy="0"/>
        </a:xfrm>
      </p:grpSpPr>
      <p:sp>
        <p:nvSpPr>
          <p:cNvPr id="8" name="文本占位符 7"/>
          <p:cNvSpPr>
            <a:spLocks noGrp="1"/>
          </p:cNvSpPr>
          <p:nvPr>
            <p:ph type="body" sz="quarter" idx="13" hasCustomPrompt="1"/>
          </p:nvPr>
        </p:nvSpPr>
        <p:spPr>
          <a:xfrm>
            <a:off x="179512" y="123478"/>
            <a:ext cx="7560840" cy="470804"/>
          </a:xfrm>
          <a:prstGeom prst="rect">
            <a:avLst/>
          </a:prstGeom>
        </p:spPr>
        <p:txBody>
          <a:bodyPr/>
          <a:lstStyle>
            <a:lvl1pPr>
              <a:buNone/>
              <a:defRPr sz="2800" b="1">
                <a:solidFill>
                  <a:schemeClr val="tx1">
                    <a:lumMod val="65000"/>
                    <a:lumOff val="35000"/>
                  </a:schemeClr>
                </a:solidFill>
                <a:latin typeface="微软雅黑" panose="020B0503020204020204" pitchFamily="34" charset="-122"/>
                <a:ea typeface="微软雅黑" panose="020B0503020204020204" pitchFamily="34" charset="-122"/>
              </a:defRPr>
            </a:lvl1pPr>
          </a:lstStyle>
          <a:p>
            <a:pPr lvl="0"/>
            <a:r>
              <a:rPr lang="zh-CN" altLang="en-US" dirty="0"/>
              <a:t>单击此处编辑小标题</a:t>
            </a:r>
          </a:p>
        </p:txBody>
      </p:sp>
      <p:sp>
        <p:nvSpPr>
          <p:cNvPr id="4" name="矩形 3"/>
          <p:cNvSpPr/>
          <p:nvPr userDrawn="1"/>
        </p:nvSpPr>
        <p:spPr>
          <a:xfrm>
            <a:off x="0" y="123478"/>
            <a:ext cx="107504" cy="470804"/>
          </a:xfrm>
          <a:prstGeom prst="rect">
            <a:avLst/>
          </a:prstGeom>
          <a:solidFill>
            <a:srgbClr val="AD283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 name="内容占位符 2"/>
          <p:cNvSpPr>
            <a:spLocks noGrp="1"/>
          </p:cNvSpPr>
          <p:nvPr>
            <p:ph sz="quarter" idx="14" hasCustomPrompt="1"/>
          </p:nvPr>
        </p:nvSpPr>
        <p:spPr>
          <a:xfrm>
            <a:off x="611560" y="1059582"/>
            <a:ext cx="7886700" cy="3500437"/>
          </a:xfrm>
          <a:prstGeom prst="rect">
            <a:avLst/>
          </a:prstGeom>
        </p:spPr>
        <p:txBody>
          <a:bodyPr/>
          <a:lstStyle>
            <a:lvl1pPr>
              <a:defRPr sz="1600">
                <a:solidFill>
                  <a:schemeClr val="tx1">
                    <a:lumMod val="75000"/>
                    <a:lumOff val="25000"/>
                  </a:schemeClr>
                </a:solidFill>
              </a:defRPr>
            </a:lvl1pPr>
            <a:lvl2pPr>
              <a:defRPr sz="1600">
                <a:solidFill>
                  <a:schemeClr val="tx1">
                    <a:lumMod val="75000"/>
                    <a:lumOff val="25000"/>
                  </a:schemeClr>
                </a:solidFill>
              </a:defRPr>
            </a:lvl2pPr>
            <a:lvl3pPr>
              <a:defRPr sz="1600">
                <a:solidFill>
                  <a:schemeClr val="tx1">
                    <a:lumMod val="75000"/>
                    <a:lumOff val="25000"/>
                  </a:schemeClr>
                </a:solidFill>
              </a:defRPr>
            </a:lvl3pPr>
            <a:lvl4pPr>
              <a:defRPr sz="1600">
                <a:solidFill>
                  <a:schemeClr val="tx1">
                    <a:lumMod val="75000"/>
                    <a:lumOff val="25000"/>
                  </a:schemeClr>
                </a:solidFill>
              </a:defRPr>
            </a:lvl4pPr>
            <a:lvl5pPr>
              <a:defRPr sz="1600">
                <a:solidFill>
                  <a:schemeClr val="tx1">
                    <a:lumMod val="75000"/>
                    <a:lumOff val="25000"/>
                  </a:schemeClr>
                </a:solidFill>
              </a:defRPr>
            </a:lvl5pPr>
          </a:lstStyle>
          <a:p>
            <a:pPr lvl="0"/>
            <a:r>
              <a:rPr lang="zh-CN" altLang="en-US" dirty="0"/>
              <a:t>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内容2">
    <p:bg>
      <p:bgPr>
        <a:blipFill dpi="0" rotWithShape="1">
          <a:blip r:embed="rId2" cstate="screen"/>
          <a:srcRect/>
          <a:stretch>
            <a:fillRect/>
          </a:stretch>
        </a:blipFill>
        <a:effectLst/>
      </p:bgPr>
    </p:bg>
    <p:spTree>
      <p:nvGrpSpPr>
        <p:cNvPr id="1" name=""/>
        <p:cNvGrpSpPr/>
        <p:nvPr/>
      </p:nvGrpSpPr>
      <p:grpSpPr>
        <a:xfrm>
          <a:off x="0" y="0"/>
          <a:ext cx="0" cy="0"/>
          <a:chOff x="0" y="0"/>
          <a:chExt cx="0" cy="0"/>
        </a:xfrm>
      </p:grpSpPr>
      <p:sp>
        <p:nvSpPr>
          <p:cNvPr id="6" name="文本占位符 7"/>
          <p:cNvSpPr>
            <a:spLocks noGrp="1"/>
          </p:cNvSpPr>
          <p:nvPr>
            <p:ph type="body" sz="quarter" idx="13" hasCustomPrompt="1"/>
          </p:nvPr>
        </p:nvSpPr>
        <p:spPr>
          <a:xfrm>
            <a:off x="179512" y="123478"/>
            <a:ext cx="7416824" cy="504056"/>
          </a:xfrm>
          <a:prstGeom prst="rect">
            <a:avLst/>
          </a:prstGeom>
        </p:spPr>
        <p:txBody>
          <a:bodyPr/>
          <a:lstStyle>
            <a:lvl1pPr>
              <a:buNone/>
              <a:defRPr sz="2800" b="1">
                <a:solidFill>
                  <a:schemeClr val="tx1">
                    <a:lumMod val="65000"/>
                    <a:lumOff val="35000"/>
                  </a:schemeClr>
                </a:solidFill>
                <a:latin typeface="微软雅黑" panose="020B0503020204020204" pitchFamily="34" charset="-122"/>
                <a:ea typeface="微软雅黑" panose="020B0503020204020204" pitchFamily="34" charset="-122"/>
              </a:defRPr>
            </a:lvl1pPr>
          </a:lstStyle>
          <a:p>
            <a:pPr lvl="0"/>
            <a:r>
              <a:rPr lang="zh-CN" altLang="en-US" dirty="0"/>
              <a:t>单击此处编辑小标题</a:t>
            </a:r>
          </a:p>
        </p:txBody>
      </p:sp>
      <p:sp>
        <p:nvSpPr>
          <p:cNvPr id="4" name="矩形 3"/>
          <p:cNvSpPr/>
          <p:nvPr userDrawn="1"/>
        </p:nvSpPr>
        <p:spPr>
          <a:xfrm>
            <a:off x="0" y="123478"/>
            <a:ext cx="107504" cy="470804"/>
          </a:xfrm>
          <a:prstGeom prst="rect">
            <a:avLst/>
          </a:prstGeom>
          <a:solidFill>
            <a:srgbClr val="AD283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 name="内容占位符 2"/>
          <p:cNvSpPr>
            <a:spLocks noGrp="1"/>
          </p:cNvSpPr>
          <p:nvPr>
            <p:ph sz="quarter" idx="14" hasCustomPrompt="1"/>
          </p:nvPr>
        </p:nvSpPr>
        <p:spPr>
          <a:xfrm>
            <a:off x="611560" y="1059582"/>
            <a:ext cx="7886700" cy="3500437"/>
          </a:xfrm>
          <a:prstGeom prst="rect">
            <a:avLst/>
          </a:prstGeom>
        </p:spPr>
        <p:txBody>
          <a:bodyPr/>
          <a:lstStyle>
            <a:lvl1pPr>
              <a:defRPr sz="1600">
                <a:solidFill>
                  <a:schemeClr val="tx1">
                    <a:lumMod val="75000"/>
                    <a:lumOff val="25000"/>
                  </a:schemeClr>
                </a:solidFill>
              </a:defRPr>
            </a:lvl1pPr>
            <a:lvl2pPr>
              <a:defRPr sz="1600">
                <a:solidFill>
                  <a:schemeClr val="tx1">
                    <a:lumMod val="75000"/>
                    <a:lumOff val="25000"/>
                  </a:schemeClr>
                </a:solidFill>
              </a:defRPr>
            </a:lvl2pPr>
            <a:lvl3pPr>
              <a:defRPr sz="1600">
                <a:solidFill>
                  <a:schemeClr val="tx1">
                    <a:lumMod val="75000"/>
                    <a:lumOff val="25000"/>
                  </a:schemeClr>
                </a:solidFill>
              </a:defRPr>
            </a:lvl3pPr>
            <a:lvl4pPr>
              <a:defRPr sz="1600">
                <a:solidFill>
                  <a:schemeClr val="tx1">
                    <a:lumMod val="75000"/>
                    <a:lumOff val="25000"/>
                  </a:schemeClr>
                </a:solidFill>
              </a:defRPr>
            </a:lvl4pPr>
            <a:lvl5pPr>
              <a:defRPr sz="1600">
                <a:solidFill>
                  <a:schemeClr val="tx1">
                    <a:lumMod val="75000"/>
                    <a:lumOff val="25000"/>
                  </a:schemeClr>
                </a:solidFill>
              </a:defRPr>
            </a:lvl5pPr>
          </a:lstStyle>
          <a:p>
            <a:pPr lvl="0"/>
            <a:r>
              <a:rPr lang="zh-CN" altLang="en-US" dirty="0"/>
              <a:t>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尾页">
    <p:bg>
      <p:bgPr>
        <a:blipFill dpi="0" rotWithShape="1">
          <a:blip r:embed="rId2"/>
          <a:srcRect/>
          <a:stretch>
            <a:fillRect/>
          </a:stretch>
        </a:blipFill>
        <a:effectLst/>
      </p:bgPr>
    </p:bg>
    <p:spTree>
      <p:nvGrpSpPr>
        <p:cNvPr id="1" name=""/>
        <p:cNvGrpSpPr/>
        <p:nvPr/>
      </p:nvGrpSpPr>
      <p:grpSpPr>
        <a:xfrm>
          <a:off x="0" y="0"/>
          <a:ext cx="0" cy="0"/>
          <a:chOff x="0" y="0"/>
          <a:chExt cx="0" cy="0"/>
        </a:xfrm>
      </p:grpSpPr>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a:xfrm>
            <a:off x="628650" y="274638"/>
            <a:ext cx="7886700" cy="993775"/>
          </a:xfrm>
          <a:prstGeom prst="rect">
            <a:avLst/>
          </a:prstGeom>
        </p:spPr>
        <p:txBody>
          <a:bodyPr/>
          <a:lstStyle/>
          <a:p>
            <a:r>
              <a:rPr lang="zh-CN" altLang="en-US"/>
              <a:t>单击此处编辑母版标题样式</a:t>
            </a:r>
          </a:p>
        </p:txBody>
      </p:sp>
    </p:spTree>
    <p:extLst>
      <p:ext uri="{BB962C8B-B14F-4D97-AF65-F5344CB8AC3E}">
        <p14:creationId xmlns:p14="http://schemas.microsoft.com/office/powerpoint/2010/main" val="129924702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9" Type="http://schemas.openxmlformats.org/officeDocument/2006/relationships/image" Target="../media/image1.jpe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dpi="0" rotWithShape="1">
          <a:blip r:embed="rId9" cstate="screen"/>
          <a:srcRect/>
          <a:stretch>
            <a:fillRect/>
          </a:stretch>
        </a:blipFill>
        <a:effectLst/>
      </p:bgPr>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8" Type="http://schemas.openxmlformats.org/officeDocument/2006/relationships/tags" Target="../tags/tag9.xml"/><Relationship Id="rId3" Type="http://schemas.openxmlformats.org/officeDocument/2006/relationships/tags" Target="../tags/tag4.xml"/><Relationship Id="rId7" Type="http://schemas.openxmlformats.org/officeDocument/2006/relationships/tags" Target="../tags/tag8.xml"/><Relationship Id="rId2" Type="http://schemas.openxmlformats.org/officeDocument/2006/relationships/tags" Target="../tags/tag3.xml"/><Relationship Id="rId1" Type="http://schemas.openxmlformats.org/officeDocument/2006/relationships/tags" Target="../tags/tag2.xml"/><Relationship Id="rId6" Type="http://schemas.openxmlformats.org/officeDocument/2006/relationships/tags" Target="../tags/tag7.xml"/><Relationship Id="rId11" Type="http://schemas.openxmlformats.org/officeDocument/2006/relationships/slide" Target="slide2.xml"/><Relationship Id="rId5" Type="http://schemas.openxmlformats.org/officeDocument/2006/relationships/tags" Target="../tags/tag6.xml"/><Relationship Id="rId10" Type="http://schemas.openxmlformats.org/officeDocument/2006/relationships/slideLayout" Target="../slideLayouts/slideLayout2.xml"/><Relationship Id="rId4" Type="http://schemas.openxmlformats.org/officeDocument/2006/relationships/tags" Target="../tags/tag5.xml"/><Relationship Id="rId9" Type="http://schemas.openxmlformats.org/officeDocument/2006/relationships/tags" Target="../tags/tag10.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5.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7.xml.rels><?xml version="1.0" encoding="UTF-8" standalone="yes"?>
<Relationships xmlns="http://schemas.openxmlformats.org/package/2006/relationships"><Relationship Id="rId3" Type="http://schemas.openxmlformats.org/officeDocument/2006/relationships/oleObject" Target="../embeddings/oleObject1.bin"/><Relationship Id="rId2" Type="http://schemas.openxmlformats.org/officeDocument/2006/relationships/slideLayout" Target="../slideLayouts/slideLayout5.xml"/><Relationship Id="rId1" Type="http://schemas.openxmlformats.org/officeDocument/2006/relationships/vmlDrawing" Target="../drawings/vmlDrawing1.vml"/><Relationship Id="rId4" Type="http://schemas.openxmlformats.org/officeDocument/2006/relationships/image" Target="../media/image6.wmf"/></Relationships>
</file>

<file path=ppt/slides/_rels/slide8.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5.xml"/></Relationships>
</file>

<file path=ppt/slides/_rels/slide9.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5.xml"/></Relationships>
</file>

<file path=ppt/slides/_rels/slide10.xml.rels><?xml version="1.0" encoding="UTF-8" standalone="yes"?>
<Relationships xmlns="http://schemas.openxmlformats.org/package/2006/relationships"><Relationship Id="rId2" Type="http://schemas.openxmlformats.org/officeDocument/2006/relationships/slideLayout" Target="../slideLayouts/slideLayout5.xml"/><Relationship Id="rId1" Type="http://schemas.openxmlformats.org/officeDocument/2006/relationships/tags" Target="../tags/tag1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5.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5.xml"/></Relationships>
</file>

<file path=ppt/slides/_rels/slide14.xml.rels><?xml version="1.0" encoding="UTF-8" standalone="yes"?>
<Relationships xmlns="http://schemas.openxmlformats.org/package/2006/relationships"><Relationship Id="rId3" Type="http://schemas.openxmlformats.org/officeDocument/2006/relationships/notesSlide" Target="../notesSlides/notesSlide6.xml"/><Relationship Id="rId2" Type="http://schemas.openxmlformats.org/officeDocument/2006/relationships/slideLayout" Target="../slideLayouts/slideLayout5.xml"/><Relationship Id="rId1" Type="http://schemas.openxmlformats.org/officeDocument/2006/relationships/tags" Target="../tags/tag12.xml"/></Relationships>
</file>

<file path=ppt/slides/_rels/slide15.xml.rels><?xml version="1.0" encoding="UTF-8" standalone="yes"?>
<Relationships xmlns="http://schemas.openxmlformats.org/package/2006/relationships"><Relationship Id="rId3" Type="http://schemas.openxmlformats.org/officeDocument/2006/relationships/notesSlide" Target="../notesSlides/notesSlide7.xml"/><Relationship Id="rId2" Type="http://schemas.openxmlformats.org/officeDocument/2006/relationships/slideLayout" Target="../slideLayouts/slideLayout5.xml"/><Relationship Id="rId1" Type="http://schemas.openxmlformats.org/officeDocument/2006/relationships/tags" Target="../tags/tag13.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5.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5.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5.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占位符 1"/>
          <p:cNvSpPr>
            <a:spLocks noGrp="1"/>
          </p:cNvSpPr>
          <p:nvPr>
            <p:ph type="body" sz="quarter" idx="11"/>
          </p:nvPr>
        </p:nvSpPr>
        <p:spPr>
          <a:xfrm>
            <a:off x="879089" y="1292768"/>
            <a:ext cx="7695719" cy="630910"/>
          </a:xfrm>
        </p:spPr>
        <p:txBody>
          <a:bodyPr/>
          <a:lstStyle/>
          <a:p>
            <a:pPr algn="ctr"/>
            <a:r>
              <a:rPr lang="zh-CN" altLang="en-US" dirty="0">
                <a:latin typeface="+mn-lt"/>
                <a:ea typeface="+mn-ea"/>
                <a:cs typeface="+mn-ea"/>
                <a:sym typeface="+mn-lt"/>
              </a:rPr>
              <a:t>基础能力培训</a:t>
            </a:r>
            <a:r>
              <a:rPr lang="en-US" altLang="zh-CN" dirty="0">
                <a:latin typeface="+mn-lt"/>
                <a:ea typeface="+mn-ea"/>
                <a:cs typeface="+mn-ea"/>
                <a:sym typeface="+mn-lt"/>
              </a:rPr>
              <a:t>—DVT</a:t>
            </a:r>
            <a:r>
              <a:rPr lang="zh-CN" altLang="en-US" dirty="0">
                <a:latin typeface="+mn-lt"/>
                <a:ea typeface="+mn-ea"/>
                <a:cs typeface="+mn-ea"/>
                <a:sym typeface="+mn-lt"/>
              </a:rPr>
              <a:t>流程</a:t>
            </a:r>
          </a:p>
        </p:txBody>
      </p:sp>
      <p:sp>
        <p:nvSpPr>
          <p:cNvPr id="3" name="文本占位符 2"/>
          <p:cNvSpPr>
            <a:spLocks noGrp="1"/>
          </p:cNvSpPr>
          <p:nvPr>
            <p:ph type="body" sz="quarter" idx="12"/>
          </p:nvPr>
        </p:nvSpPr>
        <p:spPr>
          <a:xfrm>
            <a:off x="6588224" y="3651870"/>
            <a:ext cx="2016448" cy="288032"/>
          </a:xfrm>
        </p:spPr>
        <p:txBody>
          <a:bodyPr/>
          <a:lstStyle/>
          <a:p>
            <a:r>
              <a:rPr lang="zh-CN" altLang="en-US" dirty="0">
                <a:latin typeface="+mn-lt"/>
                <a:ea typeface="+mn-ea"/>
                <a:cs typeface="+mn-ea"/>
                <a:sym typeface="+mn-lt"/>
              </a:rPr>
              <a:t>日期：</a:t>
            </a:r>
            <a:r>
              <a:rPr lang="en-US" altLang="zh-CN" smtClean="0">
                <a:latin typeface="+mn-lt"/>
                <a:ea typeface="+mn-ea"/>
                <a:cs typeface="+mn-ea"/>
                <a:sym typeface="+mn-lt"/>
              </a:rPr>
              <a:t>2020/5/23</a:t>
            </a:r>
            <a:endParaRPr lang="en-US" altLang="zh-CN" dirty="0">
              <a:latin typeface="+mn-lt"/>
              <a:ea typeface="+mn-ea"/>
              <a:cs typeface="+mn-ea"/>
              <a:sym typeface="+mn-lt"/>
            </a:endParaRPr>
          </a:p>
        </p:txBody>
      </p:sp>
      <p:sp>
        <p:nvSpPr>
          <p:cNvPr id="4" name="文本占位符 2"/>
          <p:cNvSpPr txBox="1"/>
          <p:nvPr/>
        </p:nvSpPr>
        <p:spPr>
          <a:xfrm>
            <a:off x="107504" y="57734"/>
            <a:ext cx="7344816" cy="706970"/>
          </a:xfrm>
          <a:prstGeom prst="rect">
            <a:avLst/>
          </a:prstGeom>
        </p:spPr>
        <p:txBody>
          <a:bodyPr/>
          <a:lstStyle>
            <a:lvl1pPr marL="0" indent="0" algn="l" defTabSz="914400" rtl="0" eaLnBrk="1" latinLnBrk="0" hangingPunct="1">
              <a:spcBef>
                <a:spcPct val="20000"/>
              </a:spcBef>
              <a:buFont typeface="Arial" panose="020B0604020202020204" pitchFamily="34" charset="0"/>
              <a:buNone/>
              <a:defRPr sz="2000" kern="1200">
                <a:solidFill>
                  <a:schemeClr val="tx1"/>
                </a:solidFill>
                <a:latin typeface="微软雅黑" panose="020B0503020204020204" pitchFamily="34" charset="-122"/>
                <a:ea typeface="微软雅黑" panose="020B0503020204020204" pitchFamily="34" charset="-122"/>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endParaRPr lang="zh-CN" altLang="en-US" sz="1600" dirty="0">
              <a:solidFill>
                <a:schemeClr val="bg1"/>
              </a:solidFill>
              <a:latin typeface="+mn-lt"/>
              <a:ea typeface="+mn-ea"/>
              <a:cs typeface="+mn-ea"/>
              <a:sym typeface="+mn-lt"/>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MH_Others_1"/>
          <p:cNvSpPr/>
          <p:nvPr>
            <p:custDataLst>
              <p:tags r:id="rId1"/>
            </p:custDataLst>
          </p:nvPr>
        </p:nvSpPr>
        <p:spPr>
          <a:xfrm>
            <a:off x="1769020" y="1674712"/>
            <a:ext cx="238125" cy="369396"/>
          </a:xfrm>
          <a:custGeom>
            <a:avLst/>
            <a:gdLst>
              <a:gd name="connsiteX0" fmla="*/ 203199 w 203199"/>
              <a:gd name="connsiteY0" fmla="*/ 0 h 210018"/>
              <a:gd name="connsiteX1" fmla="*/ 203199 w 203199"/>
              <a:gd name="connsiteY1" fmla="*/ 210018 h 210018"/>
              <a:gd name="connsiteX2" fmla="*/ 0 w 203199"/>
              <a:gd name="connsiteY2" fmla="*/ 210018 h 210018"/>
              <a:gd name="connsiteX3" fmla="*/ 0 w 203199"/>
              <a:gd name="connsiteY3" fmla="*/ 209707 h 210018"/>
            </a:gdLst>
            <a:ahLst/>
            <a:cxnLst>
              <a:cxn ang="0">
                <a:pos x="connsiteX0" y="connsiteY0"/>
              </a:cxn>
              <a:cxn ang="0">
                <a:pos x="connsiteX1" y="connsiteY1"/>
              </a:cxn>
              <a:cxn ang="0">
                <a:pos x="connsiteX2" y="connsiteY2"/>
              </a:cxn>
              <a:cxn ang="0">
                <a:pos x="connsiteX3" y="connsiteY3"/>
              </a:cxn>
            </a:cxnLst>
            <a:rect l="l" t="t" r="r" b="b"/>
            <a:pathLst>
              <a:path w="203199" h="210018">
                <a:moveTo>
                  <a:pt x="203199" y="0"/>
                </a:moveTo>
                <a:lnTo>
                  <a:pt x="203199" y="210018"/>
                </a:lnTo>
                <a:lnTo>
                  <a:pt x="0" y="210018"/>
                </a:lnTo>
                <a:lnTo>
                  <a:pt x="0" y="209707"/>
                </a:lnTo>
                <a:close/>
              </a:path>
            </a:pathLst>
          </a:custGeom>
          <a:solidFill>
            <a:srgbClr val="E4E4E4"/>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81000" tIns="0" rIns="0" bIns="0" numCol="1" spcCol="0" rtlCol="0" fromWordArt="0" anchor="ctr" anchorCtr="0" forceAA="0" compatLnSpc="1">
            <a:noAutofit/>
          </a:bodyPr>
          <a:lstStyle/>
          <a:p>
            <a:pPr algn="ctr"/>
            <a:endParaRPr lang="zh-CN" altLang="en-US" sz="1350">
              <a:cs typeface="+mn-ea"/>
              <a:sym typeface="+mn-lt"/>
            </a:endParaRPr>
          </a:p>
        </p:txBody>
      </p:sp>
      <p:sp>
        <p:nvSpPr>
          <p:cNvPr id="9" name="MH_Others_2"/>
          <p:cNvSpPr/>
          <p:nvPr>
            <p:custDataLst>
              <p:tags r:id="rId2"/>
            </p:custDataLst>
          </p:nvPr>
        </p:nvSpPr>
        <p:spPr>
          <a:xfrm>
            <a:off x="1769019" y="2343246"/>
            <a:ext cx="238125" cy="369396"/>
          </a:xfrm>
          <a:custGeom>
            <a:avLst/>
            <a:gdLst>
              <a:gd name="connsiteX0" fmla="*/ 203199 w 203199"/>
              <a:gd name="connsiteY0" fmla="*/ 0 h 210018"/>
              <a:gd name="connsiteX1" fmla="*/ 203199 w 203199"/>
              <a:gd name="connsiteY1" fmla="*/ 210018 h 210018"/>
              <a:gd name="connsiteX2" fmla="*/ 0 w 203199"/>
              <a:gd name="connsiteY2" fmla="*/ 210018 h 210018"/>
              <a:gd name="connsiteX3" fmla="*/ 0 w 203199"/>
              <a:gd name="connsiteY3" fmla="*/ 209707 h 210018"/>
            </a:gdLst>
            <a:ahLst/>
            <a:cxnLst>
              <a:cxn ang="0">
                <a:pos x="connsiteX0" y="connsiteY0"/>
              </a:cxn>
              <a:cxn ang="0">
                <a:pos x="connsiteX1" y="connsiteY1"/>
              </a:cxn>
              <a:cxn ang="0">
                <a:pos x="connsiteX2" y="connsiteY2"/>
              </a:cxn>
              <a:cxn ang="0">
                <a:pos x="connsiteX3" y="connsiteY3"/>
              </a:cxn>
            </a:cxnLst>
            <a:rect l="l" t="t" r="r" b="b"/>
            <a:pathLst>
              <a:path w="203199" h="210018">
                <a:moveTo>
                  <a:pt x="203199" y="0"/>
                </a:moveTo>
                <a:lnTo>
                  <a:pt x="203199" y="210018"/>
                </a:lnTo>
                <a:lnTo>
                  <a:pt x="0" y="210018"/>
                </a:lnTo>
                <a:lnTo>
                  <a:pt x="0" y="209707"/>
                </a:lnTo>
                <a:close/>
              </a:path>
            </a:pathLst>
          </a:custGeom>
          <a:solidFill>
            <a:srgbClr val="E4E4E4"/>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81000" tIns="0" rIns="0" bIns="0" numCol="1" spcCol="0" rtlCol="0" fromWordArt="0" anchor="ctr" anchorCtr="0" forceAA="0" compatLnSpc="1">
            <a:noAutofit/>
          </a:bodyPr>
          <a:lstStyle/>
          <a:p>
            <a:pPr algn="ctr"/>
            <a:endParaRPr lang="zh-CN" altLang="en-US" sz="1350">
              <a:cs typeface="+mn-ea"/>
              <a:sym typeface="+mn-lt"/>
            </a:endParaRPr>
          </a:p>
        </p:txBody>
      </p:sp>
      <p:sp>
        <p:nvSpPr>
          <p:cNvPr id="10" name="MH_Entry_1">
            <a:hlinkClick r:id="rId11" action="ppaction://hlinksldjump"/>
          </p:cNvPr>
          <p:cNvSpPr/>
          <p:nvPr>
            <p:custDataLst>
              <p:tags r:id="rId3"/>
            </p:custDataLst>
          </p:nvPr>
        </p:nvSpPr>
        <p:spPr>
          <a:xfrm>
            <a:off x="1835696" y="1635646"/>
            <a:ext cx="4972050" cy="408460"/>
          </a:xfrm>
          <a:custGeom>
            <a:avLst/>
            <a:gdLst>
              <a:gd name="connsiteX0" fmla="*/ 228599 w 6629400"/>
              <a:gd name="connsiteY0" fmla="*/ 126626 h 362857"/>
              <a:gd name="connsiteX1" fmla="*/ 228599 w 6629400"/>
              <a:gd name="connsiteY1" fmla="*/ 362857 h 362857"/>
              <a:gd name="connsiteX2" fmla="*/ 0 w 6629400"/>
              <a:gd name="connsiteY2" fmla="*/ 362857 h 362857"/>
              <a:gd name="connsiteX3" fmla="*/ 0 w 6629400"/>
              <a:gd name="connsiteY3" fmla="*/ 362546 h 362857"/>
              <a:gd name="connsiteX4" fmla="*/ 838200 w 6629400"/>
              <a:gd name="connsiteY4" fmla="*/ 0 h 362857"/>
              <a:gd name="connsiteX5" fmla="*/ 5791200 w 6629400"/>
              <a:gd name="connsiteY5" fmla="*/ 0 h 362857"/>
              <a:gd name="connsiteX6" fmla="*/ 6629400 w 6629400"/>
              <a:gd name="connsiteY6" fmla="*/ 0 h 362857"/>
              <a:gd name="connsiteX7" fmla="*/ 6629400 w 6629400"/>
              <a:gd name="connsiteY7" fmla="*/ 362857 h 362857"/>
              <a:gd name="connsiteX8" fmla="*/ 5791200 w 6629400"/>
              <a:gd name="connsiteY8" fmla="*/ 362857 h 362857"/>
              <a:gd name="connsiteX9" fmla="*/ 838200 w 6629400"/>
              <a:gd name="connsiteY9" fmla="*/ 362857 h 3628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629400" h="362857">
                <a:moveTo>
                  <a:pt x="228599" y="126626"/>
                </a:moveTo>
                <a:lnTo>
                  <a:pt x="228599" y="362857"/>
                </a:lnTo>
                <a:lnTo>
                  <a:pt x="0" y="362857"/>
                </a:lnTo>
                <a:lnTo>
                  <a:pt x="0" y="362546"/>
                </a:lnTo>
                <a:close/>
                <a:moveTo>
                  <a:pt x="838200" y="0"/>
                </a:moveTo>
                <a:lnTo>
                  <a:pt x="5791200" y="0"/>
                </a:lnTo>
                <a:lnTo>
                  <a:pt x="6629400" y="0"/>
                </a:lnTo>
                <a:lnTo>
                  <a:pt x="6629400" y="362857"/>
                </a:lnTo>
                <a:lnTo>
                  <a:pt x="5791200" y="362857"/>
                </a:lnTo>
                <a:lnTo>
                  <a:pt x="838200" y="362857"/>
                </a:lnTo>
                <a:close/>
              </a:path>
            </a:pathLst>
          </a:custGeom>
          <a:solidFill>
            <a:srgbClr val="AD2830"/>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75000" tIns="0" rIns="0" bIns="0" numCol="1" spcCol="0" rtlCol="0" fromWordArt="0" anchor="ctr" anchorCtr="0" forceAA="0" compatLnSpc="1">
            <a:normAutofit/>
          </a:bodyPr>
          <a:lstStyle/>
          <a:p>
            <a:endParaRPr lang="zh-CN" altLang="en-US" sz="1600" spc="150" dirty="0">
              <a:solidFill>
                <a:srgbClr val="FFFFFF"/>
              </a:solidFill>
              <a:cs typeface="+mn-ea"/>
              <a:sym typeface="+mn-lt"/>
            </a:endParaRPr>
          </a:p>
        </p:txBody>
      </p:sp>
      <p:sp>
        <p:nvSpPr>
          <p:cNvPr id="11" name="MH_Number_1">
            <a:hlinkClick r:id="rId11" action="ppaction://hlinksldjump"/>
          </p:cNvPr>
          <p:cNvSpPr/>
          <p:nvPr>
            <p:custDataLst>
              <p:tags r:id="rId4"/>
            </p:custDataLst>
          </p:nvPr>
        </p:nvSpPr>
        <p:spPr>
          <a:xfrm>
            <a:off x="2007146" y="1635646"/>
            <a:ext cx="457201" cy="408461"/>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rmAutofit/>
          </a:bodyPr>
          <a:lstStyle/>
          <a:p>
            <a:pPr algn="ctr"/>
            <a:r>
              <a:rPr lang="en-US" altLang="zh-CN" sz="2100" dirty="0">
                <a:solidFill>
                  <a:schemeClr val="tx1">
                    <a:lumMod val="75000"/>
                    <a:lumOff val="25000"/>
                  </a:schemeClr>
                </a:solidFill>
                <a:cs typeface="+mn-ea"/>
                <a:sym typeface="+mn-lt"/>
              </a:rPr>
              <a:t>01</a:t>
            </a:r>
            <a:endParaRPr lang="zh-CN" altLang="en-US" sz="2100" dirty="0">
              <a:solidFill>
                <a:schemeClr val="tx1">
                  <a:lumMod val="75000"/>
                  <a:lumOff val="25000"/>
                </a:schemeClr>
              </a:solidFill>
              <a:cs typeface="+mn-ea"/>
              <a:sym typeface="+mn-lt"/>
            </a:endParaRPr>
          </a:p>
        </p:txBody>
      </p:sp>
      <p:sp>
        <p:nvSpPr>
          <p:cNvPr id="12" name="MH_Entry_2">
            <a:hlinkClick r:id="rId11" action="ppaction://hlinksldjump"/>
          </p:cNvPr>
          <p:cNvSpPr/>
          <p:nvPr>
            <p:custDataLst>
              <p:tags r:id="rId5"/>
            </p:custDataLst>
          </p:nvPr>
        </p:nvSpPr>
        <p:spPr>
          <a:xfrm>
            <a:off x="1835696" y="2304182"/>
            <a:ext cx="4972050" cy="408460"/>
          </a:xfrm>
          <a:custGeom>
            <a:avLst/>
            <a:gdLst>
              <a:gd name="connsiteX0" fmla="*/ 228599 w 6629400"/>
              <a:gd name="connsiteY0" fmla="*/ 126626 h 362857"/>
              <a:gd name="connsiteX1" fmla="*/ 228599 w 6629400"/>
              <a:gd name="connsiteY1" fmla="*/ 362857 h 362857"/>
              <a:gd name="connsiteX2" fmla="*/ 0 w 6629400"/>
              <a:gd name="connsiteY2" fmla="*/ 362857 h 362857"/>
              <a:gd name="connsiteX3" fmla="*/ 0 w 6629400"/>
              <a:gd name="connsiteY3" fmla="*/ 362546 h 362857"/>
              <a:gd name="connsiteX4" fmla="*/ 838200 w 6629400"/>
              <a:gd name="connsiteY4" fmla="*/ 0 h 362857"/>
              <a:gd name="connsiteX5" fmla="*/ 5791200 w 6629400"/>
              <a:gd name="connsiteY5" fmla="*/ 0 h 362857"/>
              <a:gd name="connsiteX6" fmla="*/ 6629400 w 6629400"/>
              <a:gd name="connsiteY6" fmla="*/ 0 h 362857"/>
              <a:gd name="connsiteX7" fmla="*/ 6629400 w 6629400"/>
              <a:gd name="connsiteY7" fmla="*/ 362857 h 362857"/>
              <a:gd name="connsiteX8" fmla="*/ 5791200 w 6629400"/>
              <a:gd name="connsiteY8" fmla="*/ 362857 h 362857"/>
              <a:gd name="connsiteX9" fmla="*/ 838200 w 6629400"/>
              <a:gd name="connsiteY9" fmla="*/ 362857 h 3628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629400" h="362857">
                <a:moveTo>
                  <a:pt x="228599" y="126626"/>
                </a:moveTo>
                <a:lnTo>
                  <a:pt x="228599" y="362857"/>
                </a:lnTo>
                <a:lnTo>
                  <a:pt x="0" y="362857"/>
                </a:lnTo>
                <a:lnTo>
                  <a:pt x="0" y="362546"/>
                </a:lnTo>
                <a:close/>
                <a:moveTo>
                  <a:pt x="838200" y="0"/>
                </a:moveTo>
                <a:lnTo>
                  <a:pt x="5791200" y="0"/>
                </a:lnTo>
                <a:lnTo>
                  <a:pt x="6629400" y="0"/>
                </a:lnTo>
                <a:lnTo>
                  <a:pt x="6629400" y="362857"/>
                </a:lnTo>
                <a:lnTo>
                  <a:pt x="5791200" y="362857"/>
                </a:lnTo>
                <a:lnTo>
                  <a:pt x="838200" y="362857"/>
                </a:lnTo>
                <a:close/>
              </a:path>
            </a:pathLst>
          </a:custGeom>
          <a:solidFill>
            <a:srgbClr val="AD2830"/>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75000" tIns="0" rIns="0" bIns="0" numCol="1" spcCol="0" rtlCol="0" fromWordArt="0" anchor="ctr" anchorCtr="0" forceAA="0" compatLnSpc="1">
            <a:normAutofit/>
          </a:bodyPr>
          <a:lstStyle/>
          <a:p>
            <a:endParaRPr lang="zh-CN" altLang="en-US" sz="1600" spc="150" dirty="0">
              <a:solidFill>
                <a:srgbClr val="FFFFFF"/>
              </a:solidFill>
              <a:cs typeface="+mn-ea"/>
              <a:sym typeface="+mn-lt"/>
            </a:endParaRPr>
          </a:p>
        </p:txBody>
      </p:sp>
      <p:sp>
        <p:nvSpPr>
          <p:cNvPr id="13" name="MH_Number_2">
            <a:hlinkClick r:id="rId11" action="ppaction://hlinksldjump"/>
          </p:cNvPr>
          <p:cNvSpPr/>
          <p:nvPr>
            <p:custDataLst>
              <p:tags r:id="rId6"/>
            </p:custDataLst>
          </p:nvPr>
        </p:nvSpPr>
        <p:spPr>
          <a:xfrm>
            <a:off x="2007146" y="2274886"/>
            <a:ext cx="457201" cy="408461"/>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rmAutofit/>
          </a:bodyPr>
          <a:lstStyle/>
          <a:p>
            <a:pPr algn="ctr"/>
            <a:r>
              <a:rPr lang="en-US" altLang="zh-CN" sz="2100" dirty="0">
                <a:solidFill>
                  <a:schemeClr val="tx1">
                    <a:lumMod val="75000"/>
                    <a:lumOff val="25000"/>
                  </a:schemeClr>
                </a:solidFill>
                <a:cs typeface="+mn-ea"/>
                <a:sym typeface="+mn-lt"/>
              </a:rPr>
              <a:t>02</a:t>
            </a:r>
            <a:endParaRPr lang="zh-CN" altLang="en-US" sz="2100" dirty="0">
              <a:solidFill>
                <a:schemeClr val="tx1">
                  <a:lumMod val="75000"/>
                  <a:lumOff val="25000"/>
                </a:schemeClr>
              </a:solidFill>
              <a:cs typeface="+mn-ea"/>
              <a:sym typeface="+mn-lt"/>
            </a:endParaRPr>
          </a:p>
        </p:txBody>
      </p:sp>
      <p:sp>
        <p:nvSpPr>
          <p:cNvPr id="14" name="MH_Others_2"/>
          <p:cNvSpPr/>
          <p:nvPr>
            <p:custDataLst>
              <p:tags r:id="rId7"/>
            </p:custDataLst>
          </p:nvPr>
        </p:nvSpPr>
        <p:spPr>
          <a:xfrm>
            <a:off x="1769019" y="3011926"/>
            <a:ext cx="238125" cy="369396"/>
          </a:xfrm>
          <a:custGeom>
            <a:avLst/>
            <a:gdLst>
              <a:gd name="connsiteX0" fmla="*/ 203199 w 203199"/>
              <a:gd name="connsiteY0" fmla="*/ 0 h 210018"/>
              <a:gd name="connsiteX1" fmla="*/ 203199 w 203199"/>
              <a:gd name="connsiteY1" fmla="*/ 210018 h 210018"/>
              <a:gd name="connsiteX2" fmla="*/ 0 w 203199"/>
              <a:gd name="connsiteY2" fmla="*/ 210018 h 210018"/>
              <a:gd name="connsiteX3" fmla="*/ 0 w 203199"/>
              <a:gd name="connsiteY3" fmla="*/ 209707 h 210018"/>
            </a:gdLst>
            <a:ahLst/>
            <a:cxnLst>
              <a:cxn ang="0">
                <a:pos x="connsiteX0" y="connsiteY0"/>
              </a:cxn>
              <a:cxn ang="0">
                <a:pos x="connsiteX1" y="connsiteY1"/>
              </a:cxn>
              <a:cxn ang="0">
                <a:pos x="connsiteX2" y="connsiteY2"/>
              </a:cxn>
              <a:cxn ang="0">
                <a:pos x="connsiteX3" y="connsiteY3"/>
              </a:cxn>
            </a:cxnLst>
            <a:rect l="l" t="t" r="r" b="b"/>
            <a:pathLst>
              <a:path w="203199" h="210018">
                <a:moveTo>
                  <a:pt x="203199" y="0"/>
                </a:moveTo>
                <a:lnTo>
                  <a:pt x="203199" y="210018"/>
                </a:lnTo>
                <a:lnTo>
                  <a:pt x="0" y="210018"/>
                </a:lnTo>
                <a:lnTo>
                  <a:pt x="0" y="209707"/>
                </a:lnTo>
                <a:close/>
              </a:path>
            </a:pathLst>
          </a:custGeom>
          <a:solidFill>
            <a:srgbClr val="E4E4E4"/>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81000" tIns="0" rIns="0" bIns="0" numCol="1" spcCol="0" rtlCol="0" fromWordArt="0" anchor="ctr" anchorCtr="0" forceAA="0" compatLnSpc="1">
            <a:noAutofit/>
          </a:bodyPr>
          <a:lstStyle/>
          <a:p>
            <a:pPr algn="ctr"/>
            <a:endParaRPr lang="zh-CN" altLang="en-US" sz="1350">
              <a:cs typeface="+mn-ea"/>
              <a:sym typeface="+mn-lt"/>
            </a:endParaRPr>
          </a:p>
        </p:txBody>
      </p:sp>
      <p:sp>
        <p:nvSpPr>
          <p:cNvPr id="15" name="MH_Entry_2">
            <a:hlinkClick r:id="rId11" action="ppaction://hlinksldjump"/>
          </p:cNvPr>
          <p:cNvSpPr/>
          <p:nvPr>
            <p:custDataLst>
              <p:tags r:id="rId8"/>
            </p:custDataLst>
          </p:nvPr>
        </p:nvSpPr>
        <p:spPr>
          <a:xfrm>
            <a:off x="1835696" y="2972720"/>
            <a:ext cx="4972050" cy="408460"/>
          </a:xfrm>
          <a:custGeom>
            <a:avLst/>
            <a:gdLst>
              <a:gd name="connsiteX0" fmla="*/ 228599 w 6629400"/>
              <a:gd name="connsiteY0" fmla="*/ 126626 h 362857"/>
              <a:gd name="connsiteX1" fmla="*/ 228599 w 6629400"/>
              <a:gd name="connsiteY1" fmla="*/ 362857 h 362857"/>
              <a:gd name="connsiteX2" fmla="*/ 0 w 6629400"/>
              <a:gd name="connsiteY2" fmla="*/ 362857 h 362857"/>
              <a:gd name="connsiteX3" fmla="*/ 0 w 6629400"/>
              <a:gd name="connsiteY3" fmla="*/ 362546 h 362857"/>
              <a:gd name="connsiteX4" fmla="*/ 838200 w 6629400"/>
              <a:gd name="connsiteY4" fmla="*/ 0 h 362857"/>
              <a:gd name="connsiteX5" fmla="*/ 5791200 w 6629400"/>
              <a:gd name="connsiteY5" fmla="*/ 0 h 362857"/>
              <a:gd name="connsiteX6" fmla="*/ 6629400 w 6629400"/>
              <a:gd name="connsiteY6" fmla="*/ 0 h 362857"/>
              <a:gd name="connsiteX7" fmla="*/ 6629400 w 6629400"/>
              <a:gd name="connsiteY7" fmla="*/ 362857 h 362857"/>
              <a:gd name="connsiteX8" fmla="*/ 5791200 w 6629400"/>
              <a:gd name="connsiteY8" fmla="*/ 362857 h 362857"/>
              <a:gd name="connsiteX9" fmla="*/ 838200 w 6629400"/>
              <a:gd name="connsiteY9" fmla="*/ 362857 h 3628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629400" h="362857">
                <a:moveTo>
                  <a:pt x="228599" y="126626"/>
                </a:moveTo>
                <a:lnTo>
                  <a:pt x="228599" y="362857"/>
                </a:lnTo>
                <a:lnTo>
                  <a:pt x="0" y="362857"/>
                </a:lnTo>
                <a:lnTo>
                  <a:pt x="0" y="362546"/>
                </a:lnTo>
                <a:close/>
                <a:moveTo>
                  <a:pt x="838200" y="0"/>
                </a:moveTo>
                <a:lnTo>
                  <a:pt x="5791200" y="0"/>
                </a:lnTo>
                <a:lnTo>
                  <a:pt x="6629400" y="0"/>
                </a:lnTo>
                <a:lnTo>
                  <a:pt x="6629400" y="362857"/>
                </a:lnTo>
                <a:lnTo>
                  <a:pt x="5791200" y="362857"/>
                </a:lnTo>
                <a:lnTo>
                  <a:pt x="838200" y="362857"/>
                </a:lnTo>
                <a:close/>
              </a:path>
            </a:pathLst>
          </a:custGeom>
          <a:solidFill>
            <a:srgbClr val="AD2830"/>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75000" tIns="0" rIns="0" bIns="0" numCol="1" spcCol="0" rtlCol="0" fromWordArt="0" anchor="ctr" anchorCtr="0" forceAA="0" compatLnSpc="1">
            <a:normAutofit/>
          </a:bodyPr>
          <a:lstStyle/>
          <a:p>
            <a:endParaRPr lang="zh-CN" altLang="en-US" sz="1600" spc="150" dirty="0">
              <a:solidFill>
                <a:srgbClr val="FFFFFF"/>
              </a:solidFill>
              <a:cs typeface="+mn-ea"/>
              <a:sym typeface="+mn-lt"/>
            </a:endParaRPr>
          </a:p>
        </p:txBody>
      </p:sp>
      <p:sp>
        <p:nvSpPr>
          <p:cNvPr id="16" name="MH_Number_2">
            <a:hlinkClick r:id="rId11" action="ppaction://hlinksldjump"/>
          </p:cNvPr>
          <p:cNvSpPr/>
          <p:nvPr>
            <p:custDataLst>
              <p:tags r:id="rId9"/>
            </p:custDataLst>
          </p:nvPr>
        </p:nvSpPr>
        <p:spPr>
          <a:xfrm>
            <a:off x="2007146" y="2953189"/>
            <a:ext cx="457201" cy="408461"/>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rmAutofit/>
          </a:bodyPr>
          <a:lstStyle/>
          <a:p>
            <a:pPr algn="ctr"/>
            <a:r>
              <a:rPr lang="en-US" altLang="zh-CN" sz="2100" dirty="0">
                <a:solidFill>
                  <a:schemeClr val="tx1">
                    <a:lumMod val="75000"/>
                    <a:lumOff val="25000"/>
                  </a:schemeClr>
                </a:solidFill>
                <a:cs typeface="+mn-ea"/>
                <a:sym typeface="+mn-lt"/>
              </a:rPr>
              <a:t>03</a:t>
            </a:r>
            <a:endParaRPr lang="zh-CN" altLang="en-US" sz="2100" dirty="0">
              <a:solidFill>
                <a:schemeClr val="tx1">
                  <a:lumMod val="75000"/>
                  <a:lumOff val="25000"/>
                </a:schemeClr>
              </a:solidFill>
              <a:cs typeface="+mn-ea"/>
              <a:sym typeface="+mn-lt"/>
            </a:endParaRPr>
          </a:p>
        </p:txBody>
      </p:sp>
      <p:sp>
        <p:nvSpPr>
          <p:cNvPr id="2" name="文本占位符 1"/>
          <p:cNvSpPr>
            <a:spLocks noGrp="1"/>
          </p:cNvSpPr>
          <p:nvPr>
            <p:ph type="body" sz="quarter" idx="13"/>
          </p:nvPr>
        </p:nvSpPr>
        <p:spPr>
          <a:xfrm>
            <a:off x="179512" y="123478"/>
            <a:ext cx="7560840" cy="470804"/>
          </a:xfrm>
        </p:spPr>
        <p:txBody>
          <a:bodyPr/>
          <a:lstStyle/>
          <a:p>
            <a:r>
              <a:rPr lang="zh-CN" altLang="en-US" dirty="0">
                <a:latin typeface="+mn-lt"/>
                <a:ea typeface="+mn-ea"/>
                <a:cs typeface="+mn-ea"/>
                <a:sym typeface="+mn-lt"/>
              </a:rPr>
              <a:t>目录</a:t>
            </a:r>
          </a:p>
        </p:txBody>
      </p:sp>
      <p:sp>
        <p:nvSpPr>
          <p:cNvPr id="3" name="文本占位符 2"/>
          <p:cNvSpPr>
            <a:spLocks noGrp="1"/>
          </p:cNvSpPr>
          <p:nvPr>
            <p:ph type="body" sz="quarter" idx="12"/>
          </p:nvPr>
        </p:nvSpPr>
        <p:spPr>
          <a:xfrm>
            <a:off x="2464347" y="1635644"/>
            <a:ext cx="4343399" cy="408462"/>
          </a:xfrm>
        </p:spPr>
        <p:txBody>
          <a:bodyPr/>
          <a:lstStyle/>
          <a:p>
            <a:r>
              <a:rPr lang="en-US" altLang="zh-CN" dirty="0">
                <a:latin typeface="+mn-lt"/>
                <a:ea typeface="+mn-ea"/>
                <a:cs typeface="+mn-ea"/>
                <a:sym typeface="+mn-lt"/>
              </a:rPr>
              <a:t>DVT</a:t>
            </a:r>
            <a:r>
              <a:rPr lang="zh-CN" altLang="en-US" dirty="0">
                <a:latin typeface="+mn-lt"/>
                <a:ea typeface="+mn-ea"/>
                <a:cs typeface="+mn-ea"/>
                <a:sym typeface="+mn-lt"/>
              </a:rPr>
              <a:t>概念及工期划分</a:t>
            </a:r>
          </a:p>
        </p:txBody>
      </p:sp>
      <p:sp>
        <p:nvSpPr>
          <p:cNvPr id="4" name="文本占位符 3"/>
          <p:cNvSpPr>
            <a:spLocks noGrp="1"/>
          </p:cNvSpPr>
          <p:nvPr>
            <p:ph type="body" sz="quarter" idx="14"/>
          </p:nvPr>
        </p:nvSpPr>
        <p:spPr>
          <a:xfrm>
            <a:off x="2464347" y="2304180"/>
            <a:ext cx="4343399" cy="398697"/>
          </a:xfrm>
        </p:spPr>
        <p:txBody>
          <a:bodyPr/>
          <a:lstStyle/>
          <a:p>
            <a:r>
              <a:rPr lang="en-US" altLang="zh-CN" dirty="0">
                <a:latin typeface="+mn-lt"/>
                <a:ea typeface="+mn-ea"/>
                <a:cs typeface="+mn-ea"/>
                <a:sym typeface="+mn-lt"/>
              </a:rPr>
              <a:t>DVT</a:t>
            </a:r>
            <a:r>
              <a:rPr lang="zh-CN" altLang="en-US" dirty="0">
                <a:latin typeface="+mn-lt"/>
                <a:ea typeface="+mn-ea"/>
                <a:cs typeface="+mn-ea"/>
                <a:sym typeface="+mn-lt"/>
              </a:rPr>
              <a:t>主要工作</a:t>
            </a:r>
          </a:p>
        </p:txBody>
      </p:sp>
      <p:sp>
        <p:nvSpPr>
          <p:cNvPr id="5" name="文本占位符 4"/>
          <p:cNvSpPr>
            <a:spLocks noGrp="1"/>
          </p:cNvSpPr>
          <p:nvPr>
            <p:ph type="body" sz="quarter" idx="15"/>
          </p:nvPr>
        </p:nvSpPr>
        <p:spPr>
          <a:xfrm>
            <a:off x="2464347" y="2972718"/>
            <a:ext cx="4343399" cy="408462"/>
          </a:xfrm>
        </p:spPr>
        <p:txBody>
          <a:bodyPr/>
          <a:lstStyle/>
          <a:p>
            <a:r>
              <a:rPr lang="en-US" altLang="zh-CN" dirty="0">
                <a:latin typeface="+mn-lt"/>
                <a:ea typeface="+mn-ea"/>
                <a:cs typeface="+mn-ea"/>
                <a:sym typeface="+mn-lt"/>
              </a:rPr>
              <a:t>PVT</a:t>
            </a:r>
            <a:r>
              <a:rPr lang="zh-CN" altLang="en-US" dirty="0">
                <a:latin typeface="+mn-lt"/>
                <a:ea typeface="+mn-ea"/>
                <a:cs typeface="+mn-ea"/>
                <a:sym typeface="+mn-lt"/>
              </a:rPr>
              <a:t>准入条件</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占位符 2"/>
          <p:cNvSpPr>
            <a:spLocks noGrp="1"/>
          </p:cNvSpPr>
          <p:nvPr>
            <p:ph type="body" sz="quarter" idx="11"/>
          </p:nvPr>
        </p:nvSpPr>
        <p:spPr>
          <a:xfrm>
            <a:off x="935596" y="2068032"/>
            <a:ext cx="7272807" cy="623248"/>
          </a:xfrm>
        </p:spPr>
        <p:txBody>
          <a:bodyPr/>
          <a:lstStyle/>
          <a:p>
            <a:r>
              <a:rPr lang="en-US" altLang="zh-CN" dirty="0">
                <a:latin typeface="+mn-lt"/>
                <a:ea typeface="+mn-ea"/>
                <a:cs typeface="+mn-ea"/>
                <a:sym typeface="+mn-lt"/>
              </a:rPr>
              <a:t>DVT</a:t>
            </a:r>
            <a:r>
              <a:rPr lang="zh-CN" altLang="en-US" dirty="0">
                <a:latin typeface="+mn-lt"/>
                <a:ea typeface="+mn-ea"/>
                <a:cs typeface="+mn-ea"/>
                <a:sym typeface="+mn-lt"/>
              </a:rPr>
              <a:t>概念及工期划分</a:t>
            </a:r>
          </a:p>
        </p:txBody>
      </p:sp>
    </p:spTree>
    <p:extLst>
      <p:ext uri="{BB962C8B-B14F-4D97-AF65-F5344CB8AC3E}">
        <p14:creationId xmlns:p14="http://schemas.microsoft.com/office/powerpoint/2010/main" val="398639741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 name="右箭头 80"/>
          <p:cNvSpPr/>
          <p:nvPr/>
        </p:nvSpPr>
        <p:spPr>
          <a:xfrm>
            <a:off x="343230" y="2974591"/>
            <a:ext cx="390314" cy="206194"/>
          </a:xfrm>
          <a:prstGeom prst="rightArrow">
            <a:avLst/>
          </a:prstGeom>
          <a:solidFill>
            <a:schemeClr val="tx2">
              <a:lumMod val="40000"/>
              <a:lumOff val="60000"/>
            </a:schemeClr>
          </a:solidFill>
          <a:ln>
            <a:solidFill>
              <a:schemeClr val="tx2">
                <a:lumMod val="40000"/>
                <a:lumOff val="6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2" name="文本占位符 1"/>
          <p:cNvSpPr>
            <a:spLocks noGrp="1"/>
          </p:cNvSpPr>
          <p:nvPr>
            <p:ph type="body" sz="quarter" idx="13"/>
          </p:nvPr>
        </p:nvSpPr>
        <p:spPr/>
        <p:txBody>
          <a:bodyPr/>
          <a:lstStyle/>
          <a:p>
            <a:r>
              <a:rPr lang="en-US" altLang="zh-CN" dirty="0">
                <a:latin typeface="+mn-lt"/>
                <a:ea typeface="+mn-ea"/>
                <a:cs typeface="+mn-ea"/>
                <a:sym typeface="+mn-lt"/>
              </a:rPr>
              <a:t>DVT</a:t>
            </a:r>
            <a:r>
              <a:rPr lang="zh-CN" altLang="en-US" dirty="0">
                <a:latin typeface="+mn-lt"/>
                <a:ea typeface="+mn-ea"/>
                <a:cs typeface="+mn-ea"/>
                <a:sym typeface="+mn-lt"/>
              </a:rPr>
              <a:t>概念及工期划分</a:t>
            </a:r>
          </a:p>
        </p:txBody>
      </p:sp>
      <p:sp>
        <p:nvSpPr>
          <p:cNvPr id="71" name="文本框 29"/>
          <p:cNvSpPr txBox="1">
            <a:spLocks noChangeArrowheads="1"/>
          </p:cNvSpPr>
          <p:nvPr/>
        </p:nvSpPr>
        <p:spPr bwMode="auto">
          <a:xfrm>
            <a:off x="395536" y="627534"/>
            <a:ext cx="8007888" cy="98167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marL="285750" indent="-285750">
              <a:defRPr>
                <a:solidFill>
                  <a:schemeClr val="tx1"/>
                </a:solidFill>
                <a:latin typeface="等线" panose="02010600030101010101" pitchFamily="2" charset="-122"/>
                <a:ea typeface="等线" panose="02010600030101010101" pitchFamily="2" charset="-122"/>
              </a:defRPr>
            </a:lvl1pPr>
            <a:lvl2pPr>
              <a:defRPr>
                <a:solidFill>
                  <a:schemeClr val="tx1"/>
                </a:solidFill>
                <a:latin typeface="等线" panose="02010600030101010101" pitchFamily="2" charset="-122"/>
                <a:ea typeface="等线" panose="02010600030101010101" pitchFamily="2" charset="-122"/>
              </a:defRPr>
            </a:lvl2pPr>
            <a:lvl3pPr>
              <a:defRPr>
                <a:solidFill>
                  <a:schemeClr val="tx1"/>
                </a:solidFill>
                <a:latin typeface="等线" panose="02010600030101010101" pitchFamily="2" charset="-122"/>
                <a:ea typeface="等线" panose="02010600030101010101" pitchFamily="2" charset="-122"/>
              </a:defRPr>
            </a:lvl3pPr>
            <a:lvl4pPr>
              <a:defRPr>
                <a:solidFill>
                  <a:schemeClr val="tx1"/>
                </a:solidFill>
                <a:latin typeface="等线" panose="02010600030101010101" pitchFamily="2" charset="-122"/>
                <a:ea typeface="等线" panose="02010600030101010101" pitchFamily="2" charset="-122"/>
              </a:defRPr>
            </a:lvl4pPr>
            <a:lvl5pPr>
              <a:defRPr>
                <a:solidFill>
                  <a:schemeClr val="tx1"/>
                </a:solidFill>
                <a:latin typeface="等线" panose="02010600030101010101" pitchFamily="2" charset="-122"/>
                <a:ea typeface="等线" panose="02010600030101010101" pitchFamily="2" charset="-122"/>
              </a:defRPr>
            </a:lvl5pPr>
            <a:lvl6pPr fontAlgn="base">
              <a:spcBef>
                <a:spcPct val="0"/>
              </a:spcBef>
              <a:spcAft>
                <a:spcPct val="0"/>
              </a:spcAft>
              <a:defRPr>
                <a:solidFill>
                  <a:schemeClr val="tx1"/>
                </a:solidFill>
                <a:latin typeface="等线" panose="02010600030101010101" pitchFamily="2" charset="-122"/>
                <a:ea typeface="等线" panose="02010600030101010101" pitchFamily="2" charset="-122"/>
              </a:defRPr>
            </a:lvl6pPr>
            <a:lvl7pPr fontAlgn="base">
              <a:spcBef>
                <a:spcPct val="0"/>
              </a:spcBef>
              <a:spcAft>
                <a:spcPct val="0"/>
              </a:spcAft>
              <a:defRPr>
                <a:solidFill>
                  <a:schemeClr val="tx1"/>
                </a:solidFill>
                <a:latin typeface="等线" panose="02010600030101010101" pitchFamily="2" charset="-122"/>
                <a:ea typeface="等线" panose="02010600030101010101" pitchFamily="2" charset="-122"/>
              </a:defRPr>
            </a:lvl7pPr>
            <a:lvl8pPr fontAlgn="base">
              <a:spcBef>
                <a:spcPct val="0"/>
              </a:spcBef>
              <a:spcAft>
                <a:spcPct val="0"/>
              </a:spcAft>
              <a:defRPr>
                <a:solidFill>
                  <a:schemeClr val="tx1"/>
                </a:solidFill>
                <a:latin typeface="等线" panose="02010600030101010101" pitchFamily="2" charset="-122"/>
                <a:ea typeface="等线" panose="02010600030101010101" pitchFamily="2" charset="-122"/>
              </a:defRPr>
            </a:lvl8pPr>
            <a:lvl9pPr fontAlgn="base">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a:lnSpc>
                <a:spcPct val="150000"/>
              </a:lnSpc>
              <a:buFont typeface="Wingdings" panose="05000000000000000000" pitchFamily="2" charset="2"/>
              <a:buChar char="l"/>
            </a:pPr>
            <a:r>
              <a:rPr lang="en-US" altLang="zh-CN" sz="1400" b="1" dirty="0">
                <a:solidFill>
                  <a:schemeClr val="tx1">
                    <a:lumMod val="75000"/>
                    <a:lumOff val="25000"/>
                  </a:schemeClr>
                </a:solidFill>
                <a:latin typeface="+mn-lt"/>
                <a:ea typeface="+mn-ea"/>
                <a:cs typeface="+mn-ea"/>
                <a:sym typeface="+mn-lt"/>
              </a:rPr>
              <a:t>DVT(Design Verification Test)</a:t>
            </a:r>
            <a:r>
              <a:rPr lang="zh-CN" altLang="en-US" sz="1400" dirty="0">
                <a:solidFill>
                  <a:schemeClr val="tx1">
                    <a:lumMod val="75000"/>
                    <a:lumOff val="25000"/>
                  </a:schemeClr>
                </a:solidFill>
                <a:latin typeface="+mn-lt"/>
                <a:ea typeface="+mn-ea"/>
                <a:cs typeface="+mn-ea"/>
                <a:sym typeface="+mn-lt"/>
              </a:rPr>
              <a:t>设计验证测试，</a:t>
            </a:r>
            <a:r>
              <a:rPr lang="zh-CN" altLang="en-US" sz="1200" dirty="0">
                <a:solidFill>
                  <a:schemeClr val="tx1">
                    <a:lumMod val="75000"/>
                    <a:lumOff val="25000"/>
                  </a:schemeClr>
                </a:solidFill>
                <a:latin typeface="+mn-lt"/>
                <a:ea typeface="+mn-ea"/>
                <a:cs typeface="+mn-ea"/>
                <a:sym typeface="+mn-lt"/>
              </a:rPr>
              <a:t>解决样品在</a:t>
            </a:r>
            <a:r>
              <a:rPr lang="en-US" altLang="zh-CN" sz="1200" dirty="0">
                <a:solidFill>
                  <a:schemeClr val="tx1">
                    <a:lumMod val="75000"/>
                    <a:lumOff val="25000"/>
                  </a:schemeClr>
                </a:solidFill>
                <a:latin typeface="+mn-lt"/>
                <a:ea typeface="+mn-ea"/>
                <a:cs typeface="+mn-ea"/>
                <a:sym typeface="+mn-lt"/>
              </a:rPr>
              <a:t>EVT</a:t>
            </a:r>
            <a:r>
              <a:rPr lang="zh-CN" altLang="en-US" sz="1200" dirty="0">
                <a:solidFill>
                  <a:schemeClr val="tx1">
                    <a:lumMod val="75000"/>
                    <a:lumOff val="25000"/>
                  </a:schemeClr>
                </a:solidFill>
                <a:latin typeface="+mn-lt"/>
                <a:ea typeface="+mn-ea"/>
                <a:cs typeface="+mn-ea"/>
                <a:sym typeface="+mn-lt"/>
              </a:rPr>
              <a:t>阶段的问题后进行，这一阶段主要验证整机功能的完整性和设计的正确性，产品形态基本定型，可以达到送测标准；</a:t>
            </a:r>
            <a:endParaRPr lang="en-US" altLang="zh-CN" sz="1400" dirty="0">
              <a:solidFill>
                <a:schemeClr val="tx1">
                  <a:lumMod val="75000"/>
                  <a:lumOff val="25000"/>
                </a:schemeClr>
              </a:solidFill>
              <a:latin typeface="+mn-lt"/>
              <a:ea typeface="+mn-ea"/>
              <a:cs typeface="+mn-ea"/>
              <a:sym typeface="+mn-lt"/>
            </a:endParaRPr>
          </a:p>
          <a:p>
            <a:pPr>
              <a:lnSpc>
                <a:spcPct val="150000"/>
              </a:lnSpc>
              <a:buFont typeface="Wingdings" panose="05000000000000000000" pitchFamily="2" charset="2"/>
              <a:buChar char="l"/>
            </a:pPr>
            <a:r>
              <a:rPr lang="en-US" altLang="zh-CN" sz="1400" b="1" dirty="0">
                <a:solidFill>
                  <a:schemeClr val="tx1">
                    <a:lumMod val="75000"/>
                    <a:lumOff val="25000"/>
                  </a:schemeClr>
                </a:solidFill>
                <a:latin typeface="+mn-lt"/>
                <a:ea typeface="+mn-ea"/>
                <a:cs typeface="+mn-ea"/>
                <a:sym typeface="+mn-lt"/>
              </a:rPr>
              <a:t>DVT</a:t>
            </a:r>
            <a:r>
              <a:rPr lang="zh-CN" altLang="en-US" sz="1400" b="1" dirty="0">
                <a:solidFill>
                  <a:schemeClr val="tx1">
                    <a:lumMod val="75000"/>
                    <a:lumOff val="25000"/>
                  </a:schemeClr>
                </a:solidFill>
                <a:latin typeface="+mn-lt"/>
                <a:ea typeface="+mn-ea"/>
                <a:cs typeface="+mn-ea"/>
                <a:sym typeface="+mn-lt"/>
              </a:rPr>
              <a:t>周期（标准工期：</a:t>
            </a:r>
            <a:r>
              <a:rPr lang="en-US" altLang="zh-CN" sz="1400" b="1" dirty="0">
                <a:solidFill>
                  <a:schemeClr val="tx1">
                    <a:lumMod val="75000"/>
                    <a:lumOff val="25000"/>
                  </a:schemeClr>
                </a:solidFill>
                <a:latin typeface="+mn-lt"/>
                <a:ea typeface="+mn-ea"/>
                <a:cs typeface="+mn-ea"/>
                <a:sym typeface="+mn-lt"/>
              </a:rPr>
              <a:t>12</a:t>
            </a:r>
            <a:r>
              <a:rPr lang="zh-CN" altLang="en-US" sz="1400" b="1" dirty="0">
                <a:solidFill>
                  <a:schemeClr val="tx1">
                    <a:lumMod val="75000"/>
                    <a:lumOff val="25000"/>
                  </a:schemeClr>
                </a:solidFill>
                <a:latin typeface="+mn-lt"/>
                <a:ea typeface="+mn-ea"/>
                <a:cs typeface="+mn-ea"/>
                <a:sym typeface="+mn-lt"/>
              </a:rPr>
              <a:t>周）</a:t>
            </a:r>
            <a:endParaRPr lang="en-US" altLang="zh-CN" sz="1400" b="1" dirty="0">
              <a:solidFill>
                <a:schemeClr val="tx1">
                  <a:lumMod val="75000"/>
                  <a:lumOff val="25000"/>
                </a:schemeClr>
              </a:solidFill>
              <a:latin typeface="+mn-lt"/>
              <a:ea typeface="+mn-ea"/>
              <a:cs typeface="+mn-ea"/>
              <a:sym typeface="+mn-lt"/>
            </a:endParaRPr>
          </a:p>
        </p:txBody>
      </p:sp>
      <p:graphicFrame>
        <p:nvGraphicFramePr>
          <p:cNvPr id="3" name="表格 2"/>
          <p:cNvGraphicFramePr>
            <a:graphicFrameLocks noGrp="1"/>
          </p:cNvGraphicFramePr>
          <p:nvPr>
            <p:extLst>
              <p:ext uri="{D42A27DB-BD31-4B8C-83A1-F6EECF244321}">
                <p14:modId xmlns:p14="http://schemas.microsoft.com/office/powerpoint/2010/main" val="185317"/>
              </p:ext>
            </p:extLst>
          </p:nvPr>
        </p:nvGraphicFramePr>
        <p:xfrm>
          <a:off x="343229" y="1707654"/>
          <a:ext cx="8132110" cy="2880320"/>
        </p:xfrm>
        <a:graphic>
          <a:graphicData uri="http://schemas.openxmlformats.org/drawingml/2006/table">
            <a:tbl>
              <a:tblPr firstRow="1" bandRow="1">
                <a:tableStyleId>{5C22544A-7EE6-4342-B048-85BDC9FD1C3A}</a:tableStyleId>
              </a:tblPr>
              <a:tblGrid>
                <a:gridCol w="377930">
                  <a:extLst>
                    <a:ext uri="{9D8B030D-6E8A-4147-A177-3AD203B41FA5}">
                      <a16:colId xmlns:a16="http://schemas.microsoft.com/office/drawing/2014/main" xmlns="" val="898584963"/>
                    </a:ext>
                  </a:extLst>
                </a:gridCol>
                <a:gridCol w="585382">
                  <a:extLst>
                    <a:ext uri="{9D8B030D-6E8A-4147-A177-3AD203B41FA5}">
                      <a16:colId xmlns:a16="http://schemas.microsoft.com/office/drawing/2014/main" xmlns="" val="3673292109"/>
                    </a:ext>
                  </a:extLst>
                </a:gridCol>
                <a:gridCol w="585382">
                  <a:extLst>
                    <a:ext uri="{9D8B030D-6E8A-4147-A177-3AD203B41FA5}">
                      <a16:colId xmlns:a16="http://schemas.microsoft.com/office/drawing/2014/main" xmlns="" val="1020949310"/>
                    </a:ext>
                  </a:extLst>
                </a:gridCol>
                <a:gridCol w="585382">
                  <a:extLst>
                    <a:ext uri="{9D8B030D-6E8A-4147-A177-3AD203B41FA5}">
                      <a16:colId xmlns:a16="http://schemas.microsoft.com/office/drawing/2014/main" xmlns="" val="3683074341"/>
                    </a:ext>
                  </a:extLst>
                </a:gridCol>
                <a:gridCol w="585382">
                  <a:extLst>
                    <a:ext uri="{9D8B030D-6E8A-4147-A177-3AD203B41FA5}">
                      <a16:colId xmlns:a16="http://schemas.microsoft.com/office/drawing/2014/main" xmlns="" val="1821825963"/>
                    </a:ext>
                  </a:extLst>
                </a:gridCol>
                <a:gridCol w="585382">
                  <a:extLst>
                    <a:ext uri="{9D8B030D-6E8A-4147-A177-3AD203B41FA5}">
                      <a16:colId xmlns:a16="http://schemas.microsoft.com/office/drawing/2014/main" xmlns="" val="2065625844"/>
                    </a:ext>
                  </a:extLst>
                </a:gridCol>
                <a:gridCol w="585382">
                  <a:extLst>
                    <a:ext uri="{9D8B030D-6E8A-4147-A177-3AD203B41FA5}">
                      <a16:colId xmlns:a16="http://schemas.microsoft.com/office/drawing/2014/main" xmlns="" val="3169718729"/>
                    </a:ext>
                  </a:extLst>
                </a:gridCol>
                <a:gridCol w="585382">
                  <a:extLst>
                    <a:ext uri="{9D8B030D-6E8A-4147-A177-3AD203B41FA5}">
                      <a16:colId xmlns:a16="http://schemas.microsoft.com/office/drawing/2014/main" xmlns="" val="3473688751"/>
                    </a:ext>
                  </a:extLst>
                </a:gridCol>
                <a:gridCol w="585382">
                  <a:extLst>
                    <a:ext uri="{9D8B030D-6E8A-4147-A177-3AD203B41FA5}">
                      <a16:colId xmlns:a16="http://schemas.microsoft.com/office/drawing/2014/main" xmlns="" val="3036016720"/>
                    </a:ext>
                  </a:extLst>
                </a:gridCol>
                <a:gridCol w="585382">
                  <a:extLst>
                    <a:ext uri="{9D8B030D-6E8A-4147-A177-3AD203B41FA5}">
                      <a16:colId xmlns:a16="http://schemas.microsoft.com/office/drawing/2014/main" xmlns="" val="3318977312"/>
                    </a:ext>
                  </a:extLst>
                </a:gridCol>
                <a:gridCol w="643562">
                  <a:extLst>
                    <a:ext uri="{9D8B030D-6E8A-4147-A177-3AD203B41FA5}">
                      <a16:colId xmlns:a16="http://schemas.microsoft.com/office/drawing/2014/main" xmlns="" val="20010"/>
                    </a:ext>
                  </a:extLst>
                </a:gridCol>
                <a:gridCol w="643562">
                  <a:extLst>
                    <a:ext uri="{9D8B030D-6E8A-4147-A177-3AD203B41FA5}">
                      <a16:colId xmlns:a16="http://schemas.microsoft.com/office/drawing/2014/main" xmlns="" val="20011"/>
                    </a:ext>
                  </a:extLst>
                </a:gridCol>
                <a:gridCol w="643562">
                  <a:extLst>
                    <a:ext uri="{9D8B030D-6E8A-4147-A177-3AD203B41FA5}">
                      <a16:colId xmlns:a16="http://schemas.microsoft.com/office/drawing/2014/main" xmlns="" val="20012"/>
                    </a:ext>
                  </a:extLst>
                </a:gridCol>
                <a:gridCol w="555056">
                  <a:extLst>
                    <a:ext uri="{9D8B030D-6E8A-4147-A177-3AD203B41FA5}">
                      <a16:colId xmlns:a16="http://schemas.microsoft.com/office/drawing/2014/main" xmlns="" val="3950995722"/>
                    </a:ext>
                  </a:extLst>
                </a:gridCol>
              </a:tblGrid>
              <a:tr h="370840">
                <a:tc>
                  <a:txBody>
                    <a:bodyPr/>
                    <a:lstStyle/>
                    <a:p>
                      <a:pPr algn="ctr"/>
                      <a:endParaRPr lang="zh-CN" altLang="en-US" sz="1200" dirty="0">
                        <a:latin typeface="+mn-lt"/>
                        <a:ea typeface="+mn-ea"/>
                        <a:cs typeface="+mn-ea"/>
                        <a:sym typeface="+mn-lt"/>
                      </a:endParaRPr>
                    </a:p>
                  </a:txBody>
                  <a:tcPr anchor="ctr">
                    <a:solidFill>
                      <a:srgbClr val="AD2830"/>
                    </a:solidFill>
                  </a:tcPr>
                </a:tc>
                <a:tc>
                  <a:txBody>
                    <a:bodyPr/>
                    <a:lstStyle/>
                    <a:p>
                      <a:pPr algn="ctr"/>
                      <a:r>
                        <a:rPr lang="en-US" altLang="zh-CN" sz="1400" dirty="0">
                          <a:latin typeface="+mn-lt"/>
                          <a:ea typeface="+mn-ea"/>
                          <a:cs typeface="+mn-ea"/>
                          <a:sym typeface="+mn-lt"/>
                        </a:rPr>
                        <a:t>W1</a:t>
                      </a:r>
                      <a:endParaRPr lang="zh-CN" altLang="en-US" sz="1400" dirty="0">
                        <a:latin typeface="+mn-lt"/>
                        <a:ea typeface="+mn-ea"/>
                        <a:cs typeface="+mn-ea"/>
                        <a:sym typeface="+mn-lt"/>
                      </a:endParaRPr>
                    </a:p>
                  </a:txBody>
                  <a:tcPr anchor="ctr">
                    <a:solidFill>
                      <a:srgbClr val="AD2830"/>
                    </a:solidFill>
                  </a:tcPr>
                </a:tc>
                <a:tc>
                  <a:txBody>
                    <a:bodyPr/>
                    <a:lstStyle/>
                    <a:p>
                      <a:pPr algn="ctr"/>
                      <a:r>
                        <a:rPr lang="en-US" altLang="zh-CN" sz="1400" dirty="0">
                          <a:latin typeface="+mn-lt"/>
                          <a:ea typeface="+mn-ea"/>
                          <a:cs typeface="+mn-ea"/>
                          <a:sym typeface="+mn-lt"/>
                        </a:rPr>
                        <a:t>W2</a:t>
                      </a:r>
                      <a:endParaRPr lang="zh-CN" altLang="en-US" sz="1400" dirty="0">
                        <a:latin typeface="+mn-lt"/>
                        <a:ea typeface="+mn-ea"/>
                        <a:cs typeface="+mn-ea"/>
                        <a:sym typeface="+mn-lt"/>
                      </a:endParaRPr>
                    </a:p>
                  </a:txBody>
                  <a:tcPr anchor="ctr">
                    <a:solidFill>
                      <a:srgbClr val="AD2830"/>
                    </a:solidFill>
                  </a:tcPr>
                </a:tc>
                <a:tc>
                  <a:txBody>
                    <a:bodyPr/>
                    <a:lstStyle/>
                    <a:p>
                      <a:pPr algn="ctr"/>
                      <a:r>
                        <a:rPr lang="en-US" altLang="zh-CN" sz="1400" dirty="0">
                          <a:latin typeface="+mn-lt"/>
                          <a:ea typeface="+mn-ea"/>
                          <a:cs typeface="+mn-ea"/>
                          <a:sym typeface="+mn-lt"/>
                        </a:rPr>
                        <a:t>W3</a:t>
                      </a:r>
                      <a:endParaRPr lang="zh-CN" altLang="en-US" sz="1400" dirty="0">
                        <a:latin typeface="+mn-lt"/>
                        <a:ea typeface="+mn-ea"/>
                        <a:cs typeface="+mn-ea"/>
                        <a:sym typeface="+mn-lt"/>
                      </a:endParaRPr>
                    </a:p>
                  </a:txBody>
                  <a:tcPr anchor="ctr">
                    <a:solidFill>
                      <a:srgbClr val="AD2830"/>
                    </a:solidFill>
                  </a:tcPr>
                </a:tc>
                <a:tc>
                  <a:txBody>
                    <a:bodyPr/>
                    <a:lstStyle/>
                    <a:p>
                      <a:pPr algn="ctr"/>
                      <a:r>
                        <a:rPr lang="en-US" altLang="zh-CN" sz="1400" dirty="0">
                          <a:latin typeface="+mn-lt"/>
                          <a:ea typeface="+mn-ea"/>
                          <a:cs typeface="+mn-ea"/>
                          <a:sym typeface="+mn-lt"/>
                        </a:rPr>
                        <a:t>W4</a:t>
                      </a:r>
                      <a:endParaRPr lang="zh-CN" altLang="en-US" sz="1400" dirty="0">
                        <a:latin typeface="+mn-lt"/>
                        <a:ea typeface="+mn-ea"/>
                        <a:cs typeface="+mn-ea"/>
                        <a:sym typeface="+mn-lt"/>
                      </a:endParaRPr>
                    </a:p>
                  </a:txBody>
                  <a:tcPr anchor="ctr">
                    <a:solidFill>
                      <a:srgbClr val="AD2830"/>
                    </a:solidFill>
                  </a:tcPr>
                </a:tc>
                <a:tc>
                  <a:txBody>
                    <a:bodyPr/>
                    <a:lstStyle/>
                    <a:p>
                      <a:pPr algn="ctr"/>
                      <a:r>
                        <a:rPr lang="en-US" altLang="zh-CN" sz="1400" dirty="0">
                          <a:latin typeface="+mn-lt"/>
                          <a:ea typeface="+mn-ea"/>
                          <a:cs typeface="+mn-ea"/>
                          <a:sym typeface="+mn-lt"/>
                        </a:rPr>
                        <a:t>W5</a:t>
                      </a:r>
                      <a:endParaRPr lang="zh-CN" altLang="en-US" sz="1400" dirty="0">
                        <a:latin typeface="+mn-lt"/>
                        <a:ea typeface="+mn-ea"/>
                        <a:cs typeface="+mn-ea"/>
                        <a:sym typeface="+mn-lt"/>
                      </a:endParaRPr>
                    </a:p>
                  </a:txBody>
                  <a:tcPr anchor="ctr">
                    <a:solidFill>
                      <a:srgbClr val="AD2830"/>
                    </a:solidFill>
                  </a:tcPr>
                </a:tc>
                <a:tc>
                  <a:txBody>
                    <a:bodyPr/>
                    <a:lstStyle/>
                    <a:p>
                      <a:pPr algn="ctr"/>
                      <a:r>
                        <a:rPr lang="en-US" altLang="zh-CN" sz="1400" dirty="0">
                          <a:latin typeface="+mn-lt"/>
                          <a:ea typeface="+mn-ea"/>
                          <a:cs typeface="+mn-ea"/>
                          <a:sym typeface="+mn-lt"/>
                        </a:rPr>
                        <a:t>W6</a:t>
                      </a:r>
                      <a:endParaRPr lang="zh-CN" altLang="en-US" sz="1400" dirty="0">
                        <a:latin typeface="+mn-lt"/>
                        <a:ea typeface="+mn-ea"/>
                        <a:cs typeface="+mn-ea"/>
                        <a:sym typeface="+mn-lt"/>
                      </a:endParaRPr>
                    </a:p>
                  </a:txBody>
                  <a:tcPr anchor="ctr">
                    <a:solidFill>
                      <a:srgbClr val="AD2830"/>
                    </a:solidFill>
                  </a:tcPr>
                </a:tc>
                <a:tc>
                  <a:txBody>
                    <a:bodyPr/>
                    <a:lstStyle/>
                    <a:p>
                      <a:pPr algn="ctr"/>
                      <a:r>
                        <a:rPr lang="en-US" altLang="zh-CN" sz="1400" dirty="0">
                          <a:latin typeface="+mn-lt"/>
                          <a:ea typeface="+mn-ea"/>
                          <a:cs typeface="+mn-ea"/>
                          <a:sym typeface="+mn-lt"/>
                        </a:rPr>
                        <a:t>W7</a:t>
                      </a:r>
                      <a:endParaRPr lang="zh-CN" altLang="en-US" sz="1400" dirty="0">
                        <a:latin typeface="+mn-lt"/>
                        <a:ea typeface="+mn-ea"/>
                        <a:cs typeface="+mn-ea"/>
                        <a:sym typeface="+mn-lt"/>
                      </a:endParaRPr>
                    </a:p>
                  </a:txBody>
                  <a:tcPr anchor="ctr">
                    <a:solidFill>
                      <a:srgbClr val="AD2830"/>
                    </a:solidFill>
                  </a:tcPr>
                </a:tc>
                <a:tc>
                  <a:txBody>
                    <a:bodyPr/>
                    <a:lstStyle/>
                    <a:p>
                      <a:pPr algn="ctr"/>
                      <a:r>
                        <a:rPr lang="en-US" altLang="zh-CN" sz="1400" dirty="0">
                          <a:latin typeface="+mn-lt"/>
                          <a:ea typeface="+mn-ea"/>
                          <a:cs typeface="+mn-ea"/>
                          <a:sym typeface="+mn-lt"/>
                        </a:rPr>
                        <a:t>W8</a:t>
                      </a:r>
                      <a:endParaRPr lang="zh-CN" altLang="en-US" sz="1400" dirty="0">
                        <a:latin typeface="+mn-lt"/>
                        <a:ea typeface="+mn-ea"/>
                        <a:cs typeface="+mn-ea"/>
                        <a:sym typeface="+mn-lt"/>
                      </a:endParaRPr>
                    </a:p>
                  </a:txBody>
                  <a:tcPr anchor="ctr">
                    <a:solidFill>
                      <a:srgbClr val="AD2830"/>
                    </a:solidFill>
                  </a:tcPr>
                </a:tc>
                <a:tc>
                  <a:txBody>
                    <a:bodyPr/>
                    <a:lstStyle/>
                    <a:p>
                      <a:pPr algn="ctr"/>
                      <a:r>
                        <a:rPr lang="en-US" altLang="zh-CN" sz="1400" dirty="0">
                          <a:latin typeface="+mn-lt"/>
                          <a:ea typeface="+mn-ea"/>
                          <a:cs typeface="+mn-ea"/>
                          <a:sym typeface="+mn-lt"/>
                        </a:rPr>
                        <a:t>W9</a:t>
                      </a:r>
                      <a:endParaRPr lang="zh-CN" altLang="en-US" sz="1400" dirty="0">
                        <a:latin typeface="+mn-lt"/>
                        <a:ea typeface="+mn-ea"/>
                        <a:cs typeface="+mn-ea"/>
                        <a:sym typeface="+mn-lt"/>
                      </a:endParaRPr>
                    </a:p>
                  </a:txBody>
                  <a:tcPr anchor="ctr">
                    <a:solidFill>
                      <a:srgbClr val="AD2830"/>
                    </a:solidFill>
                  </a:tcPr>
                </a:tc>
                <a:tc>
                  <a:txBody>
                    <a:bodyPr/>
                    <a:lstStyle/>
                    <a:p>
                      <a:pPr algn="ctr"/>
                      <a:r>
                        <a:rPr lang="en-US" altLang="zh-CN" sz="1400" dirty="0">
                          <a:latin typeface="+mn-lt"/>
                          <a:ea typeface="+mn-ea"/>
                          <a:cs typeface="+mn-ea"/>
                          <a:sym typeface="+mn-lt"/>
                        </a:rPr>
                        <a:t>W10</a:t>
                      </a:r>
                      <a:endParaRPr lang="zh-CN" altLang="en-US" sz="1400" dirty="0">
                        <a:latin typeface="+mn-lt"/>
                        <a:ea typeface="+mn-ea"/>
                        <a:cs typeface="+mn-ea"/>
                        <a:sym typeface="+mn-lt"/>
                      </a:endParaRPr>
                    </a:p>
                  </a:txBody>
                  <a:tcPr anchor="ctr">
                    <a:solidFill>
                      <a:srgbClr val="AD2830"/>
                    </a:solidFill>
                  </a:tcPr>
                </a:tc>
                <a:tc>
                  <a:txBody>
                    <a:bodyPr/>
                    <a:lstStyle/>
                    <a:p>
                      <a:pPr algn="ctr"/>
                      <a:r>
                        <a:rPr lang="en-US" altLang="zh-CN" sz="1400" dirty="0">
                          <a:latin typeface="+mn-lt"/>
                          <a:ea typeface="+mn-ea"/>
                          <a:cs typeface="+mn-ea"/>
                          <a:sym typeface="+mn-lt"/>
                        </a:rPr>
                        <a:t>W11</a:t>
                      </a:r>
                      <a:endParaRPr lang="zh-CN" altLang="en-US" sz="1400" dirty="0">
                        <a:latin typeface="+mn-lt"/>
                        <a:ea typeface="+mn-ea"/>
                        <a:cs typeface="+mn-ea"/>
                        <a:sym typeface="+mn-lt"/>
                      </a:endParaRPr>
                    </a:p>
                  </a:txBody>
                  <a:tcPr anchor="ctr">
                    <a:solidFill>
                      <a:srgbClr val="AD2830"/>
                    </a:solidFill>
                  </a:tcPr>
                </a:tc>
                <a:tc>
                  <a:txBody>
                    <a:bodyPr/>
                    <a:lstStyle/>
                    <a:p>
                      <a:pPr algn="ctr"/>
                      <a:r>
                        <a:rPr lang="en-US" altLang="zh-CN" sz="1400" dirty="0">
                          <a:latin typeface="+mn-lt"/>
                          <a:ea typeface="+mn-ea"/>
                          <a:cs typeface="+mn-ea"/>
                          <a:sym typeface="+mn-lt"/>
                        </a:rPr>
                        <a:t>W12</a:t>
                      </a:r>
                      <a:endParaRPr lang="zh-CN" altLang="en-US" sz="1400" dirty="0">
                        <a:latin typeface="+mn-lt"/>
                        <a:ea typeface="+mn-ea"/>
                        <a:cs typeface="+mn-ea"/>
                        <a:sym typeface="+mn-lt"/>
                      </a:endParaRPr>
                    </a:p>
                  </a:txBody>
                  <a:tcPr anchor="ctr">
                    <a:solidFill>
                      <a:srgbClr val="AD2830"/>
                    </a:solidFill>
                  </a:tcPr>
                </a:tc>
                <a:tc>
                  <a:txBody>
                    <a:bodyPr/>
                    <a:lstStyle/>
                    <a:p>
                      <a:pPr algn="ctr"/>
                      <a:r>
                        <a:rPr lang="en-US" altLang="zh-CN" sz="1200" dirty="0">
                          <a:latin typeface="+mn-lt"/>
                          <a:ea typeface="+mn-ea"/>
                          <a:cs typeface="+mn-ea"/>
                          <a:sym typeface="+mn-lt"/>
                        </a:rPr>
                        <a:t>W13</a:t>
                      </a:r>
                      <a:endParaRPr lang="zh-CN" altLang="en-US" sz="1200" dirty="0">
                        <a:latin typeface="+mn-lt"/>
                        <a:ea typeface="+mn-ea"/>
                        <a:cs typeface="+mn-ea"/>
                        <a:sym typeface="+mn-lt"/>
                      </a:endParaRPr>
                    </a:p>
                  </a:txBody>
                  <a:tcPr anchor="ctr">
                    <a:solidFill>
                      <a:srgbClr val="AD2830"/>
                    </a:solidFill>
                  </a:tcPr>
                </a:tc>
                <a:extLst>
                  <a:ext uri="{0D108BD9-81ED-4DB2-BD59-A6C34878D82A}">
                    <a16:rowId xmlns:a16="http://schemas.microsoft.com/office/drawing/2014/main" xmlns="" val="3823509739"/>
                  </a:ext>
                </a:extLst>
              </a:tr>
              <a:tr h="2509480">
                <a:tc>
                  <a:txBody>
                    <a:bodyPr/>
                    <a:lstStyle/>
                    <a:p>
                      <a:endParaRPr lang="zh-CN" altLang="en-US" dirty="0">
                        <a:latin typeface="+mn-lt"/>
                        <a:ea typeface="+mn-ea"/>
                        <a:cs typeface="+mn-ea"/>
                        <a:sym typeface="+mn-lt"/>
                      </a:endParaRPr>
                    </a:p>
                  </a:txBody>
                  <a:tcPr>
                    <a:solidFill>
                      <a:schemeClr val="bg1">
                        <a:lumMod val="95000"/>
                      </a:schemeClr>
                    </a:solidFill>
                  </a:tcPr>
                </a:tc>
                <a:tc>
                  <a:txBody>
                    <a:bodyPr/>
                    <a:lstStyle/>
                    <a:p>
                      <a:endParaRPr lang="zh-CN" altLang="en-US" dirty="0">
                        <a:latin typeface="+mn-lt"/>
                        <a:ea typeface="+mn-ea"/>
                        <a:cs typeface="+mn-ea"/>
                        <a:sym typeface="+mn-lt"/>
                      </a:endParaRPr>
                    </a:p>
                  </a:txBody>
                  <a:tcPr>
                    <a:solidFill>
                      <a:schemeClr val="bg1">
                        <a:lumMod val="95000"/>
                      </a:schemeClr>
                    </a:solidFill>
                  </a:tcPr>
                </a:tc>
                <a:tc>
                  <a:txBody>
                    <a:bodyPr/>
                    <a:lstStyle/>
                    <a:p>
                      <a:endParaRPr lang="zh-CN" altLang="en-US" dirty="0">
                        <a:latin typeface="+mn-lt"/>
                        <a:ea typeface="+mn-ea"/>
                        <a:cs typeface="+mn-ea"/>
                        <a:sym typeface="+mn-lt"/>
                      </a:endParaRPr>
                    </a:p>
                  </a:txBody>
                  <a:tcPr>
                    <a:solidFill>
                      <a:schemeClr val="bg1">
                        <a:lumMod val="95000"/>
                      </a:schemeClr>
                    </a:solidFill>
                  </a:tcPr>
                </a:tc>
                <a:tc>
                  <a:txBody>
                    <a:bodyPr/>
                    <a:lstStyle/>
                    <a:p>
                      <a:endParaRPr lang="zh-CN" altLang="en-US" dirty="0">
                        <a:latin typeface="+mn-lt"/>
                        <a:ea typeface="+mn-ea"/>
                        <a:cs typeface="+mn-ea"/>
                        <a:sym typeface="+mn-lt"/>
                      </a:endParaRPr>
                    </a:p>
                  </a:txBody>
                  <a:tcPr>
                    <a:solidFill>
                      <a:schemeClr val="bg1">
                        <a:lumMod val="95000"/>
                      </a:schemeClr>
                    </a:solidFill>
                  </a:tcPr>
                </a:tc>
                <a:tc>
                  <a:txBody>
                    <a:bodyPr/>
                    <a:lstStyle/>
                    <a:p>
                      <a:endParaRPr lang="zh-CN" altLang="en-US" dirty="0">
                        <a:latin typeface="+mn-lt"/>
                        <a:ea typeface="+mn-ea"/>
                        <a:cs typeface="+mn-ea"/>
                        <a:sym typeface="+mn-lt"/>
                      </a:endParaRPr>
                    </a:p>
                  </a:txBody>
                  <a:tcPr>
                    <a:solidFill>
                      <a:schemeClr val="bg1">
                        <a:lumMod val="95000"/>
                      </a:schemeClr>
                    </a:solidFill>
                  </a:tcPr>
                </a:tc>
                <a:tc>
                  <a:txBody>
                    <a:bodyPr/>
                    <a:lstStyle/>
                    <a:p>
                      <a:endParaRPr lang="zh-CN" altLang="en-US" dirty="0">
                        <a:latin typeface="+mn-lt"/>
                        <a:ea typeface="+mn-ea"/>
                        <a:cs typeface="+mn-ea"/>
                        <a:sym typeface="+mn-lt"/>
                      </a:endParaRPr>
                    </a:p>
                  </a:txBody>
                  <a:tcPr>
                    <a:solidFill>
                      <a:schemeClr val="bg1">
                        <a:lumMod val="95000"/>
                      </a:schemeClr>
                    </a:solidFill>
                  </a:tcPr>
                </a:tc>
                <a:tc>
                  <a:txBody>
                    <a:bodyPr/>
                    <a:lstStyle/>
                    <a:p>
                      <a:endParaRPr lang="zh-CN" altLang="en-US" dirty="0">
                        <a:latin typeface="+mn-lt"/>
                        <a:ea typeface="+mn-ea"/>
                        <a:cs typeface="+mn-ea"/>
                        <a:sym typeface="+mn-lt"/>
                      </a:endParaRPr>
                    </a:p>
                  </a:txBody>
                  <a:tcPr>
                    <a:solidFill>
                      <a:schemeClr val="bg1">
                        <a:lumMod val="95000"/>
                      </a:schemeClr>
                    </a:solidFill>
                  </a:tcPr>
                </a:tc>
                <a:tc>
                  <a:txBody>
                    <a:bodyPr/>
                    <a:lstStyle/>
                    <a:p>
                      <a:endParaRPr lang="zh-CN" altLang="en-US" dirty="0">
                        <a:latin typeface="+mn-lt"/>
                        <a:ea typeface="+mn-ea"/>
                        <a:cs typeface="+mn-ea"/>
                        <a:sym typeface="+mn-lt"/>
                      </a:endParaRPr>
                    </a:p>
                  </a:txBody>
                  <a:tcPr>
                    <a:solidFill>
                      <a:schemeClr val="bg1">
                        <a:lumMod val="95000"/>
                      </a:schemeClr>
                    </a:solidFill>
                  </a:tcPr>
                </a:tc>
                <a:tc>
                  <a:txBody>
                    <a:bodyPr/>
                    <a:lstStyle/>
                    <a:p>
                      <a:endParaRPr lang="zh-CN" altLang="en-US" dirty="0">
                        <a:latin typeface="+mn-lt"/>
                        <a:ea typeface="+mn-ea"/>
                        <a:cs typeface="+mn-ea"/>
                        <a:sym typeface="+mn-lt"/>
                      </a:endParaRPr>
                    </a:p>
                  </a:txBody>
                  <a:tcPr>
                    <a:solidFill>
                      <a:schemeClr val="bg1">
                        <a:lumMod val="95000"/>
                      </a:schemeClr>
                    </a:solidFill>
                  </a:tcPr>
                </a:tc>
                <a:tc>
                  <a:txBody>
                    <a:bodyPr/>
                    <a:lstStyle/>
                    <a:p>
                      <a:endParaRPr lang="zh-CN" altLang="en-US" dirty="0">
                        <a:latin typeface="+mn-lt"/>
                        <a:ea typeface="+mn-ea"/>
                        <a:cs typeface="+mn-ea"/>
                        <a:sym typeface="+mn-lt"/>
                      </a:endParaRPr>
                    </a:p>
                  </a:txBody>
                  <a:tcPr>
                    <a:solidFill>
                      <a:schemeClr val="bg1">
                        <a:lumMod val="95000"/>
                      </a:schemeClr>
                    </a:solidFill>
                  </a:tcPr>
                </a:tc>
                <a:tc>
                  <a:txBody>
                    <a:bodyPr/>
                    <a:lstStyle/>
                    <a:p>
                      <a:endParaRPr lang="zh-CN" altLang="en-US" dirty="0">
                        <a:latin typeface="+mn-lt"/>
                        <a:ea typeface="+mn-ea"/>
                        <a:cs typeface="+mn-ea"/>
                        <a:sym typeface="+mn-lt"/>
                      </a:endParaRPr>
                    </a:p>
                  </a:txBody>
                  <a:tcPr>
                    <a:solidFill>
                      <a:schemeClr val="bg1">
                        <a:lumMod val="95000"/>
                      </a:schemeClr>
                    </a:solidFill>
                  </a:tcPr>
                </a:tc>
                <a:tc>
                  <a:txBody>
                    <a:bodyPr/>
                    <a:lstStyle/>
                    <a:p>
                      <a:endParaRPr lang="zh-CN" altLang="en-US" dirty="0">
                        <a:latin typeface="+mn-lt"/>
                        <a:ea typeface="+mn-ea"/>
                        <a:cs typeface="+mn-ea"/>
                        <a:sym typeface="+mn-lt"/>
                      </a:endParaRPr>
                    </a:p>
                  </a:txBody>
                  <a:tcPr>
                    <a:solidFill>
                      <a:schemeClr val="bg1">
                        <a:lumMod val="95000"/>
                      </a:schemeClr>
                    </a:solidFill>
                  </a:tcPr>
                </a:tc>
                <a:tc>
                  <a:txBody>
                    <a:bodyPr/>
                    <a:lstStyle/>
                    <a:p>
                      <a:endParaRPr lang="zh-CN" altLang="en-US" dirty="0">
                        <a:latin typeface="+mn-lt"/>
                        <a:ea typeface="+mn-ea"/>
                        <a:cs typeface="+mn-ea"/>
                        <a:sym typeface="+mn-lt"/>
                      </a:endParaRPr>
                    </a:p>
                  </a:txBody>
                  <a:tcPr>
                    <a:solidFill>
                      <a:schemeClr val="bg1">
                        <a:lumMod val="95000"/>
                      </a:schemeClr>
                    </a:solidFill>
                  </a:tcPr>
                </a:tc>
                <a:tc>
                  <a:txBody>
                    <a:bodyPr/>
                    <a:lstStyle/>
                    <a:p>
                      <a:endParaRPr lang="zh-CN" altLang="en-US" dirty="0">
                        <a:latin typeface="+mn-lt"/>
                        <a:ea typeface="+mn-ea"/>
                        <a:cs typeface="+mn-ea"/>
                        <a:sym typeface="+mn-lt"/>
                      </a:endParaRPr>
                    </a:p>
                  </a:txBody>
                  <a:tcPr>
                    <a:solidFill>
                      <a:schemeClr val="bg1">
                        <a:lumMod val="95000"/>
                      </a:schemeClr>
                    </a:solidFill>
                  </a:tcPr>
                </a:tc>
                <a:extLst>
                  <a:ext uri="{0D108BD9-81ED-4DB2-BD59-A6C34878D82A}">
                    <a16:rowId xmlns:a16="http://schemas.microsoft.com/office/drawing/2014/main" xmlns="" val="1350951440"/>
                  </a:ext>
                </a:extLst>
              </a:tr>
            </a:tbl>
          </a:graphicData>
        </a:graphic>
      </p:graphicFrame>
      <p:sp>
        <p:nvSpPr>
          <p:cNvPr id="5" name="矩形 4"/>
          <p:cNvSpPr/>
          <p:nvPr/>
        </p:nvSpPr>
        <p:spPr>
          <a:xfrm>
            <a:off x="687643" y="2621741"/>
            <a:ext cx="5949126" cy="186718"/>
          </a:xfrm>
          <a:prstGeom prst="rect">
            <a:avLst/>
          </a:prstGeom>
          <a:solidFill>
            <a:schemeClr val="bg1">
              <a:lumMod val="6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200" b="1" dirty="0">
                <a:cs typeface="+mn-ea"/>
                <a:sym typeface="+mn-lt"/>
              </a:rPr>
              <a:t>SIT</a:t>
            </a:r>
            <a:r>
              <a:rPr lang="zh-CN" altLang="en-US" sz="1200" b="1" dirty="0">
                <a:cs typeface="+mn-ea"/>
                <a:sym typeface="+mn-lt"/>
              </a:rPr>
              <a:t>测试</a:t>
            </a:r>
          </a:p>
        </p:txBody>
      </p:sp>
      <p:sp>
        <p:nvSpPr>
          <p:cNvPr id="7" name="矩形 6"/>
          <p:cNvSpPr/>
          <p:nvPr/>
        </p:nvSpPr>
        <p:spPr>
          <a:xfrm>
            <a:off x="3033747" y="4105897"/>
            <a:ext cx="1740798" cy="186798"/>
          </a:xfrm>
          <a:prstGeom prst="rect">
            <a:avLst/>
          </a:prstGeom>
          <a:solidFill>
            <a:schemeClr val="accent4">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200" b="1" dirty="0">
                <a:cs typeface="+mn-ea"/>
                <a:sym typeface="+mn-lt"/>
              </a:rPr>
              <a:t>板卡改版（</a:t>
            </a:r>
            <a:r>
              <a:rPr lang="en-US" altLang="zh-CN" sz="1200" b="1" dirty="0">
                <a:cs typeface="+mn-ea"/>
                <a:sym typeface="+mn-lt"/>
              </a:rPr>
              <a:t>C01</a:t>
            </a:r>
            <a:r>
              <a:rPr lang="zh-CN" altLang="en-US" sz="1200" b="1" dirty="0">
                <a:cs typeface="+mn-ea"/>
                <a:sym typeface="+mn-lt"/>
              </a:rPr>
              <a:t>）</a:t>
            </a:r>
          </a:p>
        </p:txBody>
      </p:sp>
      <p:sp>
        <p:nvSpPr>
          <p:cNvPr id="8" name="矩形 7"/>
          <p:cNvSpPr/>
          <p:nvPr/>
        </p:nvSpPr>
        <p:spPr>
          <a:xfrm>
            <a:off x="4798640" y="4109735"/>
            <a:ext cx="3141200" cy="176343"/>
          </a:xfrm>
          <a:prstGeom prst="rect">
            <a:avLst/>
          </a:prstGeom>
          <a:solidFill>
            <a:schemeClr val="accent4">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200" b="1" dirty="0">
                <a:cs typeface="+mn-ea"/>
                <a:sym typeface="+mn-lt"/>
              </a:rPr>
              <a:t>生产加工（含测试）</a:t>
            </a:r>
          </a:p>
        </p:txBody>
      </p:sp>
      <p:sp>
        <p:nvSpPr>
          <p:cNvPr id="11" name="矩形 10"/>
          <p:cNvSpPr/>
          <p:nvPr/>
        </p:nvSpPr>
        <p:spPr>
          <a:xfrm>
            <a:off x="684771" y="2404042"/>
            <a:ext cx="3510654" cy="183752"/>
          </a:xfrm>
          <a:prstGeom prst="rect">
            <a:avLst/>
          </a:prstGeom>
          <a:solidFill>
            <a:schemeClr val="bg1">
              <a:lumMod val="6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200" b="1" dirty="0">
                <a:cs typeface="+mn-ea"/>
                <a:sym typeface="+mn-lt"/>
              </a:rPr>
              <a:t>SI</a:t>
            </a:r>
            <a:r>
              <a:rPr lang="zh-CN" altLang="en-US" sz="1200" b="1" dirty="0">
                <a:cs typeface="+mn-ea"/>
                <a:sym typeface="+mn-lt"/>
              </a:rPr>
              <a:t>测试</a:t>
            </a:r>
          </a:p>
        </p:txBody>
      </p:sp>
      <p:sp>
        <p:nvSpPr>
          <p:cNvPr id="15" name="矩形 14"/>
          <p:cNvSpPr/>
          <p:nvPr/>
        </p:nvSpPr>
        <p:spPr>
          <a:xfrm>
            <a:off x="705238" y="3105785"/>
            <a:ext cx="1740068" cy="194041"/>
          </a:xfrm>
          <a:prstGeom prst="rect">
            <a:avLst/>
          </a:prstGeom>
          <a:solidFill>
            <a:schemeClr val="bg1">
              <a:lumMod val="6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200" b="1" dirty="0">
                <a:cs typeface="+mn-ea"/>
                <a:sym typeface="+mn-lt"/>
              </a:rPr>
              <a:t>PA</a:t>
            </a:r>
            <a:r>
              <a:rPr lang="zh-CN" altLang="en-US" sz="1200" b="1" dirty="0">
                <a:cs typeface="+mn-ea"/>
                <a:sym typeface="+mn-lt"/>
              </a:rPr>
              <a:t>测试</a:t>
            </a:r>
          </a:p>
        </p:txBody>
      </p:sp>
      <p:sp>
        <p:nvSpPr>
          <p:cNvPr id="16" name="矩形 15"/>
          <p:cNvSpPr/>
          <p:nvPr/>
        </p:nvSpPr>
        <p:spPr>
          <a:xfrm>
            <a:off x="700581" y="3365012"/>
            <a:ext cx="2333165" cy="187222"/>
          </a:xfrm>
          <a:prstGeom prst="rect">
            <a:avLst/>
          </a:prstGeom>
          <a:solidFill>
            <a:schemeClr val="bg1">
              <a:lumMod val="6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200" b="1" dirty="0">
                <a:cs typeface="+mn-ea"/>
                <a:sym typeface="+mn-lt"/>
              </a:rPr>
              <a:t>可靠性测试</a:t>
            </a:r>
          </a:p>
        </p:txBody>
      </p:sp>
      <p:sp>
        <p:nvSpPr>
          <p:cNvPr id="17" name="矩形 16"/>
          <p:cNvSpPr/>
          <p:nvPr/>
        </p:nvSpPr>
        <p:spPr>
          <a:xfrm>
            <a:off x="3033746" y="4337212"/>
            <a:ext cx="1201811" cy="178754"/>
          </a:xfrm>
          <a:prstGeom prst="rect">
            <a:avLst/>
          </a:prstGeom>
          <a:solidFill>
            <a:schemeClr val="accent4">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700" b="1" dirty="0" smtClean="0">
                <a:cs typeface="+mn-ea"/>
                <a:sym typeface="+mn-lt"/>
              </a:rPr>
              <a:t>机构</a:t>
            </a:r>
            <a:r>
              <a:rPr lang="en-US" altLang="zh-CN" sz="700" b="1" dirty="0" smtClean="0">
                <a:cs typeface="+mn-ea"/>
                <a:sym typeface="+mn-lt"/>
              </a:rPr>
              <a:t>/</a:t>
            </a:r>
            <a:r>
              <a:rPr lang="zh-CN" altLang="en-US" sz="700" b="1" dirty="0">
                <a:cs typeface="+mn-ea"/>
                <a:sym typeface="+mn-lt"/>
              </a:rPr>
              <a:t>散热器定版开</a:t>
            </a:r>
            <a:r>
              <a:rPr lang="zh-CN" altLang="en-US" sz="700" b="1" dirty="0">
                <a:cs typeface="+mn-ea"/>
                <a:sym typeface="+mn-lt"/>
              </a:rPr>
              <a:t>模</a:t>
            </a:r>
          </a:p>
        </p:txBody>
      </p:sp>
      <p:sp>
        <p:nvSpPr>
          <p:cNvPr id="18" name="矩形 17"/>
          <p:cNvSpPr/>
          <p:nvPr/>
        </p:nvSpPr>
        <p:spPr>
          <a:xfrm>
            <a:off x="4283968" y="4337212"/>
            <a:ext cx="3682002" cy="178754"/>
          </a:xfrm>
          <a:prstGeom prst="rect">
            <a:avLst/>
          </a:prstGeom>
          <a:solidFill>
            <a:schemeClr val="accent4">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200" b="1" dirty="0">
                <a:cs typeface="+mn-ea"/>
                <a:sym typeface="+mn-lt"/>
              </a:rPr>
              <a:t>生产加工</a:t>
            </a:r>
          </a:p>
        </p:txBody>
      </p:sp>
      <p:sp>
        <p:nvSpPr>
          <p:cNvPr id="19" name="矩形 18"/>
          <p:cNvSpPr/>
          <p:nvPr/>
        </p:nvSpPr>
        <p:spPr>
          <a:xfrm>
            <a:off x="1258189" y="3828714"/>
            <a:ext cx="5378580" cy="197068"/>
          </a:xfrm>
          <a:prstGeom prst="rect">
            <a:avLst/>
          </a:prstGeom>
          <a:solidFill>
            <a:schemeClr val="accent2">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200" b="1" dirty="0" err="1">
                <a:cs typeface="+mn-ea"/>
                <a:sym typeface="+mn-lt"/>
              </a:rPr>
              <a:t>Debug+Bug</a:t>
            </a:r>
            <a:r>
              <a:rPr lang="zh-CN" altLang="en-US" sz="1200" b="1" dirty="0">
                <a:cs typeface="+mn-ea"/>
                <a:sym typeface="+mn-lt"/>
              </a:rPr>
              <a:t>验证</a:t>
            </a:r>
          </a:p>
        </p:txBody>
      </p:sp>
      <p:sp>
        <p:nvSpPr>
          <p:cNvPr id="30" name="矩形 29"/>
          <p:cNvSpPr/>
          <p:nvPr/>
        </p:nvSpPr>
        <p:spPr>
          <a:xfrm>
            <a:off x="682618" y="2173472"/>
            <a:ext cx="3512807" cy="200694"/>
          </a:xfrm>
          <a:prstGeom prst="rect">
            <a:avLst/>
          </a:prstGeom>
          <a:solidFill>
            <a:schemeClr val="bg1">
              <a:lumMod val="6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200" b="1" dirty="0">
                <a:cs typeface="+mn-ea"/>
                <a:sym typeface="+mn-lt"/>
              </a:rPr>
              <a:t>DC</a:t>
            </a:r>
            <a:r>
              <a:rPr lang="zh-CN" altLang="en-US" sz="1200" b="1" dirty="0">
                <a:cs typeface="+mn-ea"/>
                <a:sym typeface="+mn-lt"/>
              </a:rPr>
              <a:t>测试</a:t>
            </a:r>
          </a:p>
        </p:txBody>
      </p:sp>
      <p:sp>
        <p:nvSpPr>
          <p:cNvPr id="31" name="矩形 30"/>
          <p:cNvSpPr/>
          <p:nvPr/>
        </p:nvSpPr>
        <p:spPr>
          <a:xfrm>
            <a:off x="703130" y="2879411"/>
            <a:ext cx="5933639" cy="180090"/>
          </a:xfrm>
          <a:prstGeom prst="rect">
            <a:avLst/>
          </a:prstGeom>
          <a:solidFill>
            <a:schemeClr val="bg1">
              <a:lumMod val="6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200" b="1" dirty="0">
                <a:cs typeface="+mn-ea"/>
                <a:sym typeface="+mn-lt"/>
              </a:rPr>
              <a:t>散热测试</a:t>
            </a:r>
          </a:p>
        </p:txBody>
      </p:sp>
      <p:sp>
        <p:nvSpPr>
          <p:cNvPr id="41" name="流程图: 接点 40"/>
          <p:cNvSpPr/>
          <p:nvPr/>
        </p:nvSpPr>
        <p:spPr>
          <a:xfrm>
            <a:off x="2398223" y="3155789"/>
            <a:ext cx="72008" cy="68418"/>
          </a:xfrm>
          <a:prstGeom prst="flowChartConnector">
            <a:avLst/>
          </a:prstGeom>
          <a:solidFill>
            <a:srgbClr val="FFC000"/>
          </a:solidFill>
          <a:ln>
            <a:solidFill>
              <a:srgbClr val="FFC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22" name="流程图: 接点 21"/>
          <p:cNvSpPr/>
          <p:nvPr/>
        </p:nvSpPr>
        <p:spPr>
          <a:xfrm>
            <a:off x="2999298" y="2707294"/>
            <a:ext cx="72008" cy="68418"/>
          </a:xfrm>
          <a:prstGeom prst="flowChartConnector">
            <a:avLst/>
          </a:prstGeom>
          <a:solidFill>
            <a:srgbClr val="FFC000"/>
          </a:solidFill>
          <a:ln>
            <a:solidFill>
              <a:srgbClr val="FFC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40" name="流程图: 接点 39"/>
          <p:cNvSpPr/>
          <p:nvPr/>
        </p:nvSpPr>
        <p:spPr>
          <a:xfrm>
            <a:off x="3003811" y="2941647"/>
            <a:ext cx="72008" cy="68418"/>
          </a:xfrm>
          <a:prstGeom prst="flowChartConnector">
            <a:avLst/>
          </a:prstGeom>
          <a:solidFill>
            <a:srgbClr val="FFC000"/>
          </a:solidFill>
          <a:ln>
            <a:solidFill>
              <a:srgbClr val="FFC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61" name="等腰三角形 60"/>
          <p:cNvSpPr/>
          <p:nvPr/>
        </p:nvSpPr>
        <p:spPr>
          <a:xfrm>
            <a:off x="6813628" y="2157039"/>
            <a:ext cx="216024" cy="233560"/>
          </a:xfrm>
          <a:prstGeom prst="triangle">
            <a:avLst/>
          </a:prstGeom>
          <a:solidFill>
            <a:schemeClr val="accent6">
              <a:lumMod val="75000"/>
            </a:schemeClr>
          </a:solidFill>
          <a:ln>
            <a:solidFill>
              <a:schemeClr val="accent6">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63" name="等腰三角形 62"/>
          <p:cNvSpPr/>
          <p:nvPr/>
        </p:nvSpPr>
        <p:spPr>
          <a:xfrm>
            <a:off x="7479080" y="2151329"/>
            <a:ext cx="216024" cy="233560"/>
          </a:xfrm>
          <a:prstGeom prst="triangle">
            <a:avLst/>
          </a:prstGeom>
          <a:solidFill>
            <a:schemeClr val="accent6">
              <a:lumMod val="75000"/>
            </a:schemeClr>
          </a:solidFill>
          <a:ln>
            <a:solidFill>
              <a:schemeClr val="accent6">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cxnSp>
        <p:nvCxnSpPr>
          <p:cNvPr id="64" name="直接连接符 63"/>
          <p:cNvCxnSpPr/>
          <p:nvPr/>
        </p:nvCxnSpPr>
        <p:spPr>
          <a:xfrm flipH="1">
            <a:off x="6914741" y="2386952"/>
            <a:ext cx="4882" cy="214576"/>
          </a:xfrm>
          <a:prstGeom prst="line">
            <a:avLst/>
          </a:prstGeom>
          <a:ln w="22225">
            <a:solidFill>
              <a:schemeClr val="accent6">
                <a:lumMod val="75000"/>
              </a:schemeClr>
            </a:solidFill>
            <a:prstDash val="sysDot"/>
          </a:ln>
        </p:spPr>
        <p:style>
          <a:lnRef idx="1">
            <a:schemeClr val="accent1"/>
          </a:lnRef>
          <a:fillRef idx="0">
            <a:schemeClr val="accent1"/>
          </a:fillRef>
          <a:effectRef idx="0">
            <a:schemeClr val="accent1"/>
          </a:effectRef>
          <a:fontRef idx="minor">
            <a:schemeClr val="tx1"/>
          </a:fontRef>
        </p:style>
      </p:cxnSp>
      <p:sp>
        <p:nvSpPr>
          <p:cNvPr id="65" name="文本框 64"/>
          <p:cNvSpPr txBox="1"/>
          <p:nvPr/>
        </p:nvSpPr>
        <p:spPr>
          <a:xfrm>
            <a:off x="6498034" y="2526452"/>
            <a:ext cx="819944" cy="461665"/>
          </a:xfrm>
          <a:prstGeom prst="rect">
            <a:avLst/>
          </a:prstGeom>
          <a:noFill/>
        </p:spPr>
        <p:txBody>
          <a:bodyPr wrap="square" rtlCol="0">
            <a:spAutoFit/>
          </a:bodyPr>
          <a:lstStyle/>
          <a:p>
            <a:pPr>
              <a:lnSpc>
                <a:spcPct val="120000"/>
              </a:lnSpc>
            </a:pPr>
            <a:r>
              <a:rPr lang="zh-CN" altLang="en-US" sz="1000" dirty="0">
                <a:solidFill>
                  <a:schemeClr val="tx1">
                    <a:lumMod val="75000"/>
                    <a:lumOff val="25000"/>
                  </a:schemeClr>
                </a:solidFill>
                <a:cs typeface="+mn-ea"/>
                <a:sym typeface="+mn-lt"/>
              </a:rPr>
              <a:t>各组</a:t>
            </a:r>
            <a:r>
              <a:rPr lang="en-US" altLang="zh-CN" sz="1000" dirty="0">
                <a:solidFill>
                  <a:schemeClr val="tx1">
                    <a:lumMod val="75000"/>
                    <a:lumOff val="25000"/>
                  </a:schemeClr>
                </a:solidFill>
                <a:cs typeface="+mn-ea"/>
                <a:sym typeface="+mn-lt"/>
              </a:rPr>
              <a:t>DVT</a:t>
            </a:r>
            <a:r>
              <a:rPr lang="zh-CN" altLang="en-US" sz="1000" dirty="0">
                <a:solidFill>
                  <a:schemeClr val="tx1">
                    <a:lumMod val="75000"/>
                    <a:lumOff val="25000"/>
                  </a:schemeClr>
                </a:solidFill>
                <a:cs typeface="+mn-ea"/>
                <a:sym typeface="+mn-lt"/>
              </a:rPr>
              <a:t>测试报告评审</a:t>
            </a:r>
          </a:p>
        </p:txBody>
      </p:sp>
      <p:cxnSp>
        <p:nvCxnSpPr>
          <p:cNvPr id="67" name="直接连接符 66"/>
          <p:cNvCxnSpPr>
            <a:endCxn id="68" idx="0"/>
          </p:cNvCxnSpPr>
          <p:nvPr/>
        </p:nvCxnSpPr>
        <p:spPr>
          <a:xfrm>
            <a:off x="7587093" y="2373691"/>
            <a:ext cx="0" cy="386949"/>
          </a:xfrm>
          <a:prstGeom prst="line">
            <a:avLst/>
          </a:prstGeom>
          <a:ln w="22225">
            <a:solidFill>
              <a:schemeClr val="accent6">
                <a:lumMod val="75000"/>
              </a:schemeClr>
            </a:solidFill>
            <a:prstDash val="sysDot"/>
          </a:ln>
        </p:spPr>
        <p:style>
          <a:lnRef idx="1">
            <a:schemeClr val="accent1"/>
          </a:lnRef>
          <a:fillRef idx="0">
            <a:schemeClr val="accent1"/>
          </a:fillRef>
          <a:effectRef idx="0">
            <a:schemeClr val="accent1"/>
          </a:effectRef>
          <a:fontRef idx="minor">
            <a:schemeClr val="tx1"/>
          </a:fontRef>
        </p:style>
      </p:cxnSp>
      <p:sp>
        <p:nvSpPr>
          <p:cNvPr id="68" name="文本框 67"/>
          <p:cNvSpPr txBox="1"/>
          <p:nvPr/>
        </p:nvSpPr>
        <p:spPr>
          <a:xfrm>
            <a:off x="7137663" y="2760640"/>
            <a:ext cx="898859" cy="461665"/>
          </a:xfrm>
          <a:prstGeom prst="rect">
            <a:avLst/>
          </a:prstGeom>
          <a:noFill/>
        </p:spPr>
        <p:txBody>
          <a:bodyPr wrap="square" rtlCol="0">
            <a:spAutoFit/>
          </a:bodyPr>
          <a:lstStyle/>
          <a:p>
            <a:pPr>
              <a:lnSpc>
                <a:spcPct val="120000"/>
              </a:lnSpc>
            </a:pPr>
            <a:r>
              <a:rPr lang="zh-CN" altLang="en-US" sz="1000" dirty="0">
                <a:solidFill>
                  <a:schemeClr val="tx1">
                    <a:lumMod val="75000"/>
                    <a:lumOff val="25000"/>
                  </a:schemeClr>
                </a:solidFill>
                <a:cs typeface="+mn-ea"/>
                <a:sym typeface="+mn-lt"/>
              </a:rPr>
              <a:t>各组</a:t>
            </a:r>
            <a:r>
              <a:rPr lang="en-US" altLang="zh-CN" sz="1000" dirty="0">
                <a:solidFill>
                  <a:schemeClr val="tx1">
                    <a:lumMod val="75000"/>
                    <a:lumOff val="25000"/>
                  </a:schemeClr>
                </a:solidFill>
                <a:cs typeface="+mn-ea"/>
                <a:sym typeface="+mn-lt"/>
              </a:rPr>
              <a:t>PVT</a:t>
            </a:r>
            <a:r>
              <a:rPr lang="zh-CN" altLang="en-US" sz="1000" dirty="0">
                <a:solidFill>
                  <a:schemeClr val="tx1">
                    <a:lumMod val="75000"/>
                    <a:lumOff val="25000"/>
                  </a:schemeClr>
                </a:solidFill>
                <a:cs typeface="+mn-ea"/>
                <a:sym typeface="+mn-lt"/>
              </a:rPr>
              <a:t>测试计划评审</a:t>
            </a:r>
          </a:p>
        </p:txBody>
      </p:sp>
      <p:cxnSp>
        <p:nvCxnSpPr>
          <p:cNvPr id="74" name="直接连接符 73"/>
          <p:cNvCxnSpPr/>
          <p:nvPr/>
        </p:nvCxnSpPr>
        <p:spPr>
          <a:xfrm>
            <a:off x="7934355" y="2049133"/>
            <a:ext cx="41362" cy="2501385"/>
          </a:xfrm>
          <a:prstGeom prst="line">
            <a:avLst/>
          </a:prstGeom>
          <a:ln w="22225">
            <a:solidFill>
              <a:srgbClr val="C00000"/>
            </a:solidFill>
            <a:prstDash val="dash"/>
          </a:ln>
        </p:spPr>
        <p:style>
          <a:lnRef idx="1">
            <a:schemeClr val="accent1"/>
          </a:lnRef>
          <a:fillRef idx="0">
            <a:schemeClr val="accent1"/>
          </a:fillRef>
          <a:effectRef idx="0">
            <a:schemeClr val="accent1"/>
          </a:effectRef>
          <a:fontRef idx="minor">
            <a:schemeClr val="tx1"/>
          </a:fontRef>
        </p:style>
      </p:cxnSp>
      <p:sp>
        <p:nvSpPr>
          <p:cNvPr id="77" name="五角星 76"/>
          <p:cNvSpPr/>
          <p:nvPr/>
        </p:nvSpPr>
        <p:spPr>
          <a:xfrm>
            <a:off x="506657" y="3042788"/>
            <a:ext cx="144019" cy="125994"/>
          </a:xfrm>
          <a:prstGeom prst="star5">
            <a:avLst/>
          </a:prstGeom>
          <a:solidFill>
            <a:srgbClr val="C00000"/>
          </a:solid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78" name="文本框 77"/>
          <p:cNvSpPr txBox="1"/>
          <p:nvPr/>
        </p:nvSpPr>
        <p:spPr>
          <a:xfrm>
            <a:off x="8460432" y="3147814"/>
            <a:ext cx="751032" cy="424732"/>
          </a:xfrm>
          <a:prstGeom prst="rect">
            <a:avLst/>
          </a:prstGeom>
          <a:noFill/>
        </p:spPr>
        <p:txBody>
          <a:bodyPr wrap="square" rtlCol="0">
            <a:spAutoFit/>
          </a:bodyPr>
          <a:lstStyle/>
          <a:p>
            <a:pPr>
              <a:lnSpc>
                <a:spcPct val="120000"/>
              </a:lnSpc>
            </a:pPr>
            <a:r>
              <a:rPr lang="en-US" altLang="zh-CN" sz="900" b="1" dirty="0">
                <a:solidFill>
                  <a:srgbClr val="FF0000"/>
                </a:solidFill>
                <a:cs typeface="+mn-ea"/>
                <a:sym typeface="+mn-lt"/>
              </a:rPr>
              <a:t>MR3 PVT</a:t>
            </a:r>
            <a:r>
              <a:rPr lang="zh-CN" altLang="en-US" sz="900" b="1" dirty="0">
                <a:solidFill>
                  <a:srgbClr val="FF0000"/>
                </a:solidFill>
                <a:cs typeface="+mn-ea"/>
                <a:sym typeface="+mn-lt"/>
              </a:rPr>
              <a:t>准入评审</a:t>
            </a:r>
          </a:p>
        </p:txBody>
      </p:sp>
      <p:cxnSp>
        <p:nvCxnSpPr>
          <p:cNvPr id="80" name="直接连接符 79"/>
          <p:cNvCxnSpPr/>
          <p:nvPr/>
        </p:nvCxnSpPr>
        <p:spPr>
          <a:xfrm>
            <a:off x="679879" y="2111371"/>
            <a:ext cx="41362" cy="2501385"/>
          </a:xfrm>
          <a:prstGeom prst="line">
            <a:avLst/>
          </a:prstGeom>
          <a:ln w="22225">
            <a:solidFill>
              <a:srgbClr val="C00000"/>
            </a:solidFill>
            <a:prstDash val="dash"/>
          </a:ln>
        </p:spPr>
        <p:style>
          <a:lnRef idx="1">
            <a:schemeClr val="accent1"/>
          </a:lnRef>
          <a:fillRef idx="0">
            <a:schemeClr val="accent1"/>
          </a:fillRef>
          <a:effectRef idx="0">
            <a:schemeClr val="accent1"/>
          </a:effectRef>
          <a:fontRef idx="minor">
            <a:schemeClr val="tx1"/>
          </a:fontRef>
        </p:style>
      </p:cxnSp>
      <p:sp>
        <p:nvSpPr>
          <p:cNvPr id="84" name="矩形 83"/>
          <p:cNvSpPr/>
          <p:nvPr/>
        </p:nvSpPr>
        <p:spPr>
          <a:xfrm>
            <a:off x="721241" y="3601203"/>
            <a:ext cx="5915528" cy="179904"/>
          </a:xfrm>
          <a:prstGeom prst="rect">
            <a:avLst/>
          </a:prstGeom>
          <a:solidFill>
            <a:schemeClr val="bg1">
              <a:lumMod val="6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zh-CN" altLang="en-US" sz="1200" b="1" dirty="0">
                <a:cs typeface="+mn-ea"/>
                <a:sym typeface="+mn-lt"/>
              </a:rPr>
              <a:t>软件版本开发（</a:t>
            </a:r>
            <a:r>
              <a:rPr lang="en-US" altLang="zh-CN" sz="1200" b="1" dirty="0">
                <a:cs typeface="+mn-ea"/>
                <a:sym typeface="+mn-lt"/>
              </a:rPr>
              <a:t>2</a:t>
            </a:r>
            <a:r>
              <a:rPr lang="zh-CN" altLang="en-US" sz="1200" b="1" dirty="0">
                <a:cs typeface="+mn-ea"/>
                <a:sym typeface="+mn-lt"/>
              </a:rPr>
              <a:t>周</a:t>
            </a:r>
            <a:r>
              <a:rPr lang="en-US" altLang="zh-CN" sz="1200" b="1" dirty="0">
                <a:cs typeface="+mn-ea"/>
                <a:sym typeface="+mn-lt"/>
              </a:rPr>
              <a:t>/</a:t>
            </a:r>
            <a:r>
              <a:rPr lang="zh-CN" altLang="en-US" sz="1200" b="1" dirty="0">
                <a:cs typeface="+mn-ea"/>
                <a:sym typeface="+mn-lt"/>
              </a:rPr>
              <a:t>迭代）</a:t>
            </a:r>
          </a:p>
        </p:txBody>
      </p:sp>
      <p:cxnSp>
        <p:nvCxnSpPr>
          <p:cNvPr id="42" name="直接箭头连接符 41"/>
          <p:cNvCxnSpPr/>
          <p:nvPr/>
        </p:nvCxnSpPr>
        <p:spPr>
          <a:xfrm>
            <a:off x="2435228" y="3200306"/>
            <a:ext cx="831694" cy="875549"/>
          </a:xfrm>
          <a:prstGeom prst="straightConnector1">
            <a:avLst/>
          </a:prstGeom>
          <a:ln w="25400">
            <a:solidFill>
              <a:srgbClr val="FFC000"/>
            </a:solidFill>
            <a:headEnd type="none"/>
            <a:tailEnd type="triangle"/>
          </a:ln>
        </p:spPr>
        <p:style>
          <a:lnRef idx="1">
            <a:schemeClr val="accent1"/>
          </a:lnRef>
          <a:fillRef idx="0">
            <a:schemeClr val="accent1"/>
          </a:fillRef>
          <a:effectRef idx="0">
            <a:schemeClr val="accent1"/>
          </a:effectRef>
          <a:fontRef idx="minor">
            <a:schemeClr val="tx1"/>
          </a:fontRef>
        </p:style>
      </p:cxnSp>
      <p:cxnSp>
        <p:nvCxnSpPr>
          <p:cNvPr id="47" name="直接箭头连接符 46"/>
          <p:cNvCxnSpPr/>
          <p:nvPr/>
        </p:nvCxnSpPr>
        <p:spPr>
          <a:xfrm>
            <a:off x="2419202" y="3402587"/>
            <a:ext cx="579879" cy="1024002"/>
          </a:xfrm>
          <a:prstGeom prst="straightConnector1">
            <a:avLst/>
          </a:prstGeom>
          <a:ln w="25400">
            <a:solidFill>
              <a:schemeClr val="accent5">
                <a:lumMod val="60000"/>
                <a:lumOff val="40000"/>
              </a:schemeClr>
            </a:solidFill>
            <a:headEnd type="none"/>
            <a:tailEnd type="triangle"/>
          </a:ln>
        </p:spPr>
        <p:style>
          <a:lnRef idx="1">
            <a:schemeClr val="accent1"/>
          </a:lnRef>
          <a:fillRef idx="0">
            <a:schemeClr val="accent1"/>
          </a:fillRef>
          <a:effectRef idx="0">
            <a:schemeClr val="accent1"/>
          </a:effectRef>
          <a:fontRef idx="minor">
            <a:schemeClr val="tx1"/>
          </a:fontRef>
        </p:style>
      </p:cxnSp>
      <p:cxnSp>
        <p:nvCxnSpPr>
          <p:cNvPr id="49" name="直接箭头连接符 48"/>
          <p:cNvCxnSpPr/>
          <p:nvPr/>
        </p:nvCxnSpPr>
        <p:spPr>
          <a:xfrm>
            <a:off x="2434043" y="2718892"/>
            <a:ext cx="562685" cy="1720728"/>
          </a:xfrm>
          <a:prstGeom prst="straightConnector1">
            <a:avLst/>
          </a:prstGeom>
          <a:ln w="25400">
            <a:solidFill>
              <a:schemeClr val="accent5">
                <a:lumMod val="60000"/>
                <a:lumOff val="40000"/>
              </a:schemeClr>
            </a:solidFill>
            <a:headEnd type="none"/>
            <a:tailEnd type="triangle"/>
          </a:ln>
        </p:spPr>
        <p:style>
          <a:lnRef idx="1">
            <a:schemeClr val="accent1"/>
          </a:lnRef>
          <a:fillRef idx="0">
            <a:schemeClr val="accent1"/>
          </a:fillRef>
          <a:effectRef idx="0">
            <a:schemeClr val="accent1"/>
          </a:effectRef>
          <a:fontRef idx="minor">
            <a:schemeClr val="tx1"/>
          </a:fontRef>
        </p:style>
      </p:cxnSp>
      <p:cxnSp>
        <p:nvCxnSpPr>
          <p:cNvPr id="52" name="直接箭头连接符 51"/>
          <p:cNvCxnSpPr/>
          <p:nvPr/>
        </p:nvCxnSpPr>
        <p:spPr>
          <a:xfrm flipH="1">
            <a:off x="3004312" y="2757549"/>
            <a:ext cx="6540" cy="1719715"/>
          </a:xfrm>
          <a:prstGeom prst="straightConnector1">
            <a:avLst/>
          </a:prstGeom>
          <a:ln w="25400">
            <a:solidFill>
              <a:schemeClr val="accent5">
                <a:lumMod val="60000"/>
                <a:lumOff val="40000"/>
              </a:schemeClr>
            </a:solidFill>
            <a:headEnd type="none"/>
            <a:tailEnd type="triangle"/>
          </a:ln>
        </p:spPr>
        <p:style>
          <a:lnRef idx="1">
            <a:schemeClr val="accent1"/>
          </a:lnRef>
          <a:fillRef idx="0">
            <a:schemeClr val="accent1"/>
          </a:fillRef>
          <a:effectRef idx="0">
            <a:schemeClr val="accent1"/>
          </a:effectRef>
          <a:fontRef idx="minor">
            <a:schemeClr val="tx1"/>
          </a:fontRef>
        </p:style>
      </p:cxnSp>
      <p:sp>
        <p:nvSpPr>
          <p:cNvPr id="46" name="流程图: 接点 45"/>
          <p:cNvSpPr/>
          <p:nvPr/>
        </p:nvSpPr>
        <p:spPr>
          <a:xfrm>
            <a:off x="2395225" y="2668280"/>
            <a:ext cx="72008" cy="68418"/>
          </a:xfrm>
          <a:prstGeom prst="flowChartConnector">
            <a:avLst/>
          </a:prstGeom>
          <a:solidFill>
            <a:srgbClr val="C5EEFF"/>
          </a:solidFill>
          <a:ln>
            <a:solidFill>
              <a:srgbClr val="C5EEF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13" name="文本框 12"/>
          <p:cNvSpPr txBox="1"/>
          <p:nvPr/>
        </p:nvSpPr>
        <p:spPr>
          <a:xfrm>
            <a:off x="1093386" y="4085117"/>
            <a:ext cx="1324148" cy="294824"/>
          </a:xfrm>
          <a:prstGeom prst="rect">
            <a:avLst/>
          </a:prstGeom>
          <a:noFill/>
        </p:spPr>
        <p:txBody>
          <a:bodyPr wrap="square" rtlCol="0">
            <a:spAutoFit/>
          </a:bodyPr>
          <a:lstStyle/>
          <a:p>
            <a:pPr>
              <a:lnSpc>
                <a:spcPct val="120000"/>
              </a:lnSpc>
            </a:pPr>
            <a:r>
              <a:rPr lang="zh-CN" altLang="en-US" sz="1200" b="1" dirty="0">
                <a:solidFill>
                  <a:schemeClr val="tx1">
                    <a:lumMod val="75000"/>
                    <a:lumOff val="25000"/>
                  </a:schemeClr>
                </a:solidFill>
                <a:cs typeface="+mn-ea"/>
                <a:sym typeface="+mn-lt"/>
              </a:rPr>
              <a:t>输出改版意见</a:t>
            </a:r>
          </a:p>
        </p:txBody>
      </p:sp>
      <p:sp>
        <p:nvSpPr>
          <p:cNvPr id="92" name="等腰三角形 91"/>
          <p:cNvSpPr/>
          <p:nvPr/>
        </p:nvSpPr>
        <p:spPr>
          <a:xfrm>
            <a:off x="851314" y="2925035"/>
            <a:ext cx="150262" cy="123392"/>
          </a:xfrm>
          <a:prstGeom prst="triangle">
            <a:avLst/>
          </a:prstGeom>
          <a:solidFill>
            <a:schemeClr val="accent6">
              <a:lumMod val="75000"/>
            </a:schemeClr>
          </a:solidFill>
          <a:ln>
            <a:solidFill>
              <a:schemeClr val="accent6">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93" name="文本框 92"/>
          <p:cNvSpPr txBox="1"/>
          <p:nvPr/>
        </p:nvSpPr>
        <p:spPr>
          <a:xfrm>
            <a:off x="483928" y="2680121"/>
            <a:ext cx="1179448" cy="269561"/>
          </a:xfrm>
          <a:prstGeom prst="rect">
            <a:avLst/>
          </a:prstGeom>
          <a:noFill/>
        </p:spPr>
        <p:txBody>
          <a:bodyPr wrap="square" rtlCol="0">
            <a:spAutoFit/>
          </a:bodyPr>
          <a:lstStyle/>
          <a:p>
            <a:pPr>
              <a:lnSpc>
                <a:spcPct val="120000"/>
              </a:lnSpc>
            </a:pPr>
            <a:r>
              <a:rPr lang="zh-CN" altLang="en-US" sz="1050" b="1" dirty="0">
                <a:solidFill>
                  <a:schemeClr val="accent6">
                    <a:lumMod val="75000"/>
                  </a:schemeClr>
                </a:solidFill>
                <a:cs typeface="+mn-ea"/>
                <a:sym typeface="+mn-lt"/>
              </a:rPr>
              <a:t>机构安装评审</a:t>
            </a:r>
          </a:p>
        </p:txBody>
      </p:sp>
      <p:sp>
        <p:nvSpPr>
          <p:cNvPr id="98" name="文本框 97"/>
          <p:cNvSpPr txBox="1"/>
          <p:nvPr/>
        </p:nvSpPr>
        <p:spPr>
          <a:xfrm>
            <a:off x="4283968" y="4697737"/>
            <a:ext cx="1584176" cy="445763"/>
          </a:xfrm>
          <a:prstGeom prst="rect">
            <a:avLst/>
          </a:prstGeom>
          <a:noFill/>
        </p:spPr>
        <p:txBody>
          <a:bodyPr wrap="square" rtlCol="0">
            <a:spAutoFit/>
          </a:bodyPr>
          <a:lstStyle/>
          <a:p>
            <a:pPr>
              <a:lnSpc>
                <a:spcPct val="120000"/>
              </a:lnSpc>
            </a:pPr>
            <a:r>
              <a:rPr lang="en-US" altLang="zh-CN" sz="1000" dirty="0">
                <a:solidFill>
                  <a:srgbClr val="FF0000"/>
                </a:solidFill>
                <a:cs typeface="+mn-ea"/>
                <a:sym typeface="+mn-lt"/>
              </a:rPr>
              <a:t>TR4A </a:t>
            </a:r>
            <a:r>
              <a:rPr lang="zh-CN" altLang="en-US" sz="1000" dirty="0">
                <a:solidFill>
                  <a:srgbClr val="FF0000"/>
                </a:solidFill>
                <a:cs typeface="+mn-ea"/>
                <a:sym typeface="+mn-lt"/>
              </a:rPr>
              <a:t>工程样机技术状态评审 </a:t>
            </a:r>
            <a:r>
              <a:rPr lang="en-US" altLang="zh-CN" sz="1000" dirty="0">
                <a:solidFill>
                  <a:srgbClr val="FF0000"/>
                </a:solidFill>
                <a:cs typeface="+mn-ea"/>
                <a:sym typeface="+mn-lt"/>
              </a:rPr>
              <a:t>C01 G/O</a:t>
            </a:r>
            <a:endParaRPr lang="zh-CN" altLang="en-US" sz="1000" dirty="0">
              <a:solidFill>
                <a:srgbClr val="FF0000"/>
              </a:solidFill>
              <a:cs typeface="+mn-ea"/>
              <a:sym typeface="+mn-lt"/>
            </a:endParaRPr>
          </a:p>
        </p:txBody>
      </p:sp>
      <p:sp>
        <p:nvSpPr>
          <p:cNvPr id="102" name="矩形 101"/>
          <p:cNvSpPr/>
          <p:nvPr/>
        </p:nvSpPr>
        <p:spPr>
          <a:xfrm>
            <a:off x="3017557" y="2199214"/>
            <a:ext cx="1194500" cy="161017"/>
          </a:xfrm>
          <a:prstGeom prst="rect">
            <a:avLst/>
          </a:prstGeom>
          <a:noFill/>
          <a:ln>
            <a:solidFill>
              <a:schemeClr val="tx1"/>
            </a:solidFill>
            <a:prstDash val="dashDo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103" name="矩形 102"/>
          <p:cNvSpPr/>
          <p:nvPr/>
        </p:nvSpPr>
        <p:spPr>
          <a:xfrm>
            <a:off x="3017557" y="2394797"/>
            <a:ext cx="1169591" cy="175538"/>
          </a:xfrm>
          <a:prstGeom prst="rect">
            <a:avLst/>
          </a:prstGeom>
          <a:noFill/>
          <a:ln>
            <a:solidFill>
              <a:schemeClr val="tx1"/>
            </a:solidFill>
            <a:prstDash val="dashDo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95" name="等腰三角形 94"/>
          <p:cNvSpPr/>
          <p:nvPr/>
        </p:nvSpPr>
        <p:spPr>
          <a:xfrm>
            <a:off x="4570280" y="2075711"/>
            <a:ext cx="216024" cy="233560"/>
          </a:xfrm>
          <a:prstGeom prst="triangle">
            <a:avLst/>
          </a:prstGeom>
          <a:solidFill>
            <a:srgbClr val="00B050"/>
          </a:solidFill>
          <a:ln>
            <a:solidFill>
              <a:srgbClr val="0AB15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cxnSp>
        <p:nvCxnSpPr>
          <p:cNvPr id="96" name="直接连接符 95"/>
          <p:cNvCxnSpPr/>
          <p:nvPr/>
        </p:nvCxnSpPr>
        <p:spPr>
          <a:xfrm>
            <a:off x="4685798" y="2324789"/>
            <a:ext cx="0" cy="2287967"/>
          </a:xfrm>
          <a:prstGeom prst="line">
            <a:avLst/>
          </a:prstGeom>
          <a:ln w="22225">
            <a:solidFill>
              <a:srgbClr val="0AB156"/>
            </a:solidFill>
            <a:prstDash val="sysDot"/>
          </a:ln>
        </p:spPr>
        <p:style>
          <a:lnRef idx="1">
            <a:schemeClr val="accent1"/>
          </a:lnRef>
          <a:fillRef idx="0">
            <a:schemeClr val="accent1"/>
          </a:fillRef>
          <a:effectRef idx="0">
            <a:schemeClr val="accent1"/>
          </a:effectRef>
          <a:fontRef idx="minor">
            <a:schemeClr val="tx1"/>
          </a:fontRef>
        </p:style>
      </p:cxnSp>
      <p:cxnSp>
        <p:nvCxnSpPr>
          <p:cNvPr id="55" name="直接箭头连接符 54"/>
          <p:cNvCxnSpPr>
            <a:endCxn id="17" idx="1"/>
          </p:cNvCxnSpPr>
          <p:nvPr/>
        </p:nvCxnSpPr>
        <p:spPr>
          <a:xfrm flipH="1">
            <a:off x="3033746" y="2962707"/>
            <a:ext cx="6133" cy="1463882"/>
          </a:xfrm>
          <a:prstGeom prst="straightConnector1">
            <a:avLst/>
          </a:prstGeom>
          <a:ln w="25400">
            <a:solidFill>
              <a:schemeClr val="accent5">
                <a:lumMod val="60000"/>
                <a:lumOff val="40000"/>
              </a:schemeClr>
            </a:solidFill>
            <a:headEnd type="none"/>
            <a:tailEnd type="triangle"/>
          </a:ln>
        </p:spPr>
        <p:style>
          <a:lnRef idx="1">
            <a:schemeClr val="accent1"/>
          </a:lnRef>
          <a:fillRef idx="0">
            <a:schemeClr val="accent1"/>
          </a:fillRef>
          <a:effectRef idx="0">
            <a:schemeClr val="accent1"/>
          </a:effectRef>
          <a:fontRef idx="minor">
            <a:schemeClr val="tx1"/>
          </a:fontRef>
        </p:style>
      </p:cxnSp>
      <p:cxnSp>
        <p:nvCxnSpPr>
          <p:cNvPr id="14" name="直接箭头连接符 13"/>
          <p:cNvCxnSpPr/>
          <p:nvPr/>
        </p:nvCxnSpPr>
        <p:spPr>
          <a:xfrm flipH="1">
            <a:off x="3034958" y="2290689"/>
            <a:ext cx="2437" cy="1901408"/>
          </a:xfrm>
          <a:prstGeom prst="straightConnector1">
            <a:avLst/>
          </a:prstGeom>
          <a:ln w="25400">
            <a:solidFill>
              <a:srgbClr val="FFC000"/>
            </a:solidFill>
            <a:headEnd type="oval"/>
            <a:tailEnd type="triangle"/>
          </a:ln>
        </p:spPr>
        <p:style>
          <a:lnRef idx="1">
            <a:schemeClr val="accent1"/>
          </a:lnRef>
          <a:fillRef idx="0">
            <a:schemeClr val="accent1"/>
          </a:fillRef>
          <a:effectRef idx="0">
            <a:schemeClr val="accent1"/>
          </a:effectRef>
          <a:fontRef idx="minor">
            <a:schemeClr val="tx1"/>
          </a:fontRef>
        </p:style>
      </p:cxnSp>
      <p:cxnSp>
        <p:nvCxnSpPr>
          <p:cNvPr id="45" name="直接箭头连接符 44"/>
          <p:cNvCxnSpPr/>
          <p:nvPr/>
        </p:nvCxnSpPr>
        <p:spPr>
          <a:xfrm>
            <a:off x="2427281" y="3412619"/>
            <a:ext cx="736409" cy="713476"/>
          </a:xfrm>
          <a:prstGeom prst="straightConnector1">
            <a:avLst/>
          </a:prstGeom>
          <a:ln w="25400">
            <a:solidFill>
              <a:srgbClr val="FFC000"/>
            </a:solidFill>
            <a:headEnd type="none"/>
            <a:tailEnd type="triangle"/>
          </a:ln>
        </p:spPr>
        <p:style>
          <a:lnRef idx="1">
            <a:schemeClr val="accent1"/>
          </a:lnRef>
          <a:fillRef idx="0">
            <a:schemeClr val="accent1"/>
          </a:fillRef>
          <a:effectRef idx="0">
            <a:schemeClr val="accent1"/>
          </a:effectRef>
          <a:fontRef idx="minor">
            <a:schemeClr val="tx1"/>
          </a:fontRef>
        </p:style>
      </p:cxnSp>
      <p:sp>
        <p:nvSpPr>
          <p:cNvPr id="57" name="流程图: 接点 21"/>
          <p:cNvSpPr/>
          <p:nvPr/>
        </p:nvSpPr>
        <p:spPr>
          <a:xfrm>
            <a:off x="2996728" y="2458739"/>
            <a:ext cx="72008" cy="68418"/>
          </a:xfrm>
          <a:prstGeom prst="flowChartConnector">
            <a:avLst/>
          </a:prstGeom>
          <a:solidFill>
            <a:srgbClr val="FFC000"/>
          </a:solidFill>
          <a:ln>
            <a:solidFill>
              <a:srgbClr val="FFC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58" name="流程图: 接点 21"/>
          <p:cNvSpPr/>
          <p:nvPr/>
        </p:nvSpPr>
        <p:spPr>
          <a:xfrm>
            <a:off x="2395996" y="3421881"/>
            <a:ext cx="72008" cy="68418"/>
          </a:xfrm>
          <a:prstGeom prst="flowChartConnector">
            <a:avLst/>
          </a:prstGeom>
          <a:solidFill>
            <a:srgbClr val="FFC000"/>
          </a:solidFill>
          <a:ln>
            <a:solidFill>
              <a:srgbClr val="FFC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69" name="文本框 68"/>
          <p:cNvSpPr txBox="1"/>
          <p:nvPr/>
        </p:nvSpPr>
        <p:spPr>
          <a:xfrm>
            <a:off x="251520" y="3188389"/>
            <a:ext cx="751032" cy="424732"/>
          </a:xfrm>
          <a:prstGeom prst="rect">
            <a:avLst/>
          </a:prstGeom>
          <a:noFill/>
        </p:spPr>
        <p:txBody>
          <a:bodyPr wrap="square" rtlCol="0">
            <a:spAutoFit/>
          </a:bodyPr>
          <a:lstStyle/>
          <a:p>
            <a:pPr>
              <a:lnSpc>
                <a:spcPct val="120000"/>
              </a:lnSpc>
            </a:pPr>
            <a:r>
              <a:rPr lang="en-US" altLang="zh-CN" sz="900" b="1" dirty="0">
                <a:solidFill>
                  <a:srgbClr val="FF0000"/>
                </a:solidFill>
                <a:cs typeface="+mn-ea"/>
                <a:sym typeface="+mn-lt"/>
              </a:rPr>
              <a:t>MR2 DVT</a:t>
            </a:r>
            <a:r>
              <a:rPr lang="zh-CN" altLang="en-US" sz="900" b="1" dirty="0">
                <a:solidFill>
                  <a:srgbClr val="FF0000"/>
                </a:solidFill>
                <a:cs typeface="+mn-ea"/>
                <a:sym typeface="+mn-lt"/>
              </a:rPr>
              <a:t>准入评审</a:t>
            </a:r>
          </a:p>
        </p:txBody>
      </p:sp>
      <p:sp>
        <p:nvSpPr>
          <p:cNvPr id="4" name="文本框 3">
            <a:extLst>
              <a:ext uri="{FF2B5EF4-FFF2-40B4-BE49-F238E27FC236}">
                <a16:creationId xmlns:a16="http://schemas.microsoft.com/office/drawing/2014/main" xmlns="" id="{7D2C04D9-3C4C-4FE1-8904-40AFC2C1F623}"/>
              </a:ext>
            </a:extLst>
          </p:cNvPr>
          <p:cNvSpPr txBox="1"/>
          <p:nvPr/>
        </p:nvSpPr>
        <p:spPr>
          <a:xfrm>
            <a:off x="7884368" y="2787774"/>
            <a:ext cx="648072" cy="481094"/>
          </a:xfrm>
          <a:prstGeom prst="rect">
            <a:avLst/>
          </a:prstGeom>
          <a:noFill/>
        </p:spPr>
        <p:txBody>
          <a:bodyPr wrap="square" rtlCol="0">
            <a:spAutoFit/>
          </a:bodyPr>
          <a:lstStyle/>
          <a:p>
            <a:pPr>
              <a:lnSpc>
                <a:spcPct val="120000"/>
              </a:lnSpc>
            </a:pPr>
            <a:r>
              <a:rPr lang="zh-CN" altLang="en-US" sz="1100" dirty="0">
                <a:solidFill>
                  <a:schemeClr val="tx1">
                    <a:lumMod val="75000"/>
                    <a:lumOff val="25000"/>
                  </a:schemeClr>
                </a:solidFill>
              </a:rPr>
              <a:t>首件</a:t>
            </a:r>
            <a:r>
              <a:rPr lang="en-US" altLang="zh-CN" sz="1100" dirty="0">
                <a:solidFill>
                  <a:schemeClr val="tx1">
                    <a:lumMod val="75000"/>
                    <a:lumOff val="25000"/>
                  </a:schemeClr>
                </a:solidFill>
              </a:rPr>
              <a:t>/</a:t>
            </a:r>
            <a:r>
              <a:rPr lang="zh-CN" altLang="en-US" sz="1100" dirty="0">
                <a:solidFill>
                  <a:schemeClr val="tx1">
                    <a:lumMod val="75000"/>
                    <a:lumOff val="25000"/>
                  </a:schemeClr>
                </a:solidFill>
              </a:rPr>
              <a:t>批量试制</a:t>
            </a:r>
            <a:endParaRPr lang="en-US" altLang="zh-CN" sz="1100" dirty="0">
              <a:solidFill>
                <a:schemeClr val="tx1">
                  <a:lumMod val="75000"/>
                  <a:lumOff val="25000"/>
                </a:schemeClr>
              </a:solidFill>
            </a:endParaRPr>
          </a:p>
        </p:txBody>
      </p:sp>
      <p:cxnSp>
        <p:nvCxnSpPr>
          <p:cNvPr id="53" name="直接连接符 52">
            <a:extLst>
              <a:ext uri="{FF2B5EF4-FFF2-40B4-BE49-F238E27FC236}">
                <a16:creationId xmlns:a16="http://schemas.microsoft.com/office/drawing/2014/main" xmlns="" id="{7809ED6D-A13C-4081-BAB1-90BEEFD2E0B3}"/>
              </a:ext>
            </a:extLst>
          </p:cNvPr>
          <p:cNvCxnSpPr/>
          <p:nvPr/>
        </p:nvCxnSpPr>
        <p:spPr>
          <a:xfrm>
            <a:off x="8460432" y="2014581"/>
            <a:ext cx="41362" cy="2501385"/>
          </a:xfrm>
          <a:prstGeom prst="line">
            <a:avLst/>
          </a:prstGeom>
          <a:ln w="22225">
            <a:solidFill>
              <a:srgbClr val="C00000"/>
            </a:solidFill>
            <a:prstDash val="dash"/>
          </a:ln>
        </p:spPr>
        <p:style>
          <a:lnRef idx="1">
            <a:schemeClr val="accent1"/>
          </a:lnRef>
          <a:fillRef idx="0">
            <a:schemeClr val="accent1"/>
          </a:fillRef>
          <a:effectRef idx="0">
            <a:schemeClr val="accent1"/>
          </a:effectRef>
          <a:fontRef idx="minor">
            <a:schemeClr val="tx1"/>
          </a:fontRef>
        </p:style>
      </p:cxnSp>
      <p:sp>
        <p:nvSpPr>
          <p:cNvPr id="54" name="五角星 76">
            <a:extLst>
              <a:ext uri="{FF2B5EF4-FFF2-40B4-BE49-F238E27FC236}">
                <a16:creationId xmlns:a16="http://schemas.microsoft.com/office/drawing/2014/main" xmlns="" id="{A7E42CA2-D7B6-46BC-9A90-7AEB813DA46C}"/>
              </a:ext>
            </a:extLst>
          </p:cNvPr>
          <p:cNvSpPr/>
          <p:nvPr/>
        </p:nvSpPr>
        <p:spPr>
          <a:xfrm>
            <a:off x="8532440" y="3003798"/>
            <a:ext cx="144019" cy="125994"/>
          </a:xfrm>
          <a:prstGeom prst="star5">
            <a:avLst/>
          </a:prstGeom>
          <a:solidFill>
            <a:srgbClr val="C00000"/>
          </a:solid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59" name="等腰三角形 58">
            <a:extLst>
              <a:ext uri="{FF2B5EF4-FFF2-40B4-BE49-F238E27FC236}">
                <a16:creationId xmlns:a16="http://schemas.microsoft.com/office/drawing/2014/main" xmlns="" id="{E7809963-291A-44D1-B7E3-888989D54216}"/>
              </a:ext>
            </a:extLst>
          </p:cNvPr>
          <p:cNvSpPr/>
          <p:nvPr/>
        </p:nvSpPr>
        <p:spPr>
          <a:xfrm>
            <a:off x="8100392" y="2139702"/>
            <a:ext cx="216024" cy="233560"/>
          </a:xfrm>
          <a:prstGeom prst="triangle">
            <a:avLst/>
          </a:prstGeom>
          <a:solidFill>
            <a:schemeClr val="accent6">
              <a:lumMod val="75000"/>
            </a:schemeClr>
          </a:solidFill>
          <a:ln>
            <a:solidFill>
              <a:schemeClr val="accent6">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cxnSp>
        <p:nvCxnSpPr>
          <p:cNvPr id="60" name="直接连接符 59">
            <a:extLst>
              <a:ext uri="{FF2B5EF4-FFF2-40B4-BE49-F238E27FC236}">
                <a16:creationId xmlns:a16="http://schemas.microsoft.com/office/drawing/2014/main" xmlns="" id="{52D341CC-285D-458E-AC3D-B7574518D3B3}"/>
              </a:ext>
            </a:extLst>
          </p:cNvPr>
          <p:cNvCxnSpPr/>
          <p:nvPr/>
        </p:nvCxnSpPr>
        <p:spPr>
          <a:xfrm>
            <a:off x="8208405" y="2362064"/>
            <a:ext cx="0" cy="386949"/>
          </a:xfrm>
          <a:prstGeom prst="line">
            <a:avLst/>
          </a:prstGeom>
          <a:ln w="22225">
            <a:solidFill>
              <a:schemeClr val="accent6">
                <a:lumMod val="75000"/>
              </a:schemeClr>
            </a:solidFill>
            <a:prstDash val="sysDot"/>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15754257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占位符 2"/>
          <p:cNvSpPr>
            <a:spLocks noGrp="1"/>
          </p:cNvSpPr>
          <p:nvPr>
            <p:ph type="body" sz="quarter" idx="11"/>
          </p:nvPr>
        </p:nvSpPr>
        <p:spPr>
          <a:xfrm>
            <a:off x="935596" y="2068032"/>
            <a:ext cx="7272807" cy="623248"/>
          </a:xfrm>
        </p:spPr>
        <p:txBody>
          <a:bodyPr/>
          <a:lstStyle/>
          <a:p>
            <a:r>
              <a:rPr lang="en-US" altLang="zh-CN" dirty="0">
                <a:latin typeface="+mn-lt"/>
                <a:ea typeface="+mn-ea"/>
                <a:cs typeface="+mn-ea"/>
                <a:sym typeface="+mn-lt"/>
              </a:rPr>
              <a:t>DVT</a:t>
            </a:r>
            <a:r>
              <a:rPr lang="zh-CN" altLang="en-US" dirty="0">
                <a:latin typeface="+mn-lt"/>
                <a:ea typeface="+mn-ea"/>
                <a:cs typeface="+mn-ea"/>
                <a:sym typeface="+mn-lt"/>
              </a:rPr>
              <a:t>主要工作</a:t>
            </a:r>
          </a:p>
        </p:txBody>
      </p:sp>
      <p:sp>
        <p:nvSpPr>
          <p:cNvPr id="5" name="文本占位符 4"/>
          <p:cNvSpPr>
            <a:spLocks noGrp="1"/>
          </p:cNvSpPr>
          <p:nvPr>
            <p:ph type="body" sz="quarter" idx="13"/>
          </p:nvPr>
        </p:nvSpPr>
        <p:spPr>
          <a:xfrm>
            <a:off x="3718437" y="3170861"/>
            <a:ext cx="4069655" cy="360040"/>
          </a:xfrm>
        </p:spPr>
        <p:txBody>
          <a:bodyPr/>
          <a:lstStyle/>
          <a:p>
            <a:r>
              <a:rPr lang="en-US" altLang="zh-CN" dirty="0" smtClean="0">
                <a:latin typeface="+mn-lt"/>
                <a:ea typeface="+mn-ea"/>
                <a:cs typeface="+mn-ea"/>
                <a:sym typeface="+mn-lt"/>
              </a:rPr>
              <a:t>DVT</a:t>
            </a:r>
            <a:r>
              <a:rPr lang="zh-CN" altLang="en-US" dirty="0" smtClean="0">
                <a:latin typeface="+mn-lt"/>
                <a:ea typeface="+mn-ea"/>
                <a:cs typeface="+mn-ea"/>
                <a:sym typeface="+mn-lt"/>
              </a:rPr>
              <a:t>启测准备事项</a:t>
            </a:r>
            <a:endParaRPr lang="zh-CN" altLang="en-US" dirty="0">
              <a:latin typeface="+mn-lt"/>
              <a:ea typeface="+mn-ea"/>
              <a:cs typeface="+mn-ea"/>
              <a:sym typeface="+mn-lt"/>
            </a:endParaRPr>
          </a:p>
        </p:txBody>
      </p:sp>
      <p:sp>
        <p:nvSpPr>
          <p:cNvPr id="7" name="文本占位符 6"/>
          <p:cNvSpPr>
            <a:spLocks noGrp="1"/>
          </p:cNvSpPr>
          <p:nvPr>
            <p:ph type="body" sz="quarter" idx="15"/>
          </p:nvPr>
        </p:nvSpPr>
        <p:spPr>
          <a:xfrm>
            <a:off x="3718437" y="3637451"/>
            <a:ext cx="4069655" cy="360040"/>
          </a:xfrm>
        </p:spPr>
        <p:txBody>
          <a:bodyPr/>
          <a:lstStyle/>
          <a:p>
            <a:r>
              <a:rPr lang="en-US" altLang="zh-CN" dirty="0">
                <a:latin typeface="+mn-lt"/>
                <a:ea typeface="+mn-ea"/>
                <a:cs typeface="+mn-ea"/>
                <a:sym typeface="+mn-lt"/>
              </a:rPr>
              <a:t>DVT</a:t>
            </a:r>
            <a:r>
              <a:rPr lang="zh-CN" altLang="en-US" dirty="0">
                <a:latin typeface="+mn-lt"/>
                <a:ea typeface="+mn-ea"/>
                <a:cs typeface="+mn-ea"/>
                <a:sym typeface="+mn-lt"/>
              </a:rPr>
              <a:t>机构安装评审</a:t>
            </a:r>
          </a:p>
        </p:txBody>
      </p:sp>
      <p:grpSp>
        <p:nvGrpSpPr>
          <p:cNvPr id="11" name="组合 10"/>
          <p:cNvGrpSpPr/>
          <p:nvPr/>
        </p:nvGrpSpPr>
        <p:grpSpPr>
          <a:xfrm>
            <a:off x="3347864" y="3291524"/>
            <a:ext cx="182434" cy="187187"/>
            <a:chOff x="6135110" y="3435846"/>
            <a:chExt cx="182434" cy="187187"/>
          </a:xfrm>
        </p:grpSpPr>
        <p:sp>
          <p:nvSpPr>
            <p:cNvPr id="12" name="等腰三角形 11"/>
            <p:cNvSpPr/>
            <p:nvPr/>
          </p:nvSpPr>
          <p:spPr>
            <a:xfrm rot="5400000">
              <a:off x="6122200" y="3448756"/>
              <a:ext cx="187187" cy="161367"/>
            </a:xfrm>
            <a:prstGeom prst="triangle">
              <a:avLst/>
            </a:prstGeom>
            <a:solidFill>
              <a:srgbClr val="E4E4E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285750" indent="-285750" algn="ctr">
                <a:buFont typeface="Calibri" panose="020F0502020204030204" pitchFamily="34" charset="0"/>
                <a:buChar char="∆"/>
              </a:pPr>
              <a:endParaRPr lang="zh-CN" altLang="en-US" dirty="0">
                <a:cs typeface="+mn-ea"/>
                <a:sym typeface="+mn-lt"/>
              </a:endParaRPr>
            </a:p>
          </p:txBody>
        </p:sp>
        <p:sp>
          <p:nvSpPr>
            <p:cNvPr id="13" name="等腰三角形 12"/>
            <p:cNvSpPr/>
            <p:nvPr/>
          </p:nvSpPr>
          <p:spPr>
            <a:xfrm rot="5400000">
              <a:off x="6143267" y="3448756"/>
              <a:ext cx="187187" cy="161367"/>
            </a:xfrm>
            <a:prstGeom prst="triangle">
              <a:avLst/>
            </a:prstGeom>
            <a:solidFill>
              <a:srgbClr val="AD283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285750" indent="-285750" algn="ctr">
                <a:buFont typeface="Calibri" panose="020F0502020204030204" pitchFamily="34" charset="0"/>
                <a:buChar char="∆"/>
              </a:pPr>
              <a:endParaRPr lang="zh-CN" altLang="en-US" dirty="0">
                <a:cs typeface="+mn-ea"/>
                <a:sym typeface="+mn-lt"/>
              </a:endParaRPr>
            </a:p>
          </p:txBody>
        </p:sp>
      </p:grpSp>
      <p:grpSp>
        <p:nvGrpSpPr>
          <p:cNvPr id="17" name="组合 16"/>
          <p:cNvGrpSpPr/>
          <p:nvPr/>
        </p:nvGrpSpPr>
        <p:grpSpPr>
          <a:xfrm>
            <a:off x="3358398" y="3723878"/>
            <a:ext cx="182434" cy="187187"/>
            <a:chOff x="6135110" y="3435846"/>
            <a:chExt cx="182434" cy="187187"/>
          </a:xfrm>
        </p:grpSpPr>
        <p:sp>
          <p:nvSpPr>
            <p:cNvPr id="18" name="等腰三角形 17"/>
            <p:cNvSpPr/>
            <p:nvPr/>
          </p:nvSpPr>
          <p:spPr>
            <a:xfrm rot="5400000">
              <a:off x="6122200" y="3448756"/>
              <a:ext cx="187187" cy="161367"/>
            </a:xfrm>
            <a:prstGeom prst="triangle">
              <a:avLst/>
            </a:prstGeom>
            <a:solidFill>
              <a:srgbClr val="E4E4E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285750" indent="-285750" algn="ctr">
                <a:buFont typeface="Calibri" panose="020F0502020204030204" pitchFamily="34" charset="0"/>
                <a:buChar char="∆"/>
              </a:pPr>
              <a:endParaRPr lang="zh-CN" altLang="en-US" dirty="0">
                <a:cs typeface="+mn-ea"/>
                <a:sym typeface="+mn-lt"/>
              </a:endParaRPr>
            </a:p>
          </p:txBody>
        </p:sp>
        <p:sp>
          <p:nvSpPr>
            <p:cNvPr id="19" name="等腰三角形 18"/>
            <p:cNvSpPr/>
            <p:nvPr/>
          </p:nvSpPr>
          <p:spPr>
            <a:xfrm rot="5400000">
              <a:off x="6143267" y="3448756"/>
              <a:ext cx="187187" cy="161367"/>
            </a:xfrm>
            <a:prstGeom prst="triangle">
              <a:avLst/>
            </a:prstGeom>
            <a:solidFill>
              <a:srgbClr val="AD283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285750" indent="-285750" algn="ctr">
                <a:buFont typeface="Calibri" panose="020F0502020204030204" pitchFamily="34" charset="0"/>
                <a:buChar char="∆"/>
              </a:pPr>
              <a:endParaRPr lang="zh-CN" altLang="en-US" dirty="0">
                <a:cs typeface="+mn-ea"/>
                <a:sym typeface="+mn-lt"/>
              </a:endParaRPr>
            </a:p>
          </p:txBody>
        </p:sp>
      </p:grpSp>
      <p:sp>
        <p:nvSpPr>
          <p:cNvPr id="14" name="文本占位符 6"/>
          <p:cNvSpPr>
            <a:spLocks noGrp="1"/>
          </p:cNvSpPr>
          <p:nvPr>
            <p:ph type="body" sz="quarter" idx="15"/>
          </p:nvPr>
        </p:nvSpPr>
        <p:spPr>
          <a:xfrm>
            <a:off x="3743811" y="4107376"/>
            <a:ext cx="4069655" cy="360040"/>
          </a:xfrm>
        </p:spPr>
        <p:txBody>
          <a:bodyPr/>
          <a:lstStyle/>
          <a:p>
            <a:r>
              <a:rPr lang="en-US" altLang="zh-CN" dirty="0">
                <a:latin typeface="+mn-lt"/>
                <a:ea typeface="+mn-ea"/>
                <a:cs typeface="+mn-ea"/>
                <a:sym typeface="+mn-lt"/>
              </a:rPr>
              <a:t>DVT</a:t>
            </a:r>
            <a:r>
              <a:rPr lang="zh-CN" altLang="en-US" dirty="0">
                <a:latin typeface="+mn-lt"/>
                <a:ea typeface="+mn-ea"/>
                <a:cs typeface="+mn-ea"/>
                <a:sym typeface="+mn-lt"/>
              </a:rPr>
              <a:t>测试</a:t>
            </a:r>
            <a:r>
              <a:rPr lang="en-US" altLang="zh-CN" dirty="0">
                <a:latin typeface="+mn-lt"/>
                <a:ea typeface="+mn-ea"/>
                <a:cs typeface="+mn-ea"/>
                <a:sym typeface="+mn-lt"/>
              </a:rPr>
              <a:t>/</a:t>
            </a:r>
            <a:r>
              <a:rPr lang="zh-CN" altLang="en-US" dirty="0">
                <a:latin typeface="+mn-lt"/>
                <a:ea typeface="+mn-ea"/>
                <a:cs typeface="+mn-ea"/>
                <a:sym typeface="+mn-lt"/>
              </a:rPr>
              <a:t>开发主要工作</a:t>
            </a:r>
          </a:p>
        </p:txBody>
      </p:sp>
      <p:grpSp>
        <p:nvGrpSpPr>
          <p:cNvPr id="15" name="组合 14"/>
          <p:cNvGrpSpPr/>
          <p:nvPr/>
        </p:nvGrpSpPr>
        <p:grpSpPr>
          <a:xfrm>
            <a:off x="3383772" y="4193803"/>
            <a:ext cx="182434" cy="187187"/>
            <a:chOff x="6135110" y="3435846"/>
            <a:chExt cx="182434" cy="187187"/>
          </a:xfrm>
        </p:grpSpPr>
        <p:sp>
          <p:nvSpPr>
            <p:cNvPr id="16" name="等腰三角形 15"/>
            <p:cNvSpPr/>
            <p:nvPr/>
          </p:nvSpPr>
          <p:spPr>
            <a:xfrm rot="5400000">
              <a:off x="6122200" y="3448756"/>
              <a:ext cx="187187" cy="161367"/>
            </a:xfrm>
            <a:prstGeom prst="triangle">
              <a:avLst/>
            </a:prstGeom>
            <a:solidFill>
              <a:srgbClr val="E4E4E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285750" indent="-285750" algn="ctr">
                <a:buFont typeface="Calibri" panose="020F0502020204030204" pitchFamily="34" charset="0"/>
                <a:buChar char="∆"/>
              </a:pPr>
              <a:endParaRPr lang="zh-CN" altLang="en-US" dirty="0">
                <a:cs typeface="+mn-ea"/>
                <a:sym typeface="+mn-lt"/>
              </a:endParaRPr>
            </a:p>
          </p:txBody>
        </p:sp>
        <p:sp>
          <p:nvSpPr>
            <p:cNvPr id="20" name="等腰三角形 19"/>
            <p:cNvSpPr/>
            <p:nvPr/>
          </p:nvSpPr>
          <p:spPr>
            <a:xfrm rot="5400000">
              <a:off x="6143267" y="3448756"/>
              <a:ext cx="187187" cy="161367"/>
            </a:xfrm>
            <a:prstGeom prst="triangle">
              <a:avLst/>
            </a:prstGeom>
            <a:solidFill>
              <a:srgbClr val="AD283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285750" indent="-285750" algn="ctr">
                <a:buFont typeface="Calibri" panose="020F0502020204030204" pitchFamily="34" charset="0"/>
                <a:buChar char="∆"/>
              </a:pPr>
              <a:endParaRPr lang="zh-CN" altLang="en-US" dirty="0">
                <a:cs typeface="+mn-ea"/>
                <a:sym typeface="+mn-lt"/>
              </a:endParaRPr>
            </a:p>
          </p:txBody>
        </p:sp>
      </p:grpSp>
      <p:sp>
        <p:nvSpPr>
          <p:cNvPr id="21" name="文本占位符 6"/>
          <p:cNvSpPr>
            <a:spLocks noGrp="1"/>
          </p:cNvSpPr>
          <p:nvPr>
            <p:ph type="body" sz="quarter" idx="15"/>
          </p:nvPr>
        </p:nvSpPr>
        <p:spPr>
          <a:xfrm>
            <a:off x="3743811" y="4534767"/>
            <a:ext cx="4069655" cy="360040"/>
          </a:xfrm>
        </p:spPr>
        <p:txBody>
          <a:bodyPr/>
          <a:lstStyle/>
          <a:p>
            <a:r>
              <a:rPr lang="en-US" altLang="zh-CN" dirty="0">
                <a:latin typeface="+mn-lt"/>
                <a:ea typeface="+mn-ea"/>
                <a:cs typeface="+mn-ea"/>
                <a:sym typeface="+mn-lt"/>
              </a:rPr>
              <a:t>DVT</a:t>
            </a:r>
            <a:r>
              <a:rPr lang="zh-CN" altLang="en-US" dirty="0">
                <a:latin typeface="+mn-lt"/>
                <a:ea typeface="+mn-ea"/>
                <a:cs typeface="+mn-ea"/>
                <a:sym typeface="+mn-lt"/>
              </a:rPr>
              <a:t>重点岗位主要工作</a:t>
            </a:r>
          </a:p>
        </p:txBody>
      </p:sp>
      <p:grpSp>
        <p:nvGrpSpPr>
          <p:cNvPr id="22" name="组合 21"/>
          <p:cNvGrpSpPr/>
          <p:nvPr/>
        </p:nvGrpSpPr>
        <p:grpSpPr>
          <a:xfrm>
            <a:off x="3383772" y="4621194"/>
            <a:ext cx="182434" cy="187187"/>
            <a:chOff x="6135110" y="3435846"/>
            <a:chExt cx="182434" cy="187187"/>
          </a:xfrm>
        </p:grpSpPr>
        <p:sp>
          <p:nvSpPr>
            <p:cNvPr id="23" name="等腰三角形 22"/>
            <p:cNvSpPr/>
            <p:nvPr/>
          </p:nvSpPr>
          <p:spPr>
            <a:xfrm rot="5400000">
              <a:off x="6122200" y="3448756"/>
              <a:ext cx="187187" cy="161367"/>
            </a:xfrm>
            <a:prstGeom prst="triangle">
              <a:avLst/>
            </a:prstGeom>
            <a:solidFill>
              <a:srgbClr val="E4E4E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285750" indent="-285750" algn="ctr">
                <a:buFont typeface="Calibri" panose="020F0502020204030204" pitchFamily="34" charset="0"/>
                <a:buChar char="∆"/>
              </a:pPr>
              <a:endParaRPr lang="zh-CN" altLang="en-US" dirty="0">
                <a:cs typeface="+mn-ea"/>
                <a:sym typeface="+mn-lt"/>
              </a:endParaRPr>
            </a:p>
          </p:txBody>
        </p:sp>
        <p:sp>
          <p:nvSpPr>
            <p:cNvPr id="24" name="等腰三角形 23"/>
            <p:cNvSpPr/>
            <p:nvPr/>
          </p:nvSpPr>
          <p:spPr>
            <a:xfrm rot="5400000">
              <a:off x="6143267" y="3448756"/>
              <a:ext cx="187187" cy="161367"/>
            </a:xfrm>
            <a:prstGeom prst="triangle">
              <a:avLst/>
            </a:prstGeom>
            <a:solidFill>
              <a:srgbClr val="AD283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285750" indent="-285750" algn="ctr">
                <a:buFont typeface="Calibri" panose="020F0502020204030204" pitchFamily="34" charset="0"/>
                <a:buChar char="∆"/>
              </a:pPr>
              <a:endParaRPr lang="zh-CN" altLang="en-US" dirty="0">
                <a:cs typeface="+mn-ea"/>
                <a:sym typeface="+mn-lt"/>
              </a:endParaRPr>
            </a:p>
          </p:txBody>
        </p:sp>
      </p:grpSp>
    </p:spTree>
    <p:extLst>
      <p:ext uri="{BB962C8B-B14F-4D97-AF65-F5344CB8AC3E}">
        <p14:creationId xmlns:p14="http://schemas.microsoft.com/office/powerpoint/2010/main" val="133373579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占位符 1"/>
          <p:cNvSpPr>
            <a:spLocks noGrp="1"/>
          </p:cNvSpPr>
          <p:nvPr>
            <p:ph type="body" sz="quarter" idx="13"/>
          </p:nvPr>
        </p:nvSpPr>
        <p:spPr/>
        <p:txBody>
          <a:bodyPr/>
          <a:lstStyle/>
          <a:p>
            <a:r>
              <a:rPr lang="en-US" altLang="zh-CN" dirty="0">
                <a:latin typeface="+mn-lt"/>
                <a:ea typeface="+mn-ea"/>
                <a:cs typeface="+mn-ea"/>
                <a:sym typeface="+mn-lt"/>
              </a:rPr>
              <a:t>DVT</a:t>
            </a:r>
            <a:r>
              <a:rPr lang="zh-CN" altLang="en-US" dirty="0">
                <a:latin typeface="+mn-lt"/>
                <a:ea typeface="+mn-ea"/>
                <a:cs typeface="+mn-ea"/>
                <a:sym typeface="+mn-lt"/>
              </a:rPr>
              <a:t>启测准备事项</a:t>
            </a:r>
          </a:p>
        </p:txBody>
      </p:sp>
      <p:graphicFrame>
        <p:nvGraphicFramePr>
          <p:cNvPr id="5" name="表格 4"/>
          <p:cNvGraphicFramePr>
            <a:graphicFrameLocks noGrp="1"/>
          </p:cNvGraphicFramePr>
          <p:nvPr>
            <p:extLst>
              <p:ext uri="{D42A27DB-BD31-4B8C-83A1-F6EECF244321}">
                <p14:modId xmlns:p14="http://schemas.microsoft.com/office/powerpoint/2010/main" val="1310509851"/>
              </p:ext>
            </p:extLst>
          </p:nvPr>
        </p:nvGraphicFramePr>
        <p:xfrm>
          <a:off x="1115616" y="915566"/>
          <a:ext cx="7272807" cy="3520856"/>
        </p:xfrm>
        <a:graphic>
          <a:graphicData uri="http://schemas.openxmlformats.org/drawingml/2006/table">
            <a:tbl>
              <a:tblPr>
                <a:tableStyleId>{5C22544A-7EE6-4342-B048-85BDC9FD1C3A}</a:tableStyleId>
              </a:tblPr>
              <a:tblGrid>
                <a:gridCol w="3400803">
                  <a:extLst>
                    <a:ext uri="{9D8B030D-6E8A-4147-A177-3AD203B41FA5}">
                      <a16:colId xmlns:a16="http://schemas.microsoft.com/office/drawing/2014/main" xmlns="" val="3450258799"/>
                    </a:ext>
                  </a:extLst>
                </a:gridCol>
                <a:gridCol w="1936002">
                  <a:extLst>
                    <a:ext uri="{9D8B030D-6E8A-4147-A177-3AD203B41FA5}">
                      <a16:colId xmlns:a16="http://schemas.microsoft.com/office/drawing/2014/main" xmlns="" val="2089343860"/>
                    </a:ext>
                  </a:extLst>
                </a:gridCol>
                <a:gridCol w="1936002">
                  <a:extLst>
                    <a:ext uri="{9D8B030D-6E8A-4147-A177-3AD203B41FA5}">
                      <a16:colId xmlns:a16="http://schemas.microsoft.com/office/drawing/2014/main" xmlns="" val="1480761418"/>
                    </a:ext>
                  </a:extLst>
                </a:gridCol>
              </a:tblGrid>
              <a:tr h="367578">
                <a:tc gridSpan="3">
                  <a:txBody>
                    <a:bodyPr/>
                    <a:lstStyle/>
                    <a:p>
                      <a:pPr algn="l" fontAlgn="b"/>
                      <a:r>
                        <a:rPr lang="en-US" altLang="zh-CN" sz="1200" b="1" u="none" strike="noStrike" dirty="0">
                          <a:solidFill>
                            <a:schemeClr val="bg1"/>
                          </a:solidFill>
                          <a:effectLst/>
                          <a:latin typeface="+mn-lt"/>
                          <a:ea typeface="+mn-ea"/>
                          <a:cs typeface="+mn-ea"/>
                          <a:sym typeface="+mn-lt"/>
                        </a:rPr>
                        <a:t>1</a:t>
                      </a:r>
                      <a:r>
                        <a:rPr lang="zh-CN" altLang="en-US" sz="1200" b="1" u="none" strike="noStrike" dirty="0">
                          <a:solidFill>
                            <a:schemeClr val="bg1"/>
                          </a:solidFill>
                          <a:effectLst/>
                          <a:latin typeface="+mn-lt"/>
                          <a:ea typeface="+mn-ea"/>
                          <a:cs typeface="+mn-ea"/>
                          <a:sym typeface="+mn-lt"/>
                        </a:rPr>
                        <a:t>、</a:t>
                      </a:r>
                      <a:r>
                        <a:rPr lang="en-US" altLang="zh-CN" sz="1200" b="1" u="none" strike="noStrike" dirty="0">
                          <a:solidFill>
                            <a:schemeClr val="bg1"/>
                          </a:solidFill>
                          <a:effectLst/>
                          <a:latin typeface="+mn-lt"/>
                          <a:ea typeface="+mn-ea"/>
                          <a:cs typeface="+mn-ea"/>
                          <a:sym typeface="+mn-lt"/>
                        </a:rPr>
                        <a:t>DVT</a:t>
                      </a:r>
                      <a:r>
                        <a:rPr lang="zh-CN" altLang="en-US" sz="1200" b="1" u="none" strike="noStrike" dirty="0">
                          <a:solidFill>
                            <a:schemeClr val="bg1"/>
                          </a:solidFill>
                          <a:effectLst/>
                          <a:latin typeface="+mn-lt"/>
                          <a:ea typeface="+mn-ea"/>
                          <a:cs typeface="+mn-ea"/>
                          <a:sym typeface="+mn-lt"/>
                        </a:rPr>
                        <a:t>测试计划评审已通过；</a:t>
                      </a:r>
                      <a:endParaRPr lang="zh-CN" altLang="en-US" sz="1200" b="1" i="0" u="none" strike="noStrike" dirty="0">
                        <a:solidFill>
                          <a:schemeClr val="bg1"/>
                        </a:solidFill>
                        <a:effectLst/>
                        <a:latin typeface="+mn-lt"/>
                        <a:ea typeface="+mn-ea"/>
                        <a:cs typeface="+mn-ea"/>
                        <a:sym typeface="+mn-lt"/>
                      </a:endParaRPr>
                    </a:p>
                  </a:txBody>
                  <a:tcPr marL="0" marR="0" marT="0" marB="0" anchor="b">
                    <a:lnL w="12700" cap="flat" cmpd="sng" algn="ctr">
                      <a:solidFill>
                        <a:schemeClr val="tx1">
                          <a:lumMod val="50000"/>
                          <a:lumOff val="50000"/>
                        </a:schemeClr>
                      </a:solidFill>
                      <a:prstDash val="solid"/>
                      <a:round/>
                      <a:headEnd type="none" w="med" len="med"/>
                      <a:tailEnd type="none" w="med" len="med"/>
                    </a:lnL>
                    <a:lnR w="12700" cap="flat" cmpd="sng" algn="ctr">
                      <a:solidFill>
                        <a:schemeClr val="tx1">
                          <a:lumMod val="50000"/>
                          <a:lumOff val="50000"/>
                        </a:schemeClr>
                      </a:solidFill>
                      <a:prstDash val="solid"/>
                      <a:round/>
                      <a:headEnd type="none" w="med" len="med"/>
                      <a:tailEnd type="none" w="med" len="med"/>
                    </a:lnR>
                    <a:lnT w="12700" cap="flat" cmpd="sng" algn="ctr">
                      <a:solidFill>
                        <a:schemeClr val="tx1">
                          <a:lumMod val="50000"/>
                          <a:lumOff val="50000"/>
                        </a:schemeClr>
                      </a:solidFill>
                      <a:prstDash val="solid"/>
                      <a:round/>
                      <a:headEnd type="none" w="med" len="med"/>
                      <a:tailEnd type="none" w="med" len="med"/>
                    </a:lnT>
                    <a:lnB w="12700" cap="flat" cmpd="sng" algn="ctr">
                      <a:solidFill>
                        <a:schemeClr val="tx1">
                          <a:lumMod val="50000"/>
                          <a:lumOff val="50000"/>
                        </a:schemeClr>
                      </a:solidFill>
                      <a:prstDash val="solid"/>
                      <a:round/>
                      <a:headEnd type="none" w="med" len="med"/>
                      <a:tailEnd type="none" w="med" len="med"/>
                    </a:lnB>
                    <a:solidFill>
                      <a:srgbClr val="AD2830"/>
                    </a:solidFill>
                  </a:tcPr>
                </a:tc>
                <a:tc hMerge="1">
                  <a:txBody>
                    <a:bodyPr/>
                    <a:lstStyle/>
                    <a:p>
                      <a:endParaRPr lang="zh-CN" altLang="en-US"/>
                    </a:p>
                  </a:txBody>
                  <a:tcPr/>
                </a:tc>
                <a:tc hMerge="1">
                  <a:txBody>
                    <a:bodyPr/>
                    <a:lstStyle/>
                    <a:p>
                      <a:pPr algn="l" fontAlgn="b"/>
                      <a:endParaRPr lang="zh-CN" altLang="en-US" sz="1200" b="0" i="0" u="none" strike="noStrike" dirty="0">
                        <a:solidFill>
                          <a:srgbClr val="000000"/>
                        </a:solidFill>
                        <a:effectLst/>
                        <a:latin typeface="+mn-ea"/>
                        <a:ea typeface="+mn-ea"/>
                      </a:endParaRPr>
                    </a:p>
                  </a:txBody>
                  <a:tcPr marL="0" marR="0" marT="0" marB="0" anchor="b">
                    <a:lnL w="12700" cap="flat" cmpd="sng" algn="ctr">
                      <a:solidFill>
                        <a:schemeClr val="tx1">
                          <a:lumMod val="50000"/>
                          <a:lumOff val="50000"/>
                        </a:schemeClr>
                      </a:solidFill>
                      <a:prstDash val="solid"/>
                      <a:round/>
                      <a:headEnd type="none" w="med" len="med"/>
                      <a:tailEnd type="none" w="med" len="med"/>
                    </a:lnL>
                    <a:lnR w="12700" cap="flat" cmpd="sng" algn="ctr">
                      <a:solidFill>
                        <a:schemeClr val="tx1">
                          <a:lumMod val="50000"/>
                          <a:lumOff val="50000"/>
                        </a:schemeClr>
                      </a:solidFill>
                      <a:prstDash val="solid"/>
                      <a:round/>
                      <a:headEnd type="none" w="med" len="med"/>
                      <a:tailEnd type="none" w="med" len="med"/>
                    </a:lnR>
                    <a:lnT w="12700" cap="flat" cmpd="sng" algn="ctr">
                      <a:solidFill>
                        <a:schemeClr val="tx1">
                          <a:lumMod val="50000"/>
                          <a:lumOff val="50000"/>
                        </a:schemeClr>
                      </a:solidFill>
                      <a:prstDash val="solid"/>
                      <a:round/>
                      <a:headEnd type="none" w="med" len="med"/>
                      <a:tailEnd type="none" w="med" len="med"/>
                    </a:lnT>
                    <a:lnB w="12700" cap="flat" cmpd="sng" algn="ctr">
                      <a:solidFill>
                        <a:schemeClr val="tx1">
                          <a:lumMod val="50000"/>
                          <a:lumOff val="50000"/>
                        </a:schemeClr>
                      </a:solidFill>
                      <a:prstDash val="solid"/>
                      <a:round/>
                      <a:headEnd type="none" w="med" len="med"/>
                      <a:tailEnd type="none" w="med" len="med"/>
                    </a:lnB>
                    <a:noFill/>
                  </a:tcPr>
                </a:tc>
                <a:extLst>
                  <a:ext uri="{0D108BD9-81ED-4DB2-BD59-A6C34878D82A}">
                    <a16:rowId xmlns:a16="http://schemas.microsoft.com/office/drawing/2014/main" xmlns="" val="2947955695"/>
                  </a:ext>
                </a:extLst>
              </a:tr>
              <a:tr h="320289">
                <a:tc>
                  <a:txBody>
                    <a:bodyPr/>
                    <a:lstStyle/>
                    <a:p>
                      <a:pPr lvl="0" algn="ctr" fontAlgn="b"/>
                      <a:r>
                        <a:rPr lang="zh-CN" altLang="en-US" sz="1200" u="none" strike="noStrike" dirty="0">
                          <a:effectLst/>
                          <a:latin typeface="+mn-lt"/>
                          <a:ea typeface="+mn-ea"/>
                          <a:cs typeface="+mn-ea"/>
                          <a:sym typeface="+mn-lt"/>
                        </a:rPr>
                        <a:t>工作产品名称</a:t>
                      </a:r>
                      <a:endParaRPr lang="zh-CN" altLang="en-US" sz="1200" b="0" i="0" u="none" strike="noStrike" dirty="0">
                        <a:solidFill>
                          <a:srgbClr val="000000"/>
                        </a:solidFill>
                        <a:effectLst/>
                        <a:latin typeface="+mn-lt"/>
                        <a:ea typeface="+mn-ea"/>
                        <a:cs typeface="+mn-ea"/>
                        <a:sym typeface="+mn-lt"/>
                      </a:endParaRPr>
                    </a:p>
                  </a:txBody>
                  <a:tcPr marL="0" marR="0" marT="0" marB="0" anchor="b">
                    <a:lnL w="12700" cap="flat" cmpd="sng" algn="ctr">
                      <a:solidFill>
                        <a:schemeClr val="tx1">
                          <a:lumMod val="50000"/>
                          <a:lumOff val="50000"/>
                        </a:schemeClr>
                      </a:solidFill>
                      <a:prstDash val="solid"/>
                      <a:round/>
                      <a:headEnd type="none" w="med" len="med"/>
                      <a:tailEnd type="none" w="med" len="med"/>
                    </a:lnL>
                    <a:lnR w="12700" cap="flat" cmpd="sng" algn="ctr">
                      <a:solidFill>
                        <a:schemeClr val="tx1">
                          <a:lumMod val="50000"/>
                          <a:lumOff val="50000"/>
                        </a:schemeClr>
                      </a:solidFill>
                      <a:prstDash val="solid"/>
                      <a:round/>
                      <a:headEnd type="none" w="med" len="med"/>
                      <a:tailEnd type="none" w="med" len="med"/>
                    </a:lnR>
                    <a:lnT w="12700" cap="flat" cmpd="sng" algn="ctr">
                      <a:solidFill>
                        <a:schemeClr val="tx1">
                          <a:lumMod val="50000"/>
                          <a:lumOff val="50000"/>
                        </a:schemeClr>
                      </a:solidFill>
                      <a:prstDash val="solid"/>
                      <a:round/>
                      <a:headEnd type="none" w="med" len="med"/>
                      <a:tailEnd type="none" w="med" len="med"/>
                    </a:lnT>
                    <a:lnB w="12700" cap="flat" cmpd="sng" algn="ctr">
                      <a:solidFill>
                        <a:schemeClr val="tx1">
                          <a:lumMod val="50000"/>
                          <a:lumOff val="50000"/>
                        </a:schemeClr>
                      </a:solidFill>
                      <a:prstDash val="solid"/>
                      <a:round/>
                      <a:headEnd type="none" w="med" len="med"/>
                      <a:tailEnd type="none" w="med" len="med"/>
                    </a:lnB>
                    <a:solidFill>
                      <a:schemeClr val="accent2">
                        <a:lumMod val="20000"/>
                        <a:lumOff val="80000"/>
                      </a:schemeClr>
                    </a:solidFill>
                  </a:tcPr>
                </a:tc>
                <a:tc>
                  <a:txBody>
                    <a:bodyPr/>
                    <a:lstStyle/>
                    <a:p>
                      <a:pPr algn="ctr" fontAlgn="b"/>
                      <a:r>
                        <a:rPr lang="zh-CN" altLang="en-US" sz="1200" u="none" strike="noStrike" dirty="0">
                          <a:effectLst/>
                          <a:latin typeface="+mn-lt"/>
                          <a:ea typeface="+mn-ea"/>
                          <a:cs typeface="+mn-ea"/>
                          <a:sym typeface="+mn-lt"/>
                        </a:rPr>
                        <a:t>责任人</a:t>
                      </a:r>
                      <a:endParaRPr lang="zh-CN" altLang="en-US" sz="1200" b="0" i="0" u="none" strike="noStrike" dirty="0">
                        <a:solidFill>
                          <a:srgbClr val="000000"/>
                        </a:solidFill>
                        <a:effectLst/>
                        <a:latin typeface="+mn-lt"/>
                        <a:ea typeface="+mn-ea"/>
                        <a:cs typeface="+mn-ea"/>
                        <a:sym typeface="+mn-lt"/>
                      </a:endParaRPr>
                    </a:p>
                  </a:txBody>
                  <a:tcPr marL="0" marR="0" marT="0" marB="0" anchor="b">
                    <a:lnL w="12700" cap="flat" cmpd="sng" algn="ctr">
                      <a:solidFill>
                        <a:schemeClr val="tx1">
                          <a:lumMod val="50000"/>
                          <a:lumOff val="50000"/>
                        </a:schemeClr>
                      </a:solidFill>
                      <a:prstDash val="solid"/>
                      <a:round/>
                      <a:headEnd type="none" w="med" len="med"/>
                      <a:tailEnd type="none" w="med" len="med"/>
                    </a:lnL>
                    <a:lnR w="12700" cap="flat" cmpd="sng" algn="ctr">
                      <a:solidFill>
                        <a:schemeClr val="tx1">
                          <a:lumMod val="50000"/>
                          <a:lumOff val="50000"/>
                        </a:schemeClr>
                      </a:solidFill>
                      <a:prstDash val="solid"/>
                      <a:round/>
                      <a:headEnd type="none" w="med" len="med"/>
                      <a:tailEnd type="none" w="med" len="med"/>
                    </a:lnR>
                    <a:lnT w="12700" cap="flat" cmpd="sng" algn="ctr">
                      <a:solidFill>
                        <a:schemeClr val="tx1">
                          <a:lumMod val="50000"/>
                          <a:lumOff val="50000"/>
                        </a:schemeClr>
                      </a:solidFill>
                      <a:prstDash val="solid"/>
                      <a:round/>
                      <a:headEnd type="none" w="med" len="med"/>
                      <a:tailEnd type="none" w="med" len="med"/>
                    </a:lnT>
                    <a:lnB w="12700" cap="flat" cmpd="sng" algn="ctr">
                      <a:solidFill>
                        <a:schemeClr val="tx1">
                          <a:lumMod val="50000"/>
                          <a:lumOff val="50000"/>
                        </a:schemeClr>
                      </a:solidFill>
                      <a:prstDash val="solid"/>
                      <a:round/>
                      <a:headEnd type="none" w="med" len="med"/>
                      <a:tailEnd type="none" w="med" len="med"/>
                    </a:lnB>
                    <a:solidFill>
                      <a:schemeClr val="accent2">
                        <a:lumMod val="20000"/>
                        <a:lumOff val="80000"/>
                      </a:schemeClr>
                    </a:solidFill>
                  </a:tcPr>
                </a:tc>
                <a:tc>
                  <a:txBody>
                    <a:bodyPr/>
                    <a:lstStyle/>
                    <a:p>
                      <a:pPr algn="ctr" fontAlgn="b"/>
                      <a:r>
                        <a:rPr lang="zh-CN" altLang="en-US" sz="1200" b="0" i="0" u="none" strike="noStrike" dirty="0">
                          <a:solidFill>
                            <a:srgbClr val="000000"/>
                          </a:solidFill>
                          <a:effectLst/>
                          <a:latin typeface="+mn-lt"/>
                          <a:ea typeface="+mn-ea"/>
                          <a:cs typeface="+mn-ea"/>
                          <a:sym typeface="+mn-lt"/>
                        </a:rPr>
                        <a:t>评审模式</a:t>
                      </a:r>
                    </a:p>
                  </a:txBody>
                  <a:tcPr marL="0" marR="0" marT="0" marB="0" anchor="b">
                    <a:lnL w="12700" cap="flat" cmpd="sng" algn="ctr">
                      <a:solidFill>
                        <a:schemeClr val="tx1">
                          <a:lumMod val="50000"/>
                          <a:lumOff val="50000"/>
                        </a:schemeClr>
                      </a:solidFill>
                      <a:prstDash val="solid"/>
                      <a:round/>
                      <a:headEnd type="none" w="med" len="med"/>
                      <a:tailEnd type="none" w="med" len="med"/>
                    </a:lnL>
                    <a:lnR w="12700" cap="flat" cmpd="sng" algn="ctr">
                      <a:solidFill>
                        <a:schemeClr val="tx1">
                          <a:lumMod val="50000"/>
                          <a:lumOff val="50000"/>
                        </a:schemeClr>
                      </a:solidFill>
                      <a:prstDash val="solid"/>
                      <a:round/>
                      <a:headEnd type="none" w="med" len="med"/>
                      <a:tailEnd type="none" w="med" len="med"/>
                    </a:lnR>
                    <a:lnT w="12700" cap="flat" cmpd="sng" algn="ctr">
                      <a:solidFill>
                        <a:schemeClr val="tx1">
                          <a:lumMod val="50000"/>
                          <a:lumOff val="50000"/>
                        </a:schemeClr>
                      </a:solidFill>
                      <a:prstDash val="solid"/>
                      <a:round/>
                      <a:headEnd type="none" w="med" len="med"/>
                      <a:tailEnd type="none" w="med" len="med"/>
                    </a:lnT>
                    <a:lnB w="12700" cap="flat" cmpd="sng" algn="ctr">
                      <a:solidFill>
                        <a:schemeClr val="tx1">
                          <a:lumMod val="50000"/>
                          <a:lumOff val="50000"/>
                        </a:schemeClr>
                      </a:solidFill>
                      <a:prstDash val="solid"/>
                      <a:round/>
                      <a:headEnd type="none" w="med" len="med"/>
                      <a:tailEnd type="none" w="med" len="med"/>
                    </a:lnB>
                    <a:solidFill>
                      <a:schemeClr val="accent2">
                        <a:lumMod val="20000"/>
                        <a:lumOff val="80000"/>
                      </a:schemeClr>
                    </a:solidFill>
                  </a:tcPr>
                </a:tc>
                <a:extLst>
                  <a:ext uri="{0D108BD9-81ED-4DB2-BD59-A6C34878D82A}">
                    <a16:rowId xmlns:a16="http://schemas.microsoft.com/office/drawing/2014/main" xmlns="" val="3850576110"/>
                  </a:ext>
                </a:extLst>
              </a:tr>
              <a:tr h="320289">
                <a:tc>
                  <a:txBody>
                    <a:bodyPr/>
                    <a:lstStyle/>
                    <a:p>
                      <a:pPr lvl="1" algn="l" fontAlgn="ctr"/>
                      <a:r>
                        <a:rPr lang="en-US" altLang="zh-CN" sz="1200" u="none" strike="noStrike" dirty="0">
                          <a:effectLst/>
                          <a:latin typeface="+mn-lt"/>
                          <a:ea typeface="+mn-ea"/>
                          <a:cs typeface="+mn-ea"/>
                          <a:sym typeface="+mn-lt"/>
                        </a:rPr>
                        <a:t>《</a:t>
                      </a:r>
                      <a:r>
                        <a:rPr lang="en-US" sz="1200" u="none" strike="noStrike" dirty="0">
                          <a:effectLst/>
                          <a:latin typeface="+mn-lt"/>
                          <a:ea typeface="+mn-ea"/>
                          <a:cs typeface="+mn-ea"/>
                          <a:sym typeface="+mn-lt"/>
                        </a:rPr>
                        <a:t>SIT</a:t>
                      </a:r>
                      <a:r>
                        <a:rPr lang="zh-CN" altLang="en-US" sz="1200" u="none" strike="noStrike" dirty="0">
                          <a:effectLst/>
                          <a:latin typeface="+mn-lt"/>
                          <a:ea typeface="+mn-ea"/>
                          <a:cs typeface="+mn-ea"/>
                          <a:sym typeface="+mn-lt"/>
                        </a:rPr>
                        <a:t>测试计划</a:t>
                      </a:r>
                      <a:r>
                        <a:rPr lang="en-US" altLang="zh-CN" sz="1200" u="none" strike="noStrike" dirty="0">
                          <a:effectLst/>
                          <a:latin typeface="+mn-lt"/>
                          <a:ea typeface="+mn-ea"/>
                          <a:cs typeface="+mn-ea"/>
                          <a:sym typeface="+mn-lt"/>
                        </a:rPr>
                        <a:t>》</a:t>
                      </a:r>
                      <a:endParaRPr lang="zh-CN" altLang="en-US" sz="1200" b="0" i="0" u="none" strike="noStrike" dirty="0">
                        <a:solidFill>
                          <a:srgbClr val="000000"/>
                        </a:solidFill>
                        <a:effectLst/>
                        <a:latin typeface="+mn-lt"/>
                        <a:ea typeface="+mn-ea"/>
                        <a:cs typeface="+mn-ea"/>
                        <a:sym typeface="+mn-lt"/>
                      </a:endParaRPr>
                    </a:p>
                  </a:txBody>
                  <a:tcPr marL="0" marR="0" marT="0" marB="0" anchor="ctr">
                    <a:lnL w="12700" cap="flat" cmpd="sng" algn="ctr">
                      <a:solidFill>
                        <a:schemeClr val="tx1">
                          <a:lumMod val="50000"/>
                          <a:lumOff val="50000"/>
                        </a:schemeClr>
                      </a:solidFill>
                      <a:prstDash val="solid"/>
                      <a:round/>
                      <a:headEnd type="none" w="med" len="med"/>
                      <a:tailEnd type="none" w="med" len="med"/>
                    </a:lnL>
                    <a:lnR w="12700" cap="flat" cmpd="sng" algn="ctr">
                      <a:solidFill>
                        <a:schemeClr val="tx1">
                          <a:lumMod val="50000"/>
                          <a:lumOff val="50000"/>
                        </a:schemeClr>
                      </a:solidFill>
                      <a:prstDash val="solid"/>
                      <a:round/>
                      <a:headEnd type="none" w="med" len="med"/>
                      <a:tailEnd type="none" w="med" len="med"/>
                    </a:lnR>
                    <a:lnT w="12700" cap="flat" cmpd="sng" algn="ctr">
                      <a:solidFill>
                        <a:schemeClr val="tx1">
                          <a:lumMod val="50000"/>
                          <a:lumOff val="50000"/>
                        </a:schemeClr>
                      </a:solidFill>
                      <a:prstDash val="solid"/>
                      <a:round/>
                      <a:headEnd type="none" w="med" len="med"/>
                      <a:tailEnd type="none" w="med" len="med"/>
                    </a:lnT>
                    <a:lnB w="12700" cap="flat" cmpd="sng" algn="ctr">
                      <a:solidFill>
                        <a:schemeClr val="tx1">
                          <a:lumMod val="50000"/>
                          <a:lumOff val="50000"/>
                        </a:schemeClr>
                      </a:solidFill>
                      <a:prstDash val="solid"/>
                      <a:round/>
                      <a:headEnd type="none" w="med" len="med"/>
                      <a:tailEnd type="none" w="med" len="med"/>
                    </a:lnB>
                    <a:noFill/>
                  </a:tcPr>
                </a:tc>
                <a:tc>
                  <a:txBody>
                    <a:bodyPr/>
                    <a:lstStyle/>
                    <a:p>
                      <a:pPr algn="ctr" fontAlgn="ctr"/>
                      <a:r>
                        <a:rPr lang="en-US" sz="1200" u="none" strike="noStrike" dirty="0">
                          <a:effectLst/>
                          <a:latin typeface="+mn-lt"/>
                          <a:ea typeface="+mn-ea"/>
                          <a:cs typeface="+mn-ea"/>
                          <a:sym typeface="+mn-lt"/>
                        </a:rPr>
                        <a:t>TPM(</a:t>
                      </a:r>
                      <a:r>
                        <a:rPr lang="zh-CN" altLang="en-US" sz="1200" u="none" strike="noStrike" dirty="0">
                          <a:effectLst/>
                          <a:latin typeface="+mn-lt"/>
                          <a:ea typeface="+mn-ea"/>
                          <a:cs typeface="+mn-ea"/>
                          <a:sym typeface="+mn-lt"/>
                        </a:rPr>
                        <a:t>测试代表</a:t>
                      </a:r>
                      <a:r>
                        <a:rPr lang="en-US" altLang="zh-CN" sz="1200" u="none" strike="noStrike" dirty="0">
                          <a:effectLst/>
                          <a:latin typeface="+mn-lt"/>
                          <a:ea typeface="+mn-ea"/>
                          <a:cs typeface="+mn-ea"/>
                          <a:sym typeface="+mn-lt"/>
                        </a:rPr>
                        <a:t>)</a:t>
                      </a:r>
                      <a:endParaRPr lang="en-US" altLang="zh-CN" sz="1200" b="0" i="0" u="none" strike="noStrike" dirty="0">
                        <a:solidFill>
                          <a:srgbClr val="000000"/>
                        </a:solidFill>
                        <a:effectLst/>
                        <a:latin typeface="+mn-lt"/>
                        <a:ea typeface="+mn-ea"/>
                        <a:cs typeface="+mn-ea"/>
                        <a:sym typeface="+mn-lt"/>
                      </a:endParaRPr>
                    </a:p>
                  </a:txBody>
                  <a:tcPr marL="0" marR="0" marT="0" marB="0" anchor="ctr">
                    <a:lnL w="12700" cap="flat" cmpd="sng" algn="ctr">
                      <a:solidFill>
                        <a:schemeClr val="tx1">
                          <a:lumMod val="50000"/>
                          <a:lumOff val="50000"/>
                        </a:schemeClr>
                      </a:solidFill>
                      <a:prstDash val="solid"/>
                      <a:round/>
                      <a:headEnd type="none" w="med" len="med"/>
                      <a:tailEnd type="none" w="med" len="med"/>
                    </a:lnL>
                    <a:lnR w="12700" cap="flat" cmpd="sng" algn="ctr">
                      <a:solidFill>
                        <a:schemeClr val="tx1">
                          <a:lumMod val="50000"/>
                          <a:lumOff val="50000"/>
                        </a:schemeClr>
                      </a:solidFill>
                      <a:prstDash val="solid"/>
                      <a:round/>
                      <a:headEnd type="none" w="med" len="med"/>
                      <a:tailEnd type="none" w="med" len="med"/>
                    </a:lnR>
                    <a:lnT w="12700" cap="flat" cmpd="sng" algn="ctr">
                      <a:solidFill>
                        <a:schemeClr val="tx1">
                          <a:lumMod val="50000"/>
                          <a:lumOff val="50000"/>
                        </a:schemeClr>
                      </a:solidFill>
                      <a:prstDash val="solid"/>
                      <a:round/>
                      <a:headEnd type="none" w="med" len="med"/>
                      <a:tailEnd type="none" w="med" len="med"/>
                    </a:lnT>
                    <a:lnB w="12700" cap="flat" cmpd="sng" algn="ctr">
                      <a:solidFill>
                        <a:schemeClr val="tx1">
                          <a:lumMod val="50000"/>
                          <a:lumOff val="50000"/>
                        </a:schemeClr>
                      </a:solidFill>
                      <a:prstDash val="solid"/>
                      <a:round/>
                      <a:headEnd type="none" w="med" len="med"/>
                      <a:tailEnd type="none" w="med" len="med"/>
                    </a:lnB>
                    <a:noFill/>
                  </a:tcPr>
                </a:tc>
                <a:tc rowSpan="6">
                  <a:txBody>
                    <a:bodyPr/>
                    <a:lstStyle/>
                    <a:p>
                      <a:pPr algn="ctr" fontAlgn="ctr"/>
                      <a:r>
                        <a:rPr lang="en-US" altLang="zh-CN" sz="1200" b="0" i="0" u="none" strike="noStrike" dirty="0">
                          <a:solidFill>
                            <a:srgbClr val="000000"/>
                          </a:solidFill>
                          <a:effectLst/>
                          <a:latin typeface="+mn-lt"/>
                          <a:ea typeface="+mn-ea"/>
                          <a:cs typeface="+mn-ea"/>
                          <a:sym typeface="+mn-lt"/>
                        </a:rPr>
                        <a:t>PLM</a:t>
                      </a:r>
                      <a:r>
                        <a:rPr lang="zh-CN" altLang="en-US" sz="1200" b="0" i="0" u="none" strike="noStrike" dirty="0">
                          <a:solidFill>
                            <a:srgbClr val="000000"/>
                          </a:solidFill>
                          <a:effectLst/>
                          <a:latin typeface="+mn-lt"/>
                          <a:ea typeface="+mn-ea"/>
                          <a:cs typeface="+mn-ea"/>
                          <a:sym typeface="+mn-lt"/>
                        </a:rPr>
                        <a:t>线上审核发布</a:t>
                      </a:r>
                      <a:endParaRPr lang="en-US" altLang="zh-CN" sz="1200" b="0" i="0" u="none" strike="noStrike" dirty="0">
                        <a:solidFill>
                          <a:srgbClr val="000000"/>
                        </a:solidFill>
                        <a:effectLst/>
                        <a:latin typeface="+mn-lt"/>
                        <a:ea typeface="+mn-ea"/>
                        <a:cs typeface="+mn-ea"/>
                        <a:sym typeface="+mn-lt"/>
                      </a:endParaRPr>
                    </a:p>
                  </a:txBody>
                  <a:tcPr marL="0" marR="0" marT="0" marB="0" anchor="ctr">
                    <a:lnL w="12700" cap="flat" cmpd="sng" algn="ctr">
                      <a:solidFill>
                        <a:schemeClr val="tx1">
                          <a:lumMod val="50000"/>
                          <a:lumOff val="50000"/>
                        </a:schemeClr>
                      </a:solidFill>
                      <a:prstDash val="solid"/>
                      <a:round/>
                      <a:headEnd type="none" w="med" len="med"/>
                      <a:tailEnd type="none" w="med" len="med"/>
                    </a:lnL>
                    <a:lnR w="12700" cap="flat" cmpd="sng" algn="ctr">
                      <a:solidFill>
                        <a:schemeClr val="tx1">
                          <a:lumMod val="50000"/>
                          <a:lumOff val="50000"/>
                        </a:schemeClr>
                      </a:solidFill>
                      <a:prstDash val="solid"/>
                      <a:round/>
                      <a:headEnd type="none" w="med" len="med"/>
                      <a:tailEnd type="none" w="med" len="med"/>
                    </a:lnR>
                    <a:lnT w="12700" cap="flat" cmpd="sng" algn="ctr">
                      <a:solidFill>
                        <a:schemeClr val="tx1">
                          <a:lumMod val="50000"/>
                          <a:lumOff val="50000"/>
                        </a:schemeClr>
                      </a:solidFill>
                      <a:prstDash val="solid"/>
                      <a:round/>
                      <a:headEnd type="none" w="med" len="med"/>
                      <a:tailEnd type="none" w="med" len="med"/>
                    </a:lnT>
                    <a:lnB w="12700" cap="flat" cmpd="sng" algn="ctr">
                      <a:solidFill>
                        <a:schemeClr val="tx1">
                          <a:lumMod val="50000"/>
                          <a:lumOff val="50000"/>
                        </a:schemeClr>
                      </a:solidFill>
                      <a:prstDash val="solid"/>
                      <a:round/>
                      <a:headEnd type="none" w="med" len="med"/>
                      <a:tailEnd type="none" w="med" len="med"/>
                    </a:lnB>
                    <a:noFill/>
                  </a:tcPr>
                </a:tc>
                <a:extLst>
                  <a:ext uri="{0D108BD9-81ED-4DB2-BD59-A6C34878D82A}">
                    <a16:rowId xmlns:a16="http://schemas.microsoft.com/office/drawing/2014/main" xmlns="" val="524478937"/>
                  </a:ext>
                </a:extLst>
              </a:tr>
              <a:tr h="320289">
                <a:tc>
                  <a:txBody>
                    <a:bodyPr/>
                    <a:lstStyle/>
                    <a:p>
                      <a:pPr lvl="1" algn="l" fontAlgn="ctr"/>
                      <a:r>
                        <a:rPr lang="en-US" altLang="zh-CN" sz="1200" u="none" strike="noStrike" dirty="0">
                          <a:effectLst/>
                          <a:latin typeface="+mn-lt"/>
                          <a:ea typeface="+mn-ea"/>
                          <a:cs typeface="+mn-ea"/>
                          <a:sym typeface="+mn-lt"/>
                        </a:rPr>
                        <a:t>《</a:t>
                      </a:r>
                      <a:r>
                        <a:rPr lang="en-US" sz="1200" u="none" strike="noStrike" dirty="0">
                          <a:effectLst/>
                          <a:latin typeface="+mn-lt"/>
                          <a:ea typeface="+mn-ea"/>
                          <a:cs typeface="+mn-ea"/>
                          <a:sym typeface="+mn-lt"/>
                        </a:rPr>
                        <a:t>SI</a:t>
                      </a:r>
                      <a:r>
                        <a:rPr lang="zh-CN" altLang="en-US" sz="1200" u="none" strike="noStrike" dirty="0">
                          <a:effectLst/>
                          <a:latin typeface="+mn-lt"/>
                          <a:ea typeface="+mn-ea"/>
                          <a:cs typeface="+mn-ea"/>
                          <a:sym typeface="+mn-lt"/>
                        </a:rPr>
                        <a:t>测试计划</a:t>
                      </a:r>
                      <a:r>
                        <a:rPr lang="en-US" altLang="zh-CN" sz="1200" u="none" strike="noStrike" dirty="0">
                          <a:effectLst/>
                          <a:latin typeface="+mn-lt"/>
                          <a:ea typeface="+mn-ea"/>
                          <a:cs typeface="+mn-ea"/>
                          <a:sym typeface="+mn-lt"/>
                        </a:rPr>
                        <a:t>》</a:t>
                      </a:r>
                      <a:endParaRPr lang="zh-CN" altLang="en-US" sz="1200" b="0" i="0" u="none" strike="noStrike" dirty="0">
                        <a:solidFill>
                          <a:srgbClr val="000000"/>
                        </a:solidFill>
                        <a:effectLst/>
                        <a:latin typeface="+mn-lt"/>
                        <a:ea typeface="+mn-ea"/>
                        <a:cs typeface="+mn-ea"/>
                        <a:sym typeface="+mn-lt"/>
                      </a:endParaRPr>
                    </a:p>
                  </a:txBody>
                  <a:tcPr marL="0" marR="0" marT="0" marB="0" anchor="ctr">
                    <a:lnL w="12700" cap="flat" cmpd="sng" algn="ctr">
                      <a:solidFill>
                        <a:schemeClr val="tx1">
                          <a:lumMod val="50000"/>
                          <a:lumOff val="50000"/>
                        </a:schemeClr>
                      </a:solidFill>
                      <a:prstDash val="solid"/>
                      <a:round/>
                      <a:headEnd type="none" w="med" len="med"/>
                      <a:tailEnd type="none" w="med" len="med"/>
                    </a:lnL>
                    <a:lnR w="12700" cap="flat" cmpd="sng" algn="ctr">
                      <a:solidFill>
                        <a:schemeClr val="tx1">
                          <a:lumMod val="50000"/>
                          <a:lumOff val="50000"/>
                        </a:schemeClr>
                      </a:solidFill>
                      <a:prstDash val="solid"/>
                      <a:round/>
                      <a:headEnd type="none" w="med" len="med"/>
                      <a:tailEnd type="none" w="med" len="med"/>
                    </a:lnR>
                    <a:lnT w="12700" cap="flat" cmpd="sng" algn="ctr">
                      <a:solidFill>
                        <a:schemeClr val="tx1">
                          <a:lumMod val="50000"/>
                          <a:lumOff val="50000"/>
                        </a:schemeClr>
                      </a:solidFill>
                      <a:prstDash val="solid"/>
                      <a:round/>
                      <a:headEnd type="none" w="med" len="med"/>
                      <a:tailEnd type="none" w="med" len="med"/>
                    </a:lnT>
                    <a:lnB w="12700" cap="flat" cmpd="sng" algn="ctr">
                      <a:solidFill>
                        <a:schemeClr val="tx1">
                          <a:lumMod val="50000"/>
                          <a:lumOff val="50000"/>
                        </a:schemeClr>
                      </a:solidFill>
                      <a:prstDash val="solid"/>
                      <a:round/>
                      <a:headEnd type="none" w="med" len="med"/>
                      <a:tailEnd type="none" w="med" len="med"/>
                    </a:lnB>
                    <a:noFill/>
                  </a:tcPr>
                </a:tc>
                <a:tc>
                  <a:txBody>
                    <a:bodyPr/>
                    <a:lstStyle/>
                    <a:p>
                      <a:pPr algn="ctr" fontAlgn="ctr"/>
                      <a:r>
                        <a:rPr lang="en-US" sz="1200" u="none" strike="noStrike" dirty="0">
                          <a:effectLst/>
                          <a:latin typeface="+mn-lt"/>
                          <a:ea typeface="+mn-ea"/>
                          <a:cs typeface="+mn-ea"/>
                          <a:sym typeface="+mn-lt"/>
                        </a:rPr>
                        <a:t>SI</a:t>
                      </a:r>
                      <a:r>
                        <a:rPr lang="zh-CN" altLang="en-US" sz="1200" u="none" strike="noStrike" dirty="0">
                          <a:effectLst/>
                          <a:latin typeface="+mn-lt"/>
                          <a:ea typeface="+mn-ea"/>
                          <a:cs typeface="+mn-ea"/>
                          <a:sym typeface="+mn-lt"/>
                        </a:rPr>
                        <a:t>测试工程师</a:t>
                      </a:r>
                      <a:endParaRPr lang="zh-CN" altLang="en-US" sz="1200" b="0" i="0" u="none" strike="noStrike" dirty="0">
                        <a:solidFill>
                          <a:srgbClr val="000000"/>
                        </a:solidFill>
                        <a:effectLst/>
                        <a:latin typeface="+mn-lt"/>
                        <a:ea typeface="+mn-ea"/>
                        <a:cs typeface="+mn-ea"/>
                        <a:sym typeface="+mn-lt"/>
                      </a:endParaRPr>
                    </a:p>
                  </a:txBody>
                  <a:tcPr marL="0" marR="0" marT="0" marB="0" anchor="ctr">
                    <a:lnL w="12700" cap="flat" cmpd="sng" algn="ctr">
                      <a:solidFill>
                        <a:schemeClr val="tx1">
                          <a:lumMod val="50000"/>
                          <a:lumOff val="50000"/>
                        </a:schemeClr>
                      </a:solidFill>
                      <a:prstDash val="solid"/>
                      <a:round/>
                      <a:headEnd type="none" w="med" len="med"/>
                      <a:tailEnd type="none" w="med" len="med"/>
                    </a:lnL>
                    <a:lnR w="12700" cap="flat" cmpd="sng" algn="ctr">
                      <a:solidFill>
                        <a:schemeClr val="tx1">
                          <a:lumMod val="50000"/>
                          <a:lumOff val="50000"/>
                        </a:schemeClr>
                      </a:solidFill>
                      <a:prstDash val="solid"/>
                      <a:round/>
                      <a:headEnd type="none" w="med" len="med"/>
                      <a:tailEnd type="none" w="med" len="med"/>
                    </a:lnR>
                    <a:lnT w="12700" cap="flat" cmpd="sng" algn="ctr">
                      <a:solidFill>
                        <a:schemeClr val="tx1">
                          <a:lumMod val="50000"/>
                          <a:lumOff val="50000"/>
                        </a:schemeClr>
                      </a:solidFill>
                      <a:prstDash val="solid"/>
                      <a:round/>
                      <a:headEnd type="none" w="med" len="med"/>
                      <a:tailEnd type="none" w="med" len="med"/>
                    </a:lnT>
                    <a:lnB w="12700" cap="flat" cmpd="sng" algn="ctr">
                      <a:solidFill>
                        <a:schemeClr val="tx1">
                          <a:lumMod val="50000"/>
                          <a:lumOff val="50000"/>
                        </a:schemeClr>
                      </a:solidFill>
                      <a:prstDash val="solid"/>
                      <a:round/>
                      <a:headEnd type="none" w="med" len="med"/>
                      <a:tailEnd type="none" w="med" len="med"/>
                    </a:lnB>
                    <a:noFill/>
                  </a:tcPr>
                </a:tc>
                <a:tc vMerge="1">
                  <a:txBody>
                    <a:bodyPr/>
                    <a:lstStyle/>
                    <a:p>
                      <a:pPr algn="ctr" fontAlgn="ctr"/>
                      <a:endParaRPr lang="zh-CN" altLang="en-US" sz="1200" b="0" i="0" u="none" strike="noStrike" dirty="0">
                        <a:solidFill>
                          <a:srgbClr val="000000"/>
                        </a:solidFill>
                        <a:effectLst/>
                        <a:latin typeface="+mn-ea"/>
                        <a:ea typeface="+mn-ea"/>
                      </a:endParaRPr>
                    </a:p>
                  </a:txBody>
                  <a:tcPr marL="0" marR="0" marT="0" marB="0" anchor="ctr">
                    <a:lnL w="12700" cap="flat" cmpd="sng" algn="ctr">
                      <a:solidFill>
                        <a:schemeClr val="tx1">
                          <a:lumMod val="50000"/>
                          <a:lumOff val="50000"/>
                        </a:schemeClr>
                      </a:solidFill>
                      <a:prstDash val="solid"/>
                      <a:round/>
                      <a:headEnd type="none" w="med" len="med"/>
                      <a:tailEnd type="none" w="med" len="med"/>
                    </a:lnL>
                    <a:lnR w="12700" cap="flat" cmpd="sng" algn="ctr">
                      <a:solidFill>
                        <a:schemeClr val="tx1">
                          <a:lumMod val="50000"/>
                          <a:lumOff val="50000"/>
                        </a:schemeClr>
                      </a:solidFill>
                      <a:prstDash val="solid"/>
                      <a:round/>
                      <a:headEnd type="none" w="med" len="med"/>
                      <a:tailEnd type="none" w="med" len="med"/>
                    </a:lnR>
                    <a:lnT w="12700" cap="flat" cmpd="sng" algn="ctr">
                      <a:solidFill>
                        <a:schemeClr val="tx1">
                          <a:lumMod val="50000"/>
                          <a:lumOff val="50000"/>
                        </a:schemeClr>
                      </a:solidFill>
                      <a:prstDash val="solid"/>
                      <a:round/>
                      <a:headEnd type="none" w="med" len="med"/>
                      <a:tailEnd type="none" w="med" len="med"/>
                    </a:lnT>
                    <a:lnB w="12700" cap="flat" cmpd="sng" algn="ctr">
                      <a:solidFill>
                        <a:schemeClr val="tx1">
                          <a:lumMod val="50000"/>
                          <a:lumOff val="50000"/>
                        </a:schemeClr>
                      </a:solidFill>
                      <a:prstDash val="solid"/>
                      <a:round/>
                      <a:headEnd type="none" w="med" len="med"/>
                      <a:tailEnd type="none" w="med" len="med"/>
                    </a:lnB>
                    <a:noFill/>
                  </a:tcPr>
                </a:tc>
                <a:extLst>
                  <a:ext uri="{0D108BD9-81ED-4DB2-BD59-A6C34878D82A}">
                    <a16:rowId xmlns:a16="http://schemas.microsoft.com/office/drawing/2014/main" xmlns="" val="787699841"/>
                  </a:ext>
                </a:extLst>
              </a:tr>
              <a:tr h="320289">
                <a:tc>
                  <a:txBody>
                    <a:bodyPr/>
                    <a:lstStyle/>
                    <a:p>
                      <a:pPr lvl="1" algn="l" fontAlgn="ctr"/>
                      <a:r>
                        <a:rPr lang="en-US" altLang="zh-CN" sz="1200" u="none" strike="noStrike" dirty="0">
                          <a:effectLst/>
                          <a:latin typeface="+mn-lt"/>
                          <a:ea typeface="+mn-ea"/>
                          <a:cs typeface="+mn-ea"/>
                          <a:sym typeface="+mn-lt"/>
                        </a:rPr>
                        <a:t>《</a:t>
                      </a:r>
                      <a:r>
                        <a:rPr lang="zh-CN" altLang="en-US" sz="1200" u="none" strike="noStrike" dirty="0">
                          <a:effectLst/>
                          <a:latin typeface="+mn-lt"/>
                          <a:ea typeface="+mn-ea"/>
                          <a:cs typeface="+mn-ea"/>
                          <a:sym typeface="+mn-lt"/>
                        </a:rPr>
                        <a:t>散热测试计划</a:t>
                      </a:r>
                      <a:r>
                        <a:rPr lang="en-US" altLang="zh-CN" sz="1200" u="none" strike="noStrike" dirty="0">
                          <a:effectLst/>
                          <a:latin typeface="+mn-lt"/>
                          <a:ea typeface="+mn-ea"/>
                          <a:cs typeface="+mn-ea"/>
                          <a:sym typeface="+mn-lt"/>
                        </a:rPr>
                        <a:t>》</a:t>
                      </a:r>
                      <a:endParaRPr lang="zh-CN" altLang="en-US" sz="1200" b="0" i="0" u="none" strike="noStrike" dirty="0">
                        <a:solidFill>
                          <a:srgbClr val="000000"/>
                        </a:solidFill>
                        <a:effectLst/>
                        <a:latin typeface="+mn-lt"/>
                        <a:ea typeface="+mn-ea"/>
                        <a:cs typeface="+mn-ea"/>
                        <a:sym typeface="+mn-lt"/>
                      </a:endParaRPr>
                    </a:p>
                  </a:txBody>
                  <a:tcPr marL="0" marR="0" marT="0" marB="0" anchor="ctr">
                    <a:lnL w="12700" cap="flat" cmpd="sng" algn="ctr">
                      <a:solidFill>
                        <a:schemeClr val="tx1">
                          <a:lumMod val="50000"/>
                          <a:lumOff val="50000"/>
                        </a:schemeClr>
                      </a:solidFill>
                      <a:prstDash val="solid"/>
                      <a:round/>
                      <a:headEnd type="none" w="med" len="med"/>
                      <a:tailEnd type="none" w="med" len="med"/>
                    </a:lnL>
                    <a:lnR w="12700" cap="flat" cmpd="sng" algn="ctr">
                      <a:solidFill>
                        <a:schemeClr val="tx1">
                          <a:lumMod val="50000"/>
                          <a:lumOff val="50000"/>
                        </a:schemeClr>
                      </a:solidFill>
                      <a:prstDash val="solid"/>
                      <a:round/>
                      <a:headEnd type="none" w="med" len="med"/>
                      <a:tailEnd type="none" w="med" len="med"/>
                    </a:lnR>
                    <a:lnT w="12700" cap="flat" cmpd="sng" algn="ctr">
                      <a:solidFill>
                        <a:schemeClr val="tx1">
                          <a:lumMod val="50000"/>
                          <a:lumOff val="50000"/>
                        </a:schemeClr>
                      </a:solidFill>
                      <a:prstDash val="solid"/>
                      <a:round/>
                      <a:headEnd type="none" w="med" len="med"/>
                      <a:tailEnd type="none" w="med" len="med"/>
                    </a:lnT>
                    <a:lnB w="12700" cap="flat" cmpd="sng" algn="ctr">
                      <a:solidFill>
                        <a:schemeClr val="tx1">
                          <a:lumMod val="50000"/>
                          <a:lumOff val="50000"/>
                        </a:schemeClr>
                      </a:solidFill>
                      <a:prstDash val="solid"/>
                      <a:round/>
                      <a:headEnd type="none" w="med" len="med"/>
                      <a:tailEnd type="none" w="med" len="med"/>
                    </a:lnB>
                    <a:noFill/>
                  </a:tcPr>
                </a:tc>
                <a:tc>
                  <a:txBody>
                    <a:bodyPr/>
                    <a:lstStyle/>
                    <a:p>
                      <a:pPr algn="ctr" fontAlgn="ctr"/>
                      <a:r>
                        <a:rPr lang="zh-CN" altLang="en-US" sz="1200" u="none" strike="noStrike" dirty="0">
                          <a:effectLst/>
                          <a:latin typeface="+mn-lt"/>
                          <a:ea typeface="+mn-ea"/>
                          <a:cs typeface="+mn-ea"/>
                          <a:sym typeface="+mn-lt"/>
                        </a:rPr>
                        <a:t>散热测试工程师</a:t>
                      </a:r>
                      <a:endParaRPr lang="zh-CN" altLang="en-US" sz="1200" b="0" i="0" u="none" strike="noStrike" dirty="0">
                        <a:solidFill>
                          <a:srgbClr val="000000"/>
                        </a:solidFill>
                        <a:effectLst/>
                        <a:latin typeface="+mn-lt"/>
                        <a:ea typeface="+mn-ea"/>
                        <a:cs typeface="+mn-ea"/>
                        <a:sym typeface="+mn-lt"/>
                      </a:endParaRPr>
                    </a:p>
                  </a:txBody>
                  <a:tcPr marL="0" marR="0" marT="0" marB="0" anchor="ctr">
                    <a:lnL w="12700" cap="flat" cmpd="sng" algn="ctr">
                      <a:solidFill>
                        <a:schemeClr val="tx1">
                          <a:lumMod val="50000"/>
                          <a:lumOff val="50000"/>
                        </a:schemeClr>
                      </a:solidFill>
                      <a:prstDash val="solid"/>
                      <a:round/>
                      <a:headEnd type="none" w="med" len="med"/>
                      <a:tailEnd type="none" w="med" len="med"/>
                    </a:lnL>
                    <a:lnR w="12700" cap="flat" cmpd="sng" algn="ctr">
                      <a:solidFill>
                        <a:schemeClr val="tx1">
                          <a:lumMod val="50000"/>
                          <a:lumOff val="50000"/>
                        </a:schemeClr>
                      </a:solidFill>
                      <a:prstDash val="solid"/>
                      <a:round/>
                      <a:headEnd type="none" w="med" len="med"/>
                      <a:tailEnd type="none" w="med" len="med"/>
                    </a:lnR>
                    <a:lnT w="12700" cap="flat" cmpd="sng" algn="ctr">
                      <a:solidFill>
                        <a:schemeClr val="tx1">
                          <a:lumMod val="50000"/>
                          <a:lumOff val="50000"/>
                        </a:schemeClr>
                      </a:solidFill>
                      <a:prstDash val="solid"/>
                      <a:round/>
                      <a:headEnd type="none" w="med" len="med"/>
                      <a:tailEnd type="none" w="med" len="med"/>
                    </a:lnT>
                    <a:lnB w="12700" cap="flat" cmpd="sng" algn="ctr">
                      <a:solidFill>
                        <a:schemeClr val="tx1">
                          <a:lumMod val="50000"/>
                          <a:lumOff val="50000"/>
                        </a:schemeClr>
                      </a:solidFill>
                      <a:prstDash val="solid"/>
                      <a:round/>
                      <a:headEnd type="none" w="med" len="med"/>
                      <a:tailEnd type="none" w="med" len="med"/>
                    </a:lnB>
                    <a:noFill/>
                  </a:tcPr>
                </a:tc>
                <a:tc vMerge="1">
                  <a:txBody>
                    <a:bodyPr/>
                    <a:lstStyle/>
                    <a:p>
                      <a:pPr algn="ctr" fontAlgn="ctr"/>
                      <a:endParaRPr lang="zh-CN" altLang="en-US" sz="1200" b="0" i="0" u="none" strike="noStrike" dirty="0">
                        <a:solidFill>
                          <a:srgbClr val="000000"/>
                        </a:solidFill>
                        <a:effectLst/>
                        <a:latin typeface="+mn-ea"/>
                        <a:ea typeface="+mn-ea"/>
                      </a:endParaRPr>
                    </a:p>
                  </a:txBody>
                  <a:tcPr marL="0" marR="0" marT="0" marB="0" anchor="ctr">
                    <a:lnL w="12700" cap="flat" cmpd="sng" algn="ctr">
                      <a:solidFill>
                        <a:schemeClr val="tx1">
                          <a:lumMod val="50000"/>
                          <a:lumOff val="50000"/>
                        </a:schemeClr>
                      </a:solidFill>
                      <a:prstDash val="solid"/>
                      <a:round/>
                      <a:headEnd type="none" w="med" len="med"/>
                      <a:tailEnd type="none" w="med" len="med"/>
                    </a:lnL>
                    <a:lnR w="12700" cap="flat" cmpd="sng" algn="ctr">
                      <a:solidFill>
                        <a:schemeClr val="tx1">
                          <a:lumMod val="50000"/>
                          <a:lumOff val="50000"/>
                        </a:schemeClr>
                      </a:solidFill>
                      <a:prstDash val="solid"/>
                      <a:round/>
                      <a:headEnd type="none" w="med" len="med"/>
                      <a:tailEnd type="none" w="med" len="med"/>
                    </a:lnR>
                    <a:lnT w="12700" cap="flat" cmpd="sng" algn="ctr">
                      <a:solidFill>
                        <a:schemeClr val="tx1">
                          <a:lumMod val="50000"/>
                          <a:lumOff val="50000"/>
                        </a:schemeClr>
                      </a:solidFill>
                      <a:prstDash val="solid"/>
                      <a:round/>
                      <a:headEnd type="none" w="med" len="med"/>
                      <a:tailEnd type="none" w="med" len="med"/>
                    </a:lnT>
                    <a:lnB w="12700" cap="flat" cmpd="sng" algn="ctr">
                      <a:solidFill>
                        <a:schemeClr val="tx1">
                          <a:lumMod val="50000"/>
                          <a:lumOff val="50000"/>
                        </a:schemeClr>
                      </a:solidFill>
                      <a:prstDash val="solid"/>
                      <a:round/>
                      <a:headEnd type="none" w="med" len="med"/>
                      <a:tailEnd type="none" w="med" len="med"/>
                    </a:lnB>
                    <a:noFill/>
                  </a:tcPr>
                </a:tc>
                <a:extLst>
                  <a:ext uri="{0D108BD9-81ED-4DB2-BD59-A6C34878D82A}">
                    <a16:rowId xmlns:a16="http://schemas.microsoft.com/office/drawing/2014/main" xmlns="" val="1705543548"/>
                  </a:ext>
                </a:extLst>
              </a:tr>
              <a:tr h="320289">
                <a:tc>
                  <a:txBody>
                    <a:bodyPr/>
                    <a:lstStyle/>
                    <a:p>
                      <a:pPr lvl="1" algn="l" fontAlgn="ctr"/>
                      <a:r>
                        <a:rPr lang="en-US" altLang="zh-CN" sz="1200" u="none" strike="noStrike" dirty="0">
                          <a:effectLst/>
                          <a:latin typeface="+mn-lt"/>
                          <a:ea typeface="+mn-ea"/>
                          <a:cs typeface="+mn-ea"/>
                          <a:sym typeface="+mn-lt"/>
                        </a:rPr>
                        <a:t>《</a:t>
                      </a:r>
                      <a:r>
                        <a:rPr lang="zh-CN" altLang="en-US" sz="1200" u="none" strike="noStrike" dirty="0">
                          <a:effectLst/>
                          <a:latin typeface="+mn-lt"/>
                          <a:ea typeface="+mn-ea"/>
                          <a:cs typeface="+mn-ea"/>
                          <a:sym typeface="+mn-lt"/>
                        </a:rPr>
                        <a:t>可靠性测试计划</a:t>
                      </a:r>
                      <a:r>
                        <a:rPr lang="en-US" altLang="zh-CN" sz="1200" u="none" strike="noStrike" dirty="0">
                          <a:effectLst/>
                          <a:latin typeface="+mn-lt"/>
                          <a:ea typeface="+mn-ea"/>
                          <a:cs typeface="+mn-ea"/>
                          <a:sym typeface="+mn-lt"/>
                        </a:rPr>
                        <a:t>》</a:t>
                      </a:r>
                      <a:endParaRPr lang="zh-CN" altLang="en-US" sz="1200" b="0" i="0" u="none" strike="noStrike" dirty="0">
                        <a:solidFill>
                          <a:srgbClr val="000000"/>
                        </a:solidFill>
                        <a:effectLst/>
                        <a:latin typeface="+mn-lt"/>
                        <a:ea typeface="+mn-ea"/>
                        <a:cs typeface="+mn-ea"/>
                        <a:sym typeface="+mn-lt"/>
                      </a:endParaRPr>
                    </a:p>
                  </a:txBody>
                  <a:tcPr marL="0" marR="0" marT="0" marB="0" anchor="ctr">
                    <a:lnL w="12700" cap="flat" cmpd="sng" algn="ctr">
                      <a:solidFill>
                        <a:schemeClr val="tx1">
                          <a:lumMod val="50000"/>
                          <a:lumOff val="50000"/>
                        </a:schemeClr>
                      </a:solidFill>
                      <a:prstDash val="solid"/>
                      <a:round/>
                      <a:headEnd type="none" w="med" len="med"/>
                      <a:tailEnd type="none" w="med" len="med"/>
                    </a:lnL>
                    <a:lnR w="12700" cap="flat" cmpd="sng" algn="ctr">
                      <a:solidFill>
                        <a:schemeClr val="tx1">
                          <a:lumMod val="50000"/>
                          <a:lumOff val="50000"/>
                        </a:schemeClr>
                      </a:solidFill>
                      <a:prstDash val="solid"/>
                      <a:round/>
                      <a:headEnd type="none" w="med" len="med"/>
                      <a:tailEnd type="none" w="med" len="med"/>
                    </a:lnR>
                    <a:lnT w="12700" cap="flat" cmpd="sng" algn="ctr">
                      <a:solidFill>
                        <a:schemeClr val="tx1">
                          <a:lumMod val="50000"/>
                          <a:lumOff val="50000"/>
                        </a:schemeClr>
                      </a:solidFill>
                      <a:prstDash val="solid"/>
                      <a:round/>
                      <a:headEnd type="none" w="med" len="med"/>
                      <a:tailEnd type="none" w="med" len="med"/>
                    </a:lnT>
                    <a:lnB w="12700" cap="flat" cmpd="sng" algn="ctr">
                      <a:solidFill>
                        <a:schemeClr val="tx1">
                          <a:lumMod val="50000"/>
                          <a:lumOff val="50000"/>
                        </a:schemeClr>
                      </a:solidFill>
                      <a:prstDash val="solid"/>
                      <a:round/>
                      <a:headEnd type="none" w="med" len="med"/>
                      <a:tailEnd type="none" w="med" len="med"/>
                    </a:lnB>
                    <a:noFill/>
                  </a:tcPr>
                </a:tc>
                <a:tc>
                  <a:txBody>
                    <a:bodyPr/>
                    <a:lstStyle/>
                    <a:p>
                      <a:pPr algn="ctr" fontAlgn="ctr"/>
                      <a:r>
                        <a:rPr lang="zh-CN" altLang="en-US" sz="1200" u="none" strike="noStrike" dirty="0">
                          <a:effectLst/>
                          <a:latin typeface="+mn-lt"/>
                          <a:ea typeface="+mn-ea"/>
                          <a:cs typeface="+mn-ea"/>
                          <a:sym typeface="+mn-lt"/>
                        </a:rPr>
                        <a:t>可靠性测试工程师</a:t>
                      </a:r>
                      <a:endParaRPr lang="zh-CN" altLang="en-US" sz="1200" b="0" i="0" u="none" strike="noStrike" dirty="0">
                        <a:solidFill>
                          <a:srgbClr val="000000"/>
                        </a:solidFill>
                        <a:effectLst/>
                        <a:latin typeface="+mn-lt"/>
                        <a:ea typeface="+mn-ea"/>
                        <a:cs typeface="+mn-ea"/>
                        <a:sym typeface="+mn-lt"/>
                      </a:endParaRPr>
                    </a:p>
                  </a:txBody>
                  <a:tcPr marL="0" marR="0" marT="0" marB="0" anchor="ctr">
                    <a:lnL w="12700" cap="flat" cmpd="sng" algn="ctr">
                      <a:solidFill>
                        <a:schemeClr val="tx1">
                          <a:lumMod val="50000"/>
                          <a:lumOff val="50000"/>
                        </a:schemeClr>
                      </a:solidFill>
                      <a:prstDash val="solid"/>
                      <a:round/>
                      <a:headEnd type="none" w="med" len="med"/>
                      <a:tailEnd type="none" w="med" len="med"/>
                    </a:lnL>
                    <a:lnR w="12700" cap="flat" cmpd="sng" algn="ctr">
                      <a:solidFill>
                        <a:schemeClr val="tx1">
                          <a:lumMod val="50000"/>
                          <a:lumOff val="50000"/>
                        </a:schemeClr>
                      </a:solidFill>
                      <a:prstDash val="solid"/>
                      <a:round/>
                      <a:headEnd type="none" w="med" len="med"/>
                      <a:tailEnd type="none" w="med" len="med"/>
                    </a:lnR>
                    <a:lnT w="12700" cap="flat" cmpd="sng" algn="ctr">
                      <a:solidFill>
                        <a:schemeClr val="tx1">
                          <a:lumMod val="50000"/>
                          <a:lumOff val="50000"/>
                        </a:schemeClr>
                      </a:solidFill>
                      <a:prstDash val="solid"/>
                      <a:round/>
                      <a:headEnd type="none" w="med" len="med"/>
                      <a:tailEnd type="none" w="med" len="med"/>
                    </a:lnT>
                    <a:lnB w="12700" cap="flat" cmpd="sng" algn="ctr">
                      <a:solidFill>
                        <a:schemeClr val="tx1">
                          <a:lumMod val="50000"/>
                          <a:lumOff val="50000"/>
                        </a:schemeClr>
                      </a:solidFill>
                      <a:prstDash val="solid"/>
                      <a:round/>
                      <a:headEnd type="none" w="med" len="med"/>
                      <a:tailEnd type="none" w="med" len="med"/>
                    </a:lnB>
                    <a:noFill/>
                  </a:tcPr>
                </a:tc>
                <a:tc vMerge="1">
                  <a:txBody>
                    <a:bodyPr/>
                    <a:lstStyle/>
                    <a:p>
                      <a:pPr algn="ctr" fontAlgn="ctr"/>
                      <a:endParaRPr lang="zh-CN" altLang="en-US" sz="1200" b="0" i="0" u="none" strike="noStrike" dirty="0">
                        <a:solidFill>
                          <a:srgbClr val="000000"/>
                        </a:solidFill>
                        <a:effectLst/>
                        <a:latin typeface="+mn-ea"/>
                        <a:ea typeface="+mn-ea"/>
                      </a:endParaRPr>
                    </a:p>
                  </a:txBody>
                  <a:tcPr marL="0" marR="0" marT="0" marB="0" anchor="ctr">
                    <a:lnL w="12700" cap="flat" cmpd="sng" algn="ctr">
                      <a:solidFill>
                        <a:schemeClr val="tx1">
                          <a:lumMod val="50000"/>
                          <a:lumOff val="50000"/>
                        </a:schemeClr>
                      </a:solidFill>
                      <a:prstDash val="solid"/>
                      <a:round/>
                      <a:headEnd type="none" w="med" len="med"/>
                      <a:tailEnd type="none" w="med" len="med"/>
                    </a:lnL>
                    <a:lnR w="12700" cap="flat" cmpd="sng" algn="ctr">
                      <a:solidFill>
                        <a:schemeClr val="tx1">
                          <a:lumMod val="50000"/>
                          <a:lumOff val="50000"/>
                        </a:schemeClr>
                      </a:solidFill>
                      <a:prstDash val="solid"/>
                      <a:round/>
                      <a:headEnd type="none" w="med" len="med"/>
                      <a:tailEnd type="none" w="med" len="med"/>
                    </a:lnR>
                    <a:lnT w="12700" cap="flat" cmpd="sng" algn="ctr">
                      <a:solidFill>
                        <a:schemeClr val="tx1">
                          <a:lumMod val="50000"/>
                          <a:lumOff val="50000"/>
                        </a:schemeClr>
                      </a:solidFill>
                      <a:prstDash val="solid"/>
                      <a:round/>
                      <a:headEnd type="none" w="med" len="med"/>
                      <a:tailEnd type="none" w="med" len="med"/>
                    </a:lnT>
                    <a:lnB w="12700" cap="flat" cmpd="sng" algn="ctr">
                      <a:solidFill>
                        <a:schemeClr val="tx1">
                          <a:lumMod val="50000"/>
                          <a:lumOff val="50000"/>
                        </a:schemeClr>
                      </a:solidFill>
                      <a:prstDash val="solid"/>
                      <a:round/>
                      <a:headEnd type="none" w="med" len="med"/>
                      <a:tailEnd type="none" w="med" len="med"/>
                    </a:lnB>
                    <a:noFill/>
                  </a:tcPr>
                </a:tc>
                <a:extLst>
                  <a:ext uri="{0D108BD9-81ED-4DB2-BD59-A6C34878D82A}">
                    <a16:rowId xmlns:a16="http://schemas.microsoft.com/office/drawing/2014/main" xmlns="" val="3639528634"/>
                  </a:ext>
                </a:extLst>
              </a:tr>
              <a:tr h="320289">
                <a:tc>
                  <a:txBody>
                    <a:bodyPr/>
                    <a:lstStyle/>
                    <a:p>
                      <a:pPr lvl="1" algn="l" fontAlgn="ctr"/>
                      <a:r>
                        <a:rPr lang="en-US" altLang="zh-CN" sz="1200" u="none" strike="noStrike" dirty="0">
                          <a:effectLst/>
                          <a:latin typeface="+mn-lt"/>
                          <a:ea typeface="+mn-ea"/>
                          <a:cs typeface="+mn-ea"/>
                          <a:sym typeface="+mn-lt"/>
                        </a:rPr>
                        <a:t>《</a:t>
                      </a:r>
                      <a:r>
                        <a:rPr lang="en-US" sz="1200" u="none" strike="noStrike" dirty="0">
                          <a:effectLst/>
                          <a:latin typeface="+mn-lt"/>
                          <a:ea typeface="+mn-ea"/>
                          <a:cs typeface="+mn-ea"/>
                          <a:sym typeface="+mn-lt"/>
                        </a:rPr>
                        <a:t>PA</a:t>
                      </a:r>
                      <a:r>
                        <a:rPr lang="zh-CN" altLang="en-US" sz="1200" u="none" strike="noStrike" dirty="0">
                          <a:effectLst/>
                          <a:latin typeface="+mn-lt"/>
                          <a:ea typeface="+mn-ea"/>
                          <a:cs typeface="+mn-ea"/>
                          <a:sym typeface="+mn-lt"/>
                        </a:rPr>
                        <a:t>测试计划</a:t>
                      </a:r>
                      <a:r>
                        <a:rPr lang="en-US" altLang="zh-CN" sz="1200" u="none" strike="noStrike" dirty="0">
                          <a:effectLst/>
                          <a:latin typeface="+mn-lt"/>
                          <a:ea typeface="+mn-ea"/>
                          <a:cs typeface="+mn-ea"/>
                          <a:sym typeface="+mn-lt"/>
                        </a:rPr>
                        <a:t>》</a:t>
                      </a:r>
                      <a:endParaRPr lang="zh-CN" altLang="en-US" sz="1200" b="0" i="0" u="none" strike="noStrike" dirty="0">
                        <a:solidFill>
                          <a:srgbClr val="000000"/>
                        </a:solidFill>
                        <a:effectLst/>
                        <a:latin typeface="+mn-lt"/>
                        <a:ea typeface="+mn-ea"/>
                        <a:cs typeface="+mn-ea"/>
                        <a:sym typeface="+mn-lt"/>
                      </a:endParaRPr>
                    </a:p>
                  </a:txBody>
                  <a:tcPr marL="0" marR="0" marT="0" marB="0" anchor="ctr">
                    <a:lnL w="12700" cap="flat" cmpd="sng" algn="ctr">
                      <a:solidFill>
                        <a:schemeClr val="tx1">
                          <a:lumMod val="50000"/>
                          <a:lumOff val="50000"/>
                        </a:schemeClr>
                      </a:solidFill>
                      <a:prstDash val="solid"/>
                      <a:round/>
                      <a:headEnd type="none" w="med" len="med"/>
                      <a:tailEnd type="none" w="med" len="med"/>
                    </a:lnL>
                    <a:lnR w="12700" cap="flat" cmpd="sng" algn="ctr">
                      <a:solidFill>
                        <a:schemeClr val="tx1">
                          <a:lumMod val="50000"/>
                          <a:lumOff val="50000"/>
                        </a:schemeClr>
                      </a:solidFill>
                      <a:prstDash val="solid"/>
                      <a:round/>
                      <a:headEnd type="none" w="med" len="med"/>
                      <a:tailEnd type="none" w="med" len="med"/>
                    </a:lnR>
                    <a:lnT w="12700" cap="flat" cmpd="sng" algn="ctr">
                      <a:solidFill>
                        <a:schemeClr val="tx1">
                          <a:lumMod val="50000"/>
                          <a:lumOff val="50000"/>
                        </a:schemeClr>
                      </a:solidFill>
                      <a:prstDash val="solid"/>
                      <a:round/>
                      <a:headEnd type="none" w="med" len="med"/>
                      <a:tailEnd type="none" w="med" len="med"/>
                    </a:lnT>
                    <a:lnB w="12700" cap="flat" cmpd="sng" algn="ctr">
                      <a:solidFill>
                        <a:schemeClr val="tx1">
                          <a:lumMod val="50000"/>
                          <a:lumOff val="50000"/>
                        </a:schemeClr>
                      </a:solidFill>
                      <a:prstDash val="solid"/>
                      <a:round/>
                      <a:headEnd type="none" w="med" len="med"/>
                      <a:tailEnd type="none" w="med" len="med"/>
                    </a:lnB>
                    <a:noFill/>
                  </a:tcPr>
                </a:tc>
                <a:tc>
                  <a:txBody>
                    <a:bodyPr/>
                    <a:lstStyle/>
                    <a:p>
                      <a:pPr algn="ctr" fontAlgn="ctr"/>
                      <a:r>
                        <a:rPr lang="zh-CN" altLang="en-US" sz="1200" u="none" strike="noStrike" dirty="0">
                          <a:effectLst/>
                          <a:latin typeface="+mn-lt"/>
                          <a:ea typeface="+mn-ea"/>
                          <a:cs typeface="+mn-ea"/>
                          <a:sym typeface="+mn-lt"/>
                        </a:rPr>
                        <a:t>可靠性测试工程师</a:t>
                      </a:r>
                      <a:endParaRPr lang="zh-CN" altLang="en-US" sz="1200" b="0" i="0" u="none" strike="noStrike" dirty="0">
                        <a:solidFill>
                          <a:srgbClr val="000000"/>
                        </a:solidFill>
                        <a:effectLst/>
                        <a:latin typeface="+mn-lt"/>
                        <a:ea typeface="+mn-ea"/>
                        <a:cs typeface="+mn-ea"/>
                        <a:sym typeface="+mn-lt"/>
                      </a:endParaRPr>
                    </a:p>
                  </a:txBody>
                  <a:tcPr marL="0" marR="0" marT="0" marB="0" anchor="ctr">
                    <a:lnL w="12700" cap="flat" cmpd="sng" algn="ctr">
                      <a:solidFill>
                        <a:schemeClr val="tx1">
                          <a:lumMod val="50000"/>
                          <a:lumOff val="50000"/>
                        </a:schemeClr>
                      </a:solidFill>
                      <a:prstDash val="solid"/>
                      <a:round/>
                      <a:headEnd type="none" w="med" len="med"/>
                      <a:tailEnd type="none" w="med" len="med"/>
                    </a:lnL>
                    <a:lnR w="12700" cap="flat" cmpd="sng" algn="ctr">
                      <a:solidFill>
                        <a:schemeClr val="tx1">
                          <a:lumMod val="50000"/>
                          <a:lumOff val="50000"/>
                        </a:schemeClr>
                      </a:solidFill>
                      <a:prstDash val="solid"/>
                      <a:round/>
                      <a:headEnd type="none" w="med" len="med"/>
                      <a:tailEnd type="none" w="med" len="med"/>
                    </a:lnR>
                    <a:lnT w="12700" cap="flat" cmpd="sng" algn="ctr">
                      <a:solidFill>
                        <a:schemeClr val="tx1">
                          <a:lumMod val="50000"/>
                          <a:lumOff val="50000"/>
                        </a:schemeClr>
                      </a:solidFill>
                      <a:prstDash val="solid"/>
                      <a:round/>
                      <a:headEnd type="none" w="med" len="med"/>
                      <a:tailEnd type="none" w="med" len="med"/>
                    </a:lnT>
                    <a:lnB w="12700" cap="flat" cmpd="sng" algn="ctr">
                      <a:solidFill>
                        <a:schemeClr val="tx1">
                          <a:lumMod val="50000"/>
                          <a:lumOff val="50000"/>
                        </a:schemeClr>
                      </a:solidFill>
                      <a:prstDash val="solid"/>
                      <a:round/>
                      <a:headEnd type="none" w="med" len="med"/>
                      <a:tailEnd type="none" w="med" len="med"/>
                    </a:lnB>
                    <a:noFill/>
                  </a:tcPr>
                </a:tc>
                <a:tc vMerge="1">
                  <a:txBody>
                    <a:bodyPr/>
                    <a:lstStyle/>
                    <a:p>
                      <a:pPr algn="ctr" fontAlgn="ctr"/>
                      <a:endParaRPr lang="zh-CN" altLang="en-US" sz="1200" b="0" i="0" u="none" strike="noStrike" dirty="0">
                        <a:solidFill>
                          <a:srgbClr val="000000"/>
                        </a:solidFill>
                        <a:effectLst/>
                        <a:latin typeface="+mn-ea"/>
                        <a:ea typeface="+mn-ea"/>
                      </a:endParaRPr>
                    </a:p>
                  </a:txBody>
                  <a:tcPr marL="0" marR="0" marT="0" marB="0" anchor="ctr">
                    <a:lnL w="12700" cap="flat" cmpd="sng" algn="ctr">
                      <a:solidFill>
                        <a:schemeClr val="tx1">
                          <a:lumMod val="50000"/>
                          <a:lumOff val="50000"/>
                        </a:schemeClr>
                      </a:solidFill>
                      <a:prstDash val="solid"/>
                      <a:round/>
                      <a:headEnd type="none" w="med" len="med"/>
                      <a:tailEnd type="none" w="med" len="med"/>
                    </a:lnL>
                    <a:lnR w="12700" cap="flat" cmpd="sng" algn="ctr">
                      <a:solidFill>
                        <a:schemeClr val="tx1">
                          <a:lumMod val="50000"/>
                          <a:lumOff val="50000"/>
                        </a:schemeClr>
                      </a:solidFill>
                      <a:prstDash val="solid"/>
                      <a:round/>
                      <a:headEnd type="none" w="med" len="med"/>
                      <a:tailEnd type="none" w="med" len="med"/>
                    </a:lnR>
                    <a:lnT w="12700" cap="flat" cmpd="sng" algn="ctr">
                      <a:solidFill>
                        <a:schemeClr val="tx1">
                          <a:lumMod val="50000"/>
                          <a:lumOff val="50000"/>
                        </a:schemeClr>
                      </a:solidFill>
                      <a:prstDash val="solid"/>
                      <a:round/>
                      <a:headEnd type="none" w="med" len="med"/>
                      <a:tailEnd type="none" w="med" len="med"/>
                    </a:lnT>
                    <a:lnB w="12700" cap="flat" cmpd="sng" algn="ctr">
                      <a:solidFill>
                        <a:schemeClr val="tx1">
                          <a:lumMod val="50000"/>
                          <a:lumOff val="50000"/>
                        </a:schemeClr>
                      </a:solidFill>
                      <a:prstDash val="solid"/>
                      <a:round/>
                      <a:headEnd type="none" w="med" len="med"/>
                      <a:tailEnd type="none" w="med" len="med"/>
                    </a:lnB>
                    <a:noFill/>
                  </a:tcPr>
                </a:tc>
                <a:extLst>
                  <a:ext uri="{0D108BD9-81ED-4DB2-BD59-A6C34878D82A}">
                    <a16:rowId xmlns:a16="http://schemas.microsoft.com/office/drawing/2014/main" xmlns="" val="766915836"/>
                  </a:ext>
                </a:extLst>
              </a:tr>
              <a:tr h="320289">
                <a:tc>
                  <a:txBody>
                    <a:bodyPr/>
                    <a:lstStyle/>
                    <a:p>
                      <a:pPr lvl="1" algn="l" fontAlgn="ctr"/>
                      <a:r>
                        <a:rPr lang="en-US" altLang="zh-CN" sz="1200" u="none" strike="noStrike" dirty="0">
                          <a:effectLst/>
                          <a:latin typeface="+mn-lt"/>
                          <a:ea typeface="+mn-ea"/>
                          <a:cs typeface="+mn-ea"/>
                          <a:sym typeface="+mn-lt"/>
                        </a:rPr>
                        <a:t>《</a:t>
                      </a:r>
                      <a:r>
                        <a:rPr lang="zh-CN" altLang="en-US" sz="1200" u="none" strike="noStrike" dirty="0">
                          <a:effectLst/>
                          <a:latin typeface="+mn-lt"/>
                          <a:ea typeface="+mn-ea"/>
                          <a:cs typeface="+mn-ea"/>
                          <a:sym typeface="+mn-lt"/>
                        </a:rPr>
                        <a:t>电源测试计划</a:t>
                      </a:r>
                      <a:r>
                        <a:rPr lang="en-US" altLang="zh-CN" sz="1200" u="none" strike="noStrike" dirty="0">
                          <a:effectLst/>
                          <a:latin typeface="+mn-lt"/>
                          <a:ea typeface="+mn-ea"/>
                          <a:cs typeface="+mn-ea"/>
                          <a:sym typeface="+mn-lt"/>
                        </a:rPr>
                        <a:t>》</a:t>
                      </a:r>
                      <a:endParaRPr lang="zh-CN" altLang="en-US" sz="1200" b="0" i="0" u="none" strike="noStrike" dirty="0">
                        <a:solidFill>
                          <a:srgbClr val="000000"/>
                        </a:solidFill>
                        <a:effectLst/>
                        <a:latin typeface="+mn-lt"/>
                        <a:ea typeface="+mn-ea"/>
                        <a:cs typeface="+mn-ea"/>
                        <a:sym typeface="+mn-lt"/>
                      </a:endParaRPr>
                    </a:p>
                  </a:txBody>
                  <a:tcPr marL="0" marR="0" marT="0" marB="0" anchor="ctr">
                    <a:lnL w="12700" cap="flat" cmpd="sng" algn="ctr">
                      <a:solidFill>
                        <a:schemeClr val="tx1">
                          <a:lumMod val="50000"/>
                          <a:lumOff val="50000"/>
                        </a:schemeClr>
                      </a:solidFill>
                      <a:prstDash val="solid"/>
                      <a:round/>
                      <a:headEnd type="none" w="med" len="med"/>
                      <a:tailEnd type="none" w="med" len="med"/>
                    </a:lnL>
                    <a:lnR w="12700" cap="flat" cmpd="sng" algn="ctr">
                      <a:solidFill>
                        <a:schemeClr val="tx1">
                          <a:lumMod val="50000"/>
                          <a:lumOff val="50000"/>
                        </a:schemeClr>
                      </a:solidFill>
                      <a:prstDash val="solid"/>
                      <a:round/>
                      <a:headEnd type="none" w="med" len="med"/>
                      <a:tailEnd type="none" w="med" len="med"/>
                    </a:lnR>
                    <a:lnT w="12700" cap="flat" cmpd="sng" algn="ctr">
                      <a:solidFill>
                        <a:schemeClr val="tx1">
                          <a:lumMod val="50000"/>
                          <a:lumOff val="50000"/>
                        </a:schemeClr>
                      </a:solidFill>
                      <a:prstDash val="solid"/>
                      <a:round/>
                      <a:headEnd type="none" w="med" len="med"/>
                      <a:tailEnd type="none" w="med" len="med"/>
                    </a:lnT>
                    <a:lnB w="12700" cap="flat" cmpd="sng" algn="ctr">
                      <a:solidFill>
                        <a:schemeClr val="tx1">
                          <a:lumMod val="50000"/>
                          <a:lumOff val="50000"/>
                        </a:schemeClr>
                      </a:solidFill>
                      <a:prstDash val="solid"/>
                      <a:round/>
                      <a:headEnd type="none" w="med" len="med"/>
                      <a:tailEnd type="none" w="med" len="med"/>
                    </a:lnB>
                    <a:noFill/>
                  </a:tcPr>
                </a:tc>
                <a:tc>
                  <a:txBody>
                    <a:bodyPr/>
                    <a:lstStyle/>
                    <a:p>
                      <a:pPr algn="ctr" fontAlgn="ctr"/>
                      <a:r>
                        <a:rPr lang="zh-CN" altLang="en-US" sz="1200" u="none" strike="noStrike" dirty="0">
                          <a:effectLst/>
                          <a:latin typeface="+mn-lt"/>
                          <a:ea typeface="+mn-ea"/>
                          <a:cs typeface="+mn-ea"/>
                          <a:sym typeface="+mn-lt"/>
                        </a:rPr>
                        <a:t>电源测试工程师</a:t>
                      </a:r>
                      <a:endParaRPr lang="zh-CN" altLang="en-US" sz="1200" b="0" i="0" u="none" strike="noStrike" dirty="0">
                        <a:solidFill>
                          <a:srgbClr val="000000"/>
                        </a:solidFill>
                        <a:effectLst/>
                        <a:latin typeface="+mn-lt"/>
                        <a:ea typeface="+mn-ea"/>
                        <a:cs typeface="+mn-ea"/>
                        <a:sym typeface="+mn-lt"/>
                      </a:endParaRPr>
                    </a:p>
                  </a:txBody>
                  <a:tcPr marL="0" marR="0" marT="0" marB="0" anchor="ctr">
                    <a:lnL w="12700" cap="flat" cmpd="sng" algn="ctr">
                      <a:solidFill>
                        <a:schemeClr val="tx1">
                          <a:lumMod val="50000"/>
                          <a:lumOff val="50000"/>
                        </a:schemeClr>
                      </a:solidFill>
                      <a:prstDash val="solid"/>
                      <a:round/>
                      <a:headEnd type="none" w="med" len="med"/>
                      <a:tailEnd type="none" w="med" len="med"/>
                    </a:lnL>
                    <a:lnR w="12700" cap="flat" cmpd="sng" algn="ctr">
                      <a:solidFill>
                        <a:schemeClr val="tx1">
                          <a:lumMod val="50000"/>
                          <a:lumOff val="50000"/>
                        </a:schemeClr>
                      </a:solidFill>
                      <a:prstDash val="solid"/>
                      <a:round/>
                      <a:headEnd type="none" w="med" len="med"/>
                      <a:tailEnd type="none" w="med" len="med"/>
                    </a:lnR>
                    <a:lnT w="12700" cap="flat" cmpd="sng" algn="ctr">
                      <a:solidFill>
                        <a:schemeClr val="tx1">
                          <a:lumMod val="50000"/>
                          <a:lumOff val="50000"/>
                        </a:schemeClr>
                      </a:solidFill>
                      <a:prstDash val="solid"/>
                      <a:round/>
                      <a:headEnd type="none" w="med" len="med"/>
                      <a:tailEnd type="none" w="med" len="med"/>
                    </a:lnT>
                    <a:lnB w="12700" cap="flat" cmpd="sng" algn="ctr">
                      <a:solidFill>
                        <a:schemeClr val="tx1">
                          <a:lumMod val="50000"/>
                          <a:lumOff val="50000"/>
                        </a:schemeClr>
                      </a:solidFill>
                      <a:prstDash val="solid"/>
                      <a:round/>
                      <a:headEnd type="none" w="med" len="med"/>
                      <a:tailEnd type="none" w="med" len="med"/>
                    </a:lnB>
                    <a:noFill/>
                  </a:tcPr>
                </a:tc>
                <a:tc vMerge="1">
                  <a:txBody>
                    <a:bodyPr/>
                    <a:lstStyle/>
                    <a:p>
                      <a:pPr algn="ctr" fontAlgn="ctr"/>
                      <a:endParaRPr lang="zh-CN" altLang="en-US" sz="1200" b="0" i="0" u="none" strike="noStrike" dirty="0">
                        <a:solidFill>
                          <a:srgbClr val="000000"/>
                        </a:solidFill>
                        <a:effectLst/>
                        <a:latin typeface="+mn-ea"/>
                        <a:ea typeface="+mn-ea"/>
                      </a:endParaRPr>
                    </a:p>
                  </a:txBody>
                  <a:tcPr marL="0" marR="0" marT="0" marB="0" anchor="ctr">
                    <a:lnL w="12700" cap="flat" cmpd="sng" algn="ctr">
                      <a:solidFill>
                        <a:schemeClr val="tx1">
                          <a:lumMod val="50000"/>
                          <a:lumOff val="50000"/>
                        </a:schemeClr>
                      </a:solidFill>
                      <a:prstDash val="solid"/>
                      <a:round/>
                      <a:headEnd type="none" w="med" len="med"/>
                      <a:tailEnd type="none" w="med" len="med"/>
                    </a:lnL>
                    <a:lnR w="12700" cap="flat" cmpd="sng" algn="ctr">
                      <a:solidFill>
                        <a:schemeClr val="tx1">
                          <a:lumMod val="50000"/>
                          <a:lumOff val="50000"/>
                        </a:schemeClr>
                      </a:solidFill>
                      <a:prstDash val="solid"/>
                      <a:round/>
                      <a:headEnd type="none" w="med" len="med"/>
                      <a:tailEnd type="none" w="med" len="med"/>
                    </a:lnR>
                    <a:lnT w="12700" cap="flat" cmpd="sng" algn="ctr">
                      <a:solidFill>
                        <a:schemeClr val="tx1">
                          <a:lumMod val="50000"/>
                          <a:lumOff val="50000"/>
                        </a:schemeClr>
                      </a:solidFill>
                      <a:prstDash val="solid"/>
                      <a:round/>
                      <a:headEnd type="none" w="med" len="med"/>
                      <a:tailEnd type="none" w="med" len="med"/>
                    </a:lnT>
                    <a:lnB w="12700" cap="flat" cmpd="sng" algn="ctr">
                      <a:solidFill>
                        <a:schemeClr val="tx1">
                          <a:lumMod val="50000"/>
                          <a:lumOff val="50000"/>
                        </a:schemeClr>
                      </a:solidFill>
                      <a:prstDash val="solid"/>
                      <a:round/>
                      <a:headEnd type="none" w="med" len="med"/>
                      <a:tailEnd type="none" w="med" len="med"/>
                    </a:lnB>
                    <a:noFill/>
                  </a:tcPr>
                </a:tc>
                <a:extLst>
                  <a:ext uri="{0D108BD9-81ED-4DB2-BD59-A6C34878D82A}">
                    <a16:rowId xmlns:a16="http://schemas.microsoft.com/office/drawing/2014/main" xmlns="" val="3053060831"/>
                  </a:ext>
                </a:extLst>
              </a:tr>
              <a:tr h="415031">
                <a:tc gridSpan="3">
                  <a:txBody>
                    <a:bodyPr/>
                    <a:lstStyle/>
                    <a:p>
                      <a:pPr marL="0" algn="l" defTabSz="914400" rtl="0" eaLnBrk="1" fontAlgn="b" latinLnBrk="0" hangingPunct="1"/>
                      <a:r>
                        <a:rPr lang="en-US" altLang="zh-CN" sz="1200" b="1" u="none" strike="noStrike" kern="1200" dirty="0">
                          <a:solidFill>
                            <a:schemeClr val="bg1"/>
                          </a:solidFill>
                          <a:effectLst/>
                          <a:latin typeface="+mn-lt"/>
                          <a:ea typeface="+mn-ea"/>
                          <a:cs typeface="+mn-ea"/>
                          <a:sym typeface="+mn-lt"/>
                        </a:rPr>
                        <a:t>2</a:t>
                      </a:r>
                      <a:r>
                        <a:rPr lang="zh-CN" altLang="en-US" sz="1200" b="1" u="none" strike="noStrike" kern="1200" dirty="0">
                          <a:solidFill>
                            <a:schemeClr val="bg1"/>
                          </a:solidFill>
                          <a:effectLst/>
                          <a:latin typeface="+mn-lt"/>
                          <a:ea typeface="+mn-ea"/>
                          <a:cs typeface="+mn-ea"/>
                          <a:sym typeface="+mn-lt"/>
                        </a:rPr>
                        <a:t>、</a:t>
                      </a:r>
                      <a:r>
                        <a:rPr lang="en-US" altLang="zh-CN" sz="1200" b="1" u="none" strike="noStrike" kern="1200" dirty="0">
                          <a:solidFill>
                            <a:schemeClr val="bg1"/>
                          </a:solidFill>
                          <a:effectLst/>
                          <a:latin typeface="+mn-lt"/>
                          <a:ea typeface="+mn-ea"/>
                          <a:cs typeface="+mn-ea"/>
                          <a:sym typeface="+mn-lt"/>
                        </a:rPr>
                        <a:t>DVT</a:t>
                      </a:r>
                      <a:r>
                        <a:rPr lang="zh-CN" altLang="en-US" sz="1200" b="1" u="none" strike="noStrike" kern="1200" dirty="0">
                          <a:solidFill>
                            <a:schemeClr val="bg1"/>
                          </a:solidFill>
                          <a:effectLst/>
                          <a:latin typeface="+mn-lt"/>
                          <a:ea typeface="+mn-ea"/>
                          <a:cs typeface="+mn-ea"/>
                          <a:sym typeface="+mn-lt"/>
                        </a:rPr>
                        <a:t>系统组装关键物料已齐备；</a:t>
                      </a:r>
                    </a:p>
                  </a:txBody>
                  <a:tcPr marL="0" marR="0" marT="0" marB="0" anchor="ctr">
                    <a:lnL w="12700" cap="flat" cmpd="sng" algn="ctr">
                      <a:solidFill>
                        <a:schemeClr val="tx1">
                          <a:lumMod val="50000"/>
                          <a:lumOff val="50000"/>
                        </a:schemeClr>
                      </a:solidFill>
                      <a:prstDash val="solid"/>
                      <a:round/>
                      <a:headEnd type="none" w="med" len="med"/>
                      <a:tailEnd type="none" w="med" len="med"/>
                    </a:lnL>
                    <a:lnR w="12700" cap="flat" cmpd="sng" algn="ctr">
                      <a:solidFill>
                        <a:schemeClr val="tx1">
                          <a:lumMod val="50000"/>
                          <a:lumOff val="50000"/>
                        </a:schemeClr>
                      </a:solidFill>
                      <a:prstDash val="solid"/>
                      <a:round/>
                      <a:headEnd type="none" w="med" len="med"/>
                      <a:tailEnd type="none" w="med" len="med"/>
                    </a:lnR>
                    <a:lnT w="12700" cap="flat" cmpd="sng" algn="ctr">
                      <a:solidFill>
                        <a:schemeClr val="tx1">
                          <a:lumMod val="50000"/>
                          <a:lumOff val="50000"/>
                        </a:schemeClr>
                      </a:solidFill>
                      <a:prstDash val="solid"/>
                      <a:round/>
                      <a:headEnd type="none" w="med" len="med"/>
                      <a:tailEnd type="none" w="med" len="med"/>
                    </a:lnT>
                    <a:lnB w="12700" cap="flat" cmpd="sng" algn="ctr">
                      <a:solidFill>
                        <a:schemeClr val="tx1">
                          <a:lumMod val="50000"/>
                          <a:lumOff val="50000"/>
                        </a:schemeClr>
                      </a:solidFill>
                      <a:prstDash val="solid"/>
                      <a:round/>
                      <a:headEnd type="none" w="med" len="med"/>
                      <a:tailEnd type="none" w="med" len="med"/>
                    </a:lnB>
                    <a:solidFill>
                      <a:srgbClr val="AD2830"/>
                    </a:solidFill>
                  </a:tcPr>
                </a:tc>
                <a:tc hMerge="1">
                  <a:txBody>
                    <a:bodyPr/>
                    <a:lstStyle/>
                    <a:p>
                      <a:endParaRPr lang="zh-CN" altLang="en-US"/>
                    </a:p>
                  </a:txBody>
                  <a:tcPr/>
                </a:tc>
                <a:tc hMerge="1">
                  <a:txBody>
                    <a:bodyPr/>
                    <a:lstStyle/>
                    <a:p>
                      <a:pPr algn="l" fontAlgn="ctr"/>
                      <a:endParaRPr lang="zh-CN" altLang="en-US" sz="1200" b="0" i="0" u="none" strike="noStrike" dirty="0">
                        <a:solidFill>
                          <a:srgbClr val="000000"/>
                        </a:solidFill>
                        <a:effectLst/>
                        <a:latin typeface="+mn-ea"/>
                        <a:ea typeface="+mn-ea"/>
                      </a:endParaRPr>
                    </a:p>
                  </a:txBody>
                  <a:tcPr marL="0" marR="0" marT="0" marB="0" anchor="ctr">
                    <a:lnL w="12700" cap="flat" cmpd="sng" algn="ctr">
                      <a:solidFill>
                        <a:schemeClr val="tx1">
                          <a:lumMod val="50000"/>
                          <a:lumOff val="50000"/>
                        </a:schemeClr>
                      </a:solidFill>
                      <a:prstDash val="solid"/>
                      <a:round/>
                      <a:headEnd type="none" w="med" len="med"/>
                      <a:tailEnd type="none" w="med" len="med"/>
                    </a:lnL>
                    <a:lnR w="12700" cap="flat" cmpd="sng" algn="ctr">
                      <a:solidFill>
                        <a:schemeClr val="tx1">
                          <a:lumMod val="50000"/>
                          <a:lumOff val="50000"/>
                        </a:schemeClr>
                      </a:solidFill>
                      <a:prstDash val="solid"/>
                      <a:round/>
                      <a:headEnd type="none" w="med" len="med"/>
                      <a:tailEnd type="none" w="med" len="med"/>
                    </a:lnR>
                    <a:lnT w="12700" cap="flat" cmpd="sng" algn="ctr">
                      <a:solidFill>
                        <a:schemeClr val="tx1">
                          <a:lumMod val="50000"/>
                          <a:lumOff val="50000"/>
                        </a:schemeClr>
                      </a:solidFill>
                      <a:prstDash val="solid"/>
                      <a:round/>
                      <a:headEnd type="none" w="med" len="med"/>
                      <a:tailEnd type="none" w="med" len="med"/>
                    </a:lnT>
                    <a:lnB w="12700" cap="flat" cmpd="sng" algn="ctr">
                      <a:solidFill>
                        <a:schemeClr val="tx1">
                          <a:lumMod val="50000"/>
                          <a:lumOff val="50000"/>
                        </a:schemeClr>
                      </a:solidFill>
                      <a:prstDash val="solid"/>
                      <a:round/>
                      <a:headEnd type="none" w="med" len="med"/>
                      <a:tailEnd type="none" w="med" len="med"/>
                    </a:lnB>
                    <a:noFill/>
                  </a:tcPr>
                </a:tc>
                <a:extLst>
                  <a:ext uri="{0D108BD9-81ED-4DB2-BD59-A6C34878D82A}">
                    <a16:rowId xmlns:a16="http://schemas.microsoft.com/office/drawing/2014/main" xmlns="" val="1860195501"/>
                  </a:ext>
                </a:extLst>
              </a:tr>
              <a:tr h="496224">
                <a:tc gridSpan="3">
                  <a:txBody>
                    <a:bodyPr/>
                    <a:lstStyle/>
                    <a:p>
                      <a:pPr marL="0" algn="l" defTabSz="914400" rtl="0" eaLnBrk="1" fontAlgn="b" latinLnBrk="0" hangingPunct="1"/>
                      <a:r>
                        <a:rPr lang="en-US" altLang="zh-CN" sz="1200" b="1" u="none" strike="noStrike" kern="1200" dirty="0">
                          <a:solidFill>
                            <a:schemeClr val="bg1"/>
                          </a:solidFill>
                          <a:effectLst/>
                          <a:latin typeface="+mn-lt"/>
                          <a:ea typeface="+mn-ea"/>
                          <a:cs typeface="+mn-ea"/>
                          <a:sym typeface="+mn-lt"/>
                        </a:rPr>
                        <a:t>3</a:t>
                      </a:r>
                      <a:r>
                        <a:rPr lang="zh-CN" altLang="en-US" sz="1200" b="1" u="none" strike="noStrike" kern="1200" dirty="0">
                          <a:solidFill>
                            <a:schemeClr val="bg1"/>
                          </a:solidFill>
                          <a:effectLst/>
                          <a:latin typeface="+mn-lt"/>
                          <a:ea typeface="+mn-ea"/>
                          <a:cs typeface="+mn-ea"/>
                          <a:sym typeface="+mn-lt"/>
                        </a:rPr>
                        <a:t>、</a:t>
                      </a:r>
                      <a:r>
                        <a:rPr lang="en-US" altLang="zh-CN" sz="1200" b="1" u="none" strike="noStrike" kern="1200" dirty="0">
                          <a:solidFill>
                            <a:schemeClr val="bg1"/>
                          </a:solidFill>
                          <a:effectLst/>
                          <a:latin typeface="+mn-lt"/>
                          <a:ea typeface="+mn-ea"/>
                          <a:cs typeface="+mn-ea"/>
                          <a:sym typeface="+mn-lt"/>
                        </a:rPr>
                        <a:t>DVT</a:t>
                      </a:r>
                      <a:r>
                        <a:rPr lang="zh-CN" altLang="en-US" sz="1200" b="1" u="none" strike="noStrike" kern="1200" dirty="0">
                          <a:solidFill>
                            <a:schemeClr val="bg1"/>
                          </a:solidFill>
                          <a:effectLst/>
                          <a:latin typeface="+mn-lt"/>
                          <a:ea typeface="+mn-ea"/>
                          <a:cs typeface="+mn-ea"/>
                          <a:sym typeface="+mn-lt"/>
                        </a:rPr>
                        <a:t>软件版本根据迭代计划发布（</a:t>
                      </a:r>
                      <a:r>
                        <a:rPr lang="en-US" altLang="zh-CN" sz="1200" b="1" u="none" strike="noStrike" kern="1200" dirty="0">
                          <a:solidFill>
                            <a:schemeClr val="bg1"/>
                          </a:solidFill>
                          <a:effectLst/>
                          <a:latin typeface="+mn-lt"/>
                          <a:ea typeface="+mn-ea"/>
                          <a:cs typeface="+mn-ea"/>
                          <a:sym typeface="+mn-lt"/>
                        </a:rPr>
                        <a:t>BIOS</a:t>
                      </a:r>
                      <a:r>
                        <a:rPr lang="zh-CN" altLang="en-US" sz="1200" b="1" u="none" strike="noStrike" kern="1200" dirty="0">
                          <a:solidFill>
                            <a:schemeClr val="bg1"/>
                          </a:solidFill>
                          <a:effectLst/>
                          <a:latin typeface="+mn-lt"/>
                          <a:ea typeface="+mn-ea"/>
                          <a:cs typeface="+mn-ea"/>
                          <a:sym typeface="+mn-lt"/>
                        </a:rPr>
                        <a:t>、</a:t>
                      </a:r>
                      <a:r>
                        <a:rPr lang="en-US" altLang="zh-CN" sz="1200" b="1" u="none" strike="noStrike" kern="1200" dirty="0">
                          <a:solidFill>
                            <a:schemeClr val="bg1"/>
                          </a:solidFill>
                          <a:effectLst/>
                          <a:latin typeface="+mn-lt"/>
                          <a:ea typeface="+mn-ea"/>
                          <a:cs typeface="+mn-ea"/>
                          <a:sym typeface="+mn-lt"/>
                        </a:rPr>
                        <a:t>BMC</a:t>
                      </a:r>
                      <a:r>
                        <a:rPr lang="zh-CN" altLang="en-US" sz="1200" b="1" u="none" strike="noStrike" kern="1200" dirty="0">
                          <a:solidFill>
                            <a:schemeClr val="bg1"/>
                          </a:solidFill>
                          <a:effectLst/>
                          <a:latin typeface="+mn-lt"/>
                          <a:ea typeface="+mn-ea"/>
                          <a:cs typeface="+mn-ea"/>
                          <a:sym typeface="+mn-lt"/>
                        </a:rPr>
                        <a:t>、</a:t>
                      </a:r>
                      <a:r>
                        <a:rPr lang="en-US" altLang="zh-CN" sz="1200" b="1" u="none" strike="noStrike" kern="1200" dirty="0">
                          <a:solidFill>
                            <a:schemeClr val="bg1"/>
                          </a:solidFill>
                          <a:effectLst/>
                          <a:latin typeface="+mn-lt"/>
                          <a:ea typeface="+mn-ea"/>
                          <a:cs typeface="+mn-ea"/>
                          <a:sym typeface="+mn-lt"/>
                        </a:rPr>
                        <a:t>CMM</a:t>
                      </a:r>
                      <a:r>
                        <a:rPr lang="zh-CN" altLang="en-US" sz="1200" b="1" u="none" strike="noStrike" kern="1200" dirty="0">
                          <a:solidFill>
                            <a:schemeClr val="bg1"/>
                          </a:solidFill>
                          <a:effectLst/>
                          <a:latin typeface="+mn-lt"/>
                          <a:ea typeface="+mn-ea"/>
                          <a:cs typeface="+mn-ea"/>
                          <a:sym typeface="+mn-lt"/>
                        </a:rPr>
                        <a:t>）；</a:t>
                      </a:r>
                    </a:p>
                  </a:txBody>
                  <a:tcPr marL="0" marR="0" marT="0" marB="0" anchor="ctr">
                    <a:lnL w="12700" cap="flat" cmpd="sng" algn="ctr">
                      <a:solidFill>
                        <a:schemeClr val="tx1">
                          <a:lumMod val="50000"/>
                          <a:lumOff val="50000"/>
                        </a:schemeClr>
                      </a:solidFill>
                      <a:prstDash val="solid"/>
                      <a:round/>
                      <a:headEnd type="none" w="med" len="med"/>
                      <a:tailEnd type="none" w="med" len="med"/>
                    </a:lnL>
                    <a:lnR w="12700" cap="flat" cmpd="sng" algn="ctr">
                      <a:solidFill>
                        <a:schemeClr val="tx1">
                          <a:lumMod val="50000"/>
                          <a:lumOff val="50000"/>
                        </a:schemeClr>
                      </a:solidFill>
                      <a:prstDash val="solid"/>
                      <a:round/>
                      <a:headEnd type="none" w="med" len="med"/>
                      <a:tailEnd type="none" w="med" len="med"/>
                    </a:lnR>
                    <a:lnT w="12700" cap="flat" cmpd="sng" algn="ctr">
                      <a:solidFill>
                        <a:schemeClr val="tx1">
                          <a:lumMod val="50000"/>
                          <a:lumOff val="50000"/>
                        </a:schemeClr>
                      </a:solidFill>
                      <a:prstDash val="solid"/>
                      <a:round/>
                      <a:headEnd type="none" w="med" len="med"/>
                      <a:tailEnd type="none" w="med" len="med"/>
                    </a:lnT>
                    <a:lnB w="12700" cap="flat" cmpd="sng" algn="ctr">
                      <a:solidFill>
                        <a:schemeClr val="tx1">
                          <a:lumMod val="50000"/>
                          <a:lumOff val="50000"/>
                        </a:schemeClr>
                      </a:solidFill>
                      <a:prstDash val="solid"/>
                      <a:round/>
                      <a:headEnd type="none" w="med" len="med"/>
                      <a:tailEnd type="none" w="med" len="med"/>
                    </a:lnB>
                    <a:solidFill>
                      <a:srgbClr val="AD2830"/>
                    </a:solidFill>
                  </a:tcPr>
                </a:tc>
                <a:tc hMerge="1">
                  <a:txBody>
                    <a:bodyPr/>
                    <a:lstStyle/>
                    <a:p>
                      <a:endParaRPr lang="zh-CN" altLang="en-US"/>
                    </a:p>
                  </a:txBody>
                  <a:tcPr/>
                </a:tc>
                <a:tc hMerge="1">
                  <a:txBody>
                    <a:bodyPr/>
                    <a:lstStyle/>
                    <a:p>
                      <a:pPr algn="l" fontAlgn="ctr"/>
                      <a:endParaRPr lang="zh-CN" altLang="en-US" sz="1200" b="0" i="0" u="none" strike="noStrike" dirty="0">
                        <a:solidFill>
                          <a:srgbClr val="000000"/>
                        </a:solidFill>
                        <a:effectLst/>
                        <a:latin typeface="+mn-ea"/>
                        <a:ea typeface="+mn-ea"/>
                      </a:endParaRPr>
                    </a:p>
                  </a:txBody>
                  <a:tcPr marL="0" marR="0" marT="0" marB="0" anchor="ctr">
                    <a:lnL w="12700" cap="flat" cmpd="sng" algn="ctr">
                      <a:solidFill>
                        <a:schemeClr val="tx1">
                          <a:lumMod val="50000"/>
                          <a:lumOff val="50000"/>
                        </a:schemeClr>
                      </a:solidFill>
                      <a:prstDash val="solid"/>
                      <a:round/>
                      <a:headEnd type="none" w="med" len="med"/>
                      <a:tailEnd type="none" w="med" len="med"/>
                    </a:lnL>
                    <a:lnR w="12700" cap="flat" cmpd="sng" algn="ctr">
                      <a:solidFill>
                        <a:schemeClr val="tx1">
                          <a:lumMod val="50000"/>
                          <a:lumOff val="50000"/>
                        </a:schemeClr>
                      </a:solidFill>
                      <a:prstDash val="solid"/>
                      <a:round/>
                      <a:headEnd type="none" w="med" len="med"/>
                      <a:tailEnd type="none" w="med" len="med"/>
                    </a:lnR>
                    <a:lnT w="12700" cap="flat" cmpd="sng" algn="ctr">
                      <a:solidFill>
                        <a:schemeClr val="tx1">
                          <a:lumMod val="50000"/>
                          <a:lumOff val="50000"/>
                        </a:schemeClr>
                      </a:solidFill>
                      <a:prstDash val="solid"/>
                      <a:round/>
                      <a:headEnd type="none" w="med" len="med"/>
                      <a:tailEnd type="none" w="med" len="med"/>
                    </a:lnT>
                    <a:lnB w="12700" cap="flat" cmpd="sng" algn="ctr">
                      <a:solidFill>
                        <a:schemeClr val="tx1">
                          <a:lumMod val="50000"/>
                          <a:lumOff val="50000"/>
                        </a:schemeClr>
                      </a:solidFill>
                      <a:prstDash val="solid"/>
                      <a:round/>
                      <a:headEnd type="none" w="med" len="med"/>
                      <a:tailEnd type="none" w="med" len="med"/>
                    </a:lnB>
                    <a:noFill/>
                  </a:tcPr>
                </a:tc>
                <a:extLst>
                  <a:ext uri="{0D108BD9-81ED-4DB2-BD59-A6C34878D82A}">
                    <a16:rowId xmlns:a16="http://schemas.microsoft.com/office/drawing/2014/main" xmlns="" val="3468940925"/>
                  </a:ext>
                </a:extLst>
              </a:tr>
            </a:tbl>
          </a:graphicData>
        </a:graphic>
      </p:graphicFrame>
    </p:spTree>
    <p:extLst>
      <p:ext uri="{BB962C8B-B14F-4D97-AF65-F5344CB8AC3E}">
        <p14:creationId xmlns:p14="http://schemas.microsoft.com/office/powerpoint/2010/main" val="366012660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占位符 1"/>
          <p:cNvSpPr>
            <a:spLocks noGrp="1"/>
          </p:cNvSpPr>
          <p:nvPr>
            <p:ph type="body" sz="quarter" idx="13"/>
          </p:nvPr>
        </p:nvSpPr>
        <p:spPr/>
        <p:txBody>
          <a:bodyPr/>
          <a:lstStyle/>
          <a:p>
            <a:r>
              <a:rPr lang="en-US" altLang="zh-CN" dirty="0">
                <a:latin typeface="+mn-lt"/>
                <a:ea typeface="+mn-ea"/>
                <a:cs typeface="+mn-ea"/>
                <a:sym typeface="+mn-lt"/>
              </a:rPr>
              <a:t>DVT</a:t>
            </a:r>
            <a:r>
              <a:rPr lang="zh-CN" altLang="en-US" dirty="0">
                <a:latin typeface="+mn-lt"/>
                <a:ea typeface="+mn-ea"/>
                <a:cs typeface="+mn-ea"/>
                <a:sym typeface="+mn-lt"/>
              </a:rPr>
              <a:t>机构安装评审</a:t>
            </a:r>
          </a:p>
        </p:txBody>
      </p:sp>
      <p:sp>
        <p:nvSpPr>
          <p:cNvPr id="3" name="文本框 2"/>
          <p:cNvSpPr txBox="1"/>
          <p:nvPr/>
        </p:nvSpPr>
        <p:spPr>
          <a:xfrm>
            <a:off x="395536" y="627534"/>
            <a:ext cx="8208912" cy="2893100"/>
          </a:xfrm>
          <a:prstGeom prst="rect">
            <a:avLst/>
          </a:prstGeom>
          <a:noFill/>
        </p:spPr>
        <p:txBody>
          <a:bodyPr wrap="square" rtlCol="0">
            <a:spAutoFit/>
          </a:bodyPr>
          <a:lstStyle/>
          <a:p>
            <a:pPr marL="285750" indent="-285750">
              <a:lnSpc>
                <a:spcPct val="150000"/>
              </a:lnSpc>
              <a:buFont typeface="Wingdings" panose="05000000000000000000" pitchFamily="2" charset="2"/>
              <a:buChar char="l"/>
            </a:pPr>
            <a:r>
              <a:rPr lang="zh-CN" altLang="en-US" sz="1400" b="1" dirty="0">
                <a:solidFill>
                  <a:schemeClr val="tx1">
                    <a:lumMod val="75000"/>
                    <a:lumOff val="25000"/>
                  </a:schemeClr>
                </a:solidFill>
                <a:cs typeface="+mn-ea"/>
                <a:sym typeface="+mn-lt"/>
              </a:rPr>
              <a:t>召集责任人：项目经理</a:t>
            </a:r>
            <a:endParaRPr lang="en-US" altLang="zh-CN" sz="1400" b="1" dirty="0">
              <a:solidFill>
                <a:schemeClr val="tx1">
                  <a:lumMod val="75000"/>
                  <a:lumOff val="25000"/>
                </a:schemeClr>
              </a:solidFill>
              <a:cs typeface="+mn-ea"/>
              <a:sym typeface="+mn-lt"/>
            </a:endParaRPr>
          </a:p>
          <a:p>
            <a:pPr marL="285750" indent="-285750">
              <a:lnSpc>
                <a:spcPct val="150000"/>
              </a:lnSpc>
              <a:buFont typeface="Wingdings" panose="05000000000000000000" pitchFamily="2" charset="2"/>
              <a:buChar char="l"/>
            </a:pPr>
            <a:r>
              <a:rPr lang="zh-CN" altLang="en-US" sz="1400" b="1" dirty="0">
                <a:solidFill>
                  <a:schemeClr val="tx1">
                    <a:lumMod val="75000"/>
                    <a:lumOff val="25000"/>
                  </a:schemeClr>
                </a:solidFill>
                <a:cs typeface="+mn-ea"/>
                <a:sym typeface="+mn-lt"/>
              </a:rPr>
              <a:t>参与干系人：制造部、解决方案、技术支持（售前，售后）、品质管理、核心项目成员等工程师；</a:t>
            </a:r>
            <a:endParaRPr lang="en-US" altLang="zh-CN" sz="1400" b="1" dirty="0">
              <a:solidFill>
                <a:schemeClr val="tx1">
                  <a:lumMod val="75000"/>
                  <a:lumOff val="25000"/>
                </a:schemeClr>
              </a:solidFill>
              <a:cs typeface="+mn-ea"/>
              <a:sym typeface="+mn-lt"/>
            </a:endParaRPr>
          </a:p>
          <a:p>
            <a:pPr marL="633150" indent="-342900">
              <a:lnSpc>
                <a:spcPct val="150000"/>
              </a:lnSpc>
              <a:buFont typeface="Arial" panose="020B0604020202020204" pitchFamily="34" charset="0"/>
              <a:buChar char="•"/>
            </a:pPr>
            <a:r>
              <a:rPr lang="zh-CN" altLang="en-US" sz="1200" dirty="0">
                <a:solidFill>
                  <a:schemeClr val="tx1">
                    <a:lumMod val="75000"/>
                    <a:lumOff val="25000"/>
                  </a:schemeClr>
                </a:solidFill>
                <a:cs typeface="+mn-ea"/>
                <a:sym typeface="+mn-lt"/>
              </a:rPr>
              <a:t>项目经理：确认机构安装物料状况，时间，地点；邮件通知各部门主管安排人员参加；</a:t>
            </a:r>
            <a:endParaRPr lang="en-US" altLang="zh-CN" sz="1200" dirty="0">
              <a:solidFill>
                <a:schemeClr val="tx1">
                  <a:lumMod val="75000"/>
                  <a:lumOff val="25000"/>
                </a:schemeClr>
              </a:solidFill>
              <a:cs typeface="+mn-ea"/>
              <a:sym typeface="+mn-lt"/>
            </a:endParaRPr>
          </a:p>
          <a:p>
            <a:pPr marL="633150" indent="-342900">
              <a:lnSpc>
                <a:spcPct val="150000"/>
              </a:lnSpc>
              <a:buFont typeface="Arial" panose="020B0604020202020204" pitchFamily="34" charset="0"/>
              <a:buChar char="•"/>
            </a:pPr>
            <a:r>
              <a:rPr lang="en-US" altLang="zh-CN" sz="1200" dirty="0">
                <a:solidFill>
                  <a:schemeClr val="tx1">
                    <a:lumMod val="75000"/>
                    <a:lumOff val="25000"/>
                  </a:schemeClr>
                </a:solidFill>
                <a:cs typeface="+mn-ea"/>
                <a:sym typeface="+mn-lt"/>
              </a:rPr>
              <a:t>SIT/</a:t>
            </a:r>
            <a:r>
              <a:rPr lang="zh-CN" altLang="en-US" sz="1200" dirty="0">
                <a:solidFill>
                  <a:schemeClr val="tx1">
                    <a:lumMod val="75000"/>
                    <a:lumOff val="25000"/>
                  </a:schemeClr>
                </a:solidFill>
                <a:cs typeface="+mn-ea"/>
                <a:sym typeface="+mn-lt"/>
              </a:rPr>
              <a:t>散热</a:t>
            </a:r>
            <a:r>
              <a:rPr lang="en-US" altLang="zh-CN" sz="1200" dirty="0">
                <a:solidFill>
                  <a:schemeClr val="tx1">
                    <a:lumMod val="75000"/>
                    <a:lumOff val="25000"/>
                  </a:schemeClr>
                </a:solidFill>
                <a:cs typeface="+mn-ea"/>
                <a:sym typeface="+mn-lt"/>
              </a:rPr>
              <a:t>/</a:t>
            </a:r>
            <a:r>
              <a:rPr lang="zh-CN" altLang="en-US" sz="1200" dirty="0">
                <a:solidFill>
                  <a:schemeClr val="tx1">
                    <a:lumMod val="75000"/>
                    <a:lumOff val="25000"/>
                  </a:schemeClr>
                </a:solidFill>
                <a:cs typeface="+mn-ea"/>
                <a:sym typeface="+mn-lt"/>
              </a:rPr>
              <a:t>可靠性工程师：根据实际安排借用组装物料，准备组装环境；</a:t>
            </a:r>
            <a:endParaRPr lang="en-US" altLang="zh-CN" sz="1200" dirty="0">
              <a:solidFill>
                <a:schemeClr val="tx1">
                  <a:lumMod val="75000"/>
                  <a:lumOff val="25000"/>
                </a:schemeClr>
              </a:solidFill>
              <a:cs typeface="+mn-ea"/>
              <a:sym typeface="+mn-lt"/>
            </a:endParaRPr>
          </a:p>
          <a:p>
            <a:pPr marL="633150" indent="-342900">
              <a:lnSpc>
                <a:spcPct val="150000"/>
              </a:lnSpc>
              <a:buFont typeface="Arial" panose="020B0604020202020204" pitchFamily="34" charset="0"/>
              <a:buChar char="•"/>
            </a:pPr>
            <a:r>
              <a:rPr lang="zh-CN" altLang="en-US" sz="1200" dirty="0">
                <a:solidFill>
                  <a:schemeClr val="tx1">
                    <a:lumMod val="75000"/>
                    <a:lumOff val="25000"/>
                  </a:schemeClr>
                </a:solidFill>
                <a:cs typeface="+mn-ea"/>
                <a:sym typeface="+mn-lt"/>
              </a:rPr>
              <a:t>制造工程师：进行整机组装，发现并记录组装问题；</a:t>
            </a:r>
            <a:endParaRPr lang="en-US" altLang="zh-CN" sz="1200" dirty="0">
              <a:solidFill>
                <a:schemeClr val="tx1">
                  <a:lumMod val="75000"/>
                  <a:lumOff val="25000"/>
                </a:schemeClr>
              </a:solidFill>
              <a:cs typeface="+mn-ea"/>
              <a:sym typeface="+mn-lt"/>
            </a:endParaRPr>
          </a:p>
          <a:p>
            <a:pPr marL="633150" indent="-342900">
              <a:lnSpc>
                <a:spcPct val="150000"/>
              </a:lnSpc>
              <a:buFont typeface="Arial" panose="020B0604020202020204" pitchFamily="34" charset="0"/>
              <a:buChar char="•"/>
            </a:pPr>
            <a:r>
              <a:rPr lang="zh-CN" altLang="en-US" sz="1200" dirty="0">
                <a:solidFill>
                  <a:schemeClr val="tx1">
                    <a:lumMod val="75000"/>
                    <a:lumOff val="25000"/>
                  </a:schemeClr>
                </a:solidFill>
                <a:cs typeface="+mn-ea"/>
                <a:sym typeface="+mn-lt"/>
              </a:rPr>
              <a:t>组装参与人员：记录组装过程中发现的问题；</a:t>
            </a:r>
            <a:endParaRPr lang="en-US" altLang="zh-CN" sz="1200" dirty="0">
              <a:solidFill>
                <a:schemeClr val="tx1">
                  <a:lumMod val="75000"/>
                  <a:lumOff val="25000"/>
                </a:schemeClr>
              </a:solidFill>
              <a:cs typeface="+mn-ea"/>
              <a:sym typeface="+mn-lt"/>
            </a:endParaRPr>
          </a:p>
          <a:p>
            <a:pPr marL="633150" indent="-342900">
              <a:lnSpc>
                <a:spcPct val="150000"/>
              </a:lnSpc>
              <a:buFont typeface="Arial" panose="020B0604020202020204" pitchFamily="34" charset="0"/>
              <a:buChar char="•"/>
            </a:pPr>
            <a:r>
              <a:rPr lang="zh-CN" altLang="en-US" sz="1200" dirty="0">
                <a:solidFill>
                  <a:schemeClr val="tx1">
                    <a:lumMod val="75000"/>
                    <a:lumOff val="25000"/>
                  </a:schemeClr>
                </a:solidFill>
                <a:cs typeface="+mn-ea"/>
                <a:sym typeface="+mn-lt"/>
              </a:rPr>
              <a:t>项目经理：搜集问题清单，组织各部门人员进行问题初步评审；</a:t>
            </a:r>
            <a:endParaRPr lang="en-US" altLang="zh-CN" sz="1200" dirty="0">
              <a:solidFill>
                <a:schemeClr val="tx1">
                  <a:lumMod val="75000"/>
                  <a:lumOff val="25000"/>
                </a:schemeClr>
              </a:solidFill>
              <a:cs typeface="+mn-ea"/>
              <a:sym typeface="+mn-lt"/>
            </a:endParaRPr>
          </a:p>
          <a:p>
            <a:pPr marL="633150" indent="-342900">
              <a:lnSpc>
                <a:spcPct val="150000"/>
              </a:lnSpc>
              <a:buFont typeface="Arial" panose="020B0604020202020204" pitchFamily="34" charset="0"/>
              <a:buChar char="•"/>
            </a:pPr>
            <a:r>
              <a:rPr lang="zh-CN" altLang="en-US" sz="1200" dirty="0">
                <a:solidFill>
                  <a:schemeClr val="tx1">
                    <a:lumMod val="75000"/>
                    <a:lumOff val="25000"/>
                  </a:schemeClr>
                </a:solidFill>
                <a:cs typeface="+mn-ea"/>
                <a:sym typeface="+mn-lt"/>
              </a:rPr>
              <a:t>制造工程师：将评审确认后问题上传到</a:t>
            </a:r>
            <a:r>
              <a:rPr lang="en-US" altLang="zh-CN" sz="1200" dirty="0">
                <a:solidFill>
                  <a:schemeClr val="tx1">
                    <a:lumMod val="75000"/>
                    <a:lumOff val="25000"/>
                  </a:schemeClr>
                </a:solidFill>
                <a:cs typeface="+mn-ea"/>
                <a:sym typeface="+mn-lt"/>
              </a:rPr>
              <a:t>Mantis</a:t>
            </a:r>
            <a:r>
              <a:rPr lang="zh-CN" altLang="en-US" sz="1200" dirty="0">
                <a:solidFill>
                  <a:schemeClr val="tx1">
                    <a:lumMod val="75000"/>
                    <a:lumOff val="25000"/>
                  </a:schemeClr>
                </a:solidFill>
                <a:cs typeface="+mn-ea"/>
                <a:sym typeface="+mn-lt"/>
              </a:rPr>
              <a:t>系统；</a:t>
            </a:r>
            <a:endParaRPr lang="en-US" altLang="zh-CN" sz="1200" dirty="0">
              <a:solidFill>
                <a:schemeClr val="tx1">
                  <a:lumMod val="75000"/>
                  <a:lumOff val="25000"/>
                </a:schemeClr>
              </a:solidFill>
              <a:cs typeface="+mn-ea"/>
              <a:sym typeface="+mn-lt"/>
            </a:endParaRPr>
          </a:p>
          <a:p>
            <a:pPr marL="633150" indent="-342900">
              <a:lnSpc>
                <a:spcPct val="150000"/>
              </a:lnSpc>
              <a:buFont typeface="Arial" panose="020B0604020202020204" pitchFamily="34" charset="0"/>
              <a:buChar char="•"/>
            </a:pPr>
            <a:r>
              <a:rPr lang="en-US" altLang="zh-CN" sz="1200" dirty="0">
                <a:solidFill>
                  <a:schemeClr val="tx1">
                    <a:lumMod val="75000"/>
                    <a:lumOff val="25000"/>
                  </a:schemeClr>
                </a:solidFill>
                <a:cs typeface="+mn-ea"/>
                <a:sym typeface="+mn-lt"/>
              </a:rPr>
              <a:t>TPM</a:t>
            </a:r>
            <a:r>
              <a:rPr lang="zh-CN" altLang="en-US" sz="1200" dirty="0">
                <a:solidFill>
                  <a:schemeClr val="tx1">
                    <a:lumMod val="75000"/>
                    <a:lumOff val="25000"/>
                  </a:schemeClr>
                </a:solidFill>
                <a:cs typeface="+mn-ea"/>
                <a:sym typeface="+mn-lt"/>
              </a:rPr>
              <a:t>： 安排问题讨论、指派问题责任人，对</a:t>
            </a:r>
            <a:r>
              <a:rPr lang="en-US" altLang="zh-CN" sz="1200" dirty="0">
                <a:solidFill>
                  <a:schemeClr val="tx1">
                    <a:lumMod val="75000"/>
                    <a:lumOff val="25000"/>
                  </a:schemeClr>
                </a:solidFill>
                <a:cs typeface="+mn-ea"/>
                <a:sym typeface="+mn-lt"/>
              </a:rPr>
              <a:t>Bug</a:t>
            </a:r>
            <a:r>
              <a:rPr lang="zh-CN" altLang="en-US" sz="1200" dirty="0">
                <a:solidFill>
                  <a:schemeClr val="tx1">
                    <a:lumMod val="75000"/>
                    <a:lumOff val="25000"/>
                  </a:schemeClr>
                </a:solidFill>
                <a:cs typeface="+mn-ea"/>
                <a:sym typeface="+mn-lt"/>
              </a:rPr>
              <a:t>进行追踪；</a:t>
            </a:r>
          </a:p>
          <a:p>
            <a:endParaRPr lang="zh-CN" altLang="en-US" sz="1400" dirty="0">
              <a:solidFill>
                <a:schemeClr val="tx1">
                  <a:lumMod val="75000"/>
                  <a:lumOff val="25000"/>
                </a:schemeClr>
              </a:solidFill>
              <a:cs typeface="+mn-ea"/>
              <a:sym typeface="+mn-lt"/>
            </a:endParaRPr>
          </a:p>
        </p:txBody>
      </p:sp>
      <p:graphicFrame>
        <p:nvGraphicFramePr>
          <p:cNvPr id="7" name="对象 6"/>
          <p:cNvGraphicFramePr>
            <a:graphicFrameLocks noChangeAspect="1"/>
          </p:cNvGraphicFramePr>
          <p:nvPr>
            <p:extLst>
              <p:ext uri="{D42A27DB-BD31-4B8C-83A1-F6EECF244321}">
                <p14:modId xmlns:p14="http://schemas.microsoft.com/office/powerpoint/2010/main" val="4186225211"/>
              </p:ext>
            </p:extLst>
          </p:nvPr>
        </p:nvGraphicFramePr>
        <p:xfrm>
          <a:off x="7380312" y="3867894"/>
          <a:ext cx="1080120" cy="978859"/>
        </p:xfrm>
        <a:graphic>
          <a:graphicData uri="http://schemas.openxmlformats.org/presentationml/2006/ole">
            <mc:AlternateContent xmlns:mc="http://schemas.openxmlformats.org/markup-compatibility/2006">
              <mc:Choice xmlns:v="urn:schemas-microsoft-com:vml" Requires="v">
                <p:oleObj spid="_x0000_s3174" name="工作表" showAsIcon="1" r:id="rId3" imgW="914400" imgH="828720" progId="Excel.Sheet.12">
                  <p:embed/>
                </p:oleObj>
              </mc:Choice>
              <mc:Fallback>
                <p:oleObj name="工作表" showAsIcon="1" r:id="rId3" imgW="914400" imgH="828720" progId="Excel.Sheet.12">
                  <p:embed/>
                  <p:pic>
                    <p:nvPicPr>
                      <p:cNvPr id="0" name=""/>
                      <p:cNvPicPr/>
                      <p:nvPr/>
                    </p:nvPicPr>
                    <p:blipFill>
                      <a:blip r:embed="rId4"/>
                      <a:stretch>
                        <a:fillRect/>
                      </a:stretch>
                    </p:blipFill>
                    <p:spPr>
                      <a:xfrm>
                        <a:off x="7380312" y="3867894"/>
                        <a:ext cx="1080120" cy="978859"/>
                      </a:xfrm>
                      <a:prstGeom prst="rect">
                        <a:avLst/>
                      </a:prstGeom>
                    </p:spPr>
                  </p:pic>
                </p:oleObj>
              </mc:Fallback>
            </mc:AlternateContent>
          </a:graphicData>
        </a:graphic>
      </p:graphicFrame>
      <p:sp>
        <p:nvSpPr>
          <p:cNvPr id="6" name="文本框 5">
            <a:extLst>
              <a:ext uri="{FF2B5EF4-FFF2-40B4-BE49-F238E27FC236}">
                <a16:creationId xmlns:a16="http://schemas.microsoft.com/office/drawing/2014/main" xmlns="" id="{BD9ED218-1F0C-423A-B101-A0E4D7EB04BF}"/>
              </a:ext>
            </a:extLst>
          </p:cNvPr>
          <p:cNvSpPr txBox="1"/>
          <p:nvPr/>
        </p:nvSpPr>
        <p:spPr>
          <a:xfrm>
            <a:off x="179512" y="3551772"/>
            <a:ext cx="6336704" cy="377411"/>
          </a:xfrm>
          <a:prstGeom prst="rect">
            <a:avLst/>
          </a:prstGeom>
          <a:noFill/>
        </p:spPr>
        <p:txBody>
          <a:bodyPr wrap="square">
            <a:spAutoFit/>
          </a:bodyPr>
          <a:lstStyle/>
          <a:p>
            <a:pPr marL="290250">
              <a:lnSpc>
                <a:spcPct val="150000"/>
              </a:lnSpc>
            </a:pPr>
            <a:r>
              <a:rPr lang="zh-CN" altLang="en-US" sz="1400" b="1" dirty="0">
                <a:solidFill>
                  <a:schemeClr val="tx1">
                    <a:lumMod val="75000"/>
                    <a:lumOff val="25000"/>
                  </a:schemeClr>
                </a:solidFill>
                <a:cs typeface="+mn-ea"/>
                <a:sym typeface="+mn-lt"/>
              </a:rPr>
              <a:t>注意：项目经理提前一周邮件通知组装时间，地点，参与人员；</a:t>
            </a:r>
          </a:p>
        </p:txBody>
      </p:sp>
      <p:sp>
        <p:nvSpPr>
          <p:cNvPr id="4" name="矩形 3"/>
          <p:cNvSpPr/>
          <p:nvPr/>
        </p:nvSpPr>
        <p:spPr>
          <a:xfrm>
            <a:off x="468313" y="4781157"/>
            <a:ext cx="3717684" cy="362343"/>
          </a:xfrm>
          <a:prstGeom prst="rect">
            <a:avLst/>
          </a:prstGeom>
        </p:spPr>
        <p:txBody>
          <a:bodyPr wrap="none">
            <a:spAutoFit/>
          </a:bodyPr>
          <a:lstStyle/>
          <a:p>
            <a:pPr>
              <a:lnSpc>
                <a:spcPct val="120000"/>
              </a:lnSpc>
            </a:pPr>
            <a:r>
              <a:rPr lang="zh-CN" altLang="en-US" sz="1600" dirty="0">
                <a:solidFill>
                  <a:srgbClr val="3333CC"/>
                </a:solidFill>
                <a:cs typeface="+mn-ea"/>
                <a:sym typeface="+mn-lt"/>
              </a:rPr>
              <a:t>备注：</a:t>
            </a:r>
            <a:r>
              <a:rPr lang="en-US" altLang="zh-CN" sz="1600" dirty="0">
                <a:solidFill>
                  <a:srgbClr val="3333CC"/>
                </a:solidFill>
                <a:cs typeface="+mn-ea"/>
                <a:sym typeface="+mn-lt"/>
              </a:rPr>
              <a:t>DVT</a:t>
            </a:r>
            <a:r>
              <a:rPr lang="zh-CN" altLang="en-US" sz="1600" dirty="0">
                <a:solidFill>
                  <a:srgbClr val="3333CC"/>
                </a:solidFill>
                <a:cs typeface="+mn-ea"/>
                <a:sym typeface="+mn-lt"/>
              </a:rPr>
              <a:t>机构安装评审工作参考</a:t>
            </a:r>
            <a:r>
              <a:rPr lang="en-US" altLang="zh-CN" sz="1600" dirty="0">
                <a:solidFill>
                  <a:srgbClr val="3333CC"/>
                </a:solidFill>
                <a:cs typeface="+mn-ea"/>
                <a:sym typeface="+mn-lt"/>
              </a:rPr>
              <a:t>EVT</a:t>
            </a:r>
          </a:p>
        </p:txBody>
      </p:sp>
      <p:cxnSp>
        <p:nvCxnSpPr>
          <p:cNvPr id="8" name="直接箭头连接符 7">
            <a:extLst>
              <a:ext uri="{FF2B5EF4-FFF2-40B4-BE49-F238E27FC236}">
                <a16:creationId xmlns:a16="http://schemas.microsoft.com/office/drawing/2014/main" xmlns="" id="{86F2328A-86E7-42A7-9EFD-69515877E8B6}"/>
              </a:ext>
            </a:extLst>
          </p:cNvPr>
          <p:cNvCxnSpPr/>
          <p:nvPr/>
        </p:nvCxnSpPr>
        <p:spPr>
          <a:xfrm>
            <a:off x="683568" y="1419622"/>
            <a:ext cx="0" cy="1728192"/>
          </a:xfrm>
          <a:prstGeom prst="straightConnector1">
            <a:avLst/>
          </a:prstGeom>
          <a:ln>
            <a:tailEnd type="triangle"/>
          </a:ln>
        </p:spPr>
        <p:style>
          <a:lnRef idx="3">
            <a:schemeClr val="accent2"/>
          </a:lnRef>
          <a:fillRef idx="0">
            <a:schemeClr val="accent2"/>
          </a:fillRef>
          <a:effectRef idx="2">
            <a:schemeClr val="accent2"/>
          </a:effectRef>
          <a:fontRef idx="minor">
            <a:schemeClr val="tx1"/>
          </a:fontRef>
        </p:style>
      </p:cxnSp>
    </p:spTree>
    <p:extLst>
      <p:ext uri="{BB962C8B-B14F-4D97-AF65-F5344CB8AC3E}">
        <p14:creationId xmlns:p14="http://schemas.microsoft.com/office/powerpoint/2010/main" val="268191079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占位符 1"/>
          <p:cNvSpPr>
            <a:spLocks noGrp="1"/>
          </p:cNvSpPr>
          <p:nvPr>
            <p:ph type="body" sz="quarter" idx="13"/>
          </p:nvPr>
        </p:nvSpPr>
        <p:spPr/>
        <p:txBody>
          <a:bodyPr/>
          <a:lstStyle/>
          <a:p>
            <a:r>
              <a:rPr lang="en-US" altLang="zh-CN" dirty="0">
                <a:latin typeface="+mn-lt"/>
                <a:ea typeface="+mn-ea"/>
                <a:cs typeface="+mn-ea"/>
                <a:sym typeface="+mn-lt"/>
              </a:rPr>
              <a:t>DVT</a:t>
            </a:r>
            <a:r>
              <a:rPr lang="zh-CN" altLang="en-US" dirty="0">
                <a:latin typeface="+mn-lt"/>
                <a:ea typeface="+mn-ea"/>
                <a:cs typeface="+mn-ea"/>
                <a:sym typeface="+mn-lt"/>
              </a:rPr>
              <a:t>测试</a:t>
            </a:r>
            <a:r>
              <a:rPr lang="en-US" altLang="zh-CN" dirty="0">
                <a:latin typeface="+mn-lt"/>
                <a:ea typeface="+mn-ea"/>
                <a:cs typeface="+mn-ea"/>
                <a:sym typeface="+mn-lt"/>
              </a:rPr>
              <a:t>——DC</a:t>
            </a:r>
            <a:r>
              <a:rPr lang="zh-CN" altLang="en-US" dirty="0">
                <a:latin typeface="+mn-lt"/>
                <a:ea typeface="+mn-ea"/>
                <a:cs typeface="+mn-ea"/>
                <a:sym typeface="+mn-lt"/>
              </a:rPr>
              <a:t>测试</a:t>
            </a:r>
          </a:p>
        </p:txBody>
      </p:sp>
      <p:sp>
        <p:nvSpPr>
          <p:cNvPr id="4" name="文本框 3"/>
          <p:cNvSpPr txBox="1"/>
          <p:nvPr/>
        </p:nvSpPr>
        <p:spPr>
          <a:xfrm>
            <a:off x="395536" y="627534"/>
            <a:ext cx="8478352" cy="1320361"/>
          </a:xfrm>
          <a:prstGeom prst="rect">
            <a:avLst/>
          </a:prstGeom>
          <a:noFill/>
        </p:spPr>
        <p:txBody>
          <a:bodyPr wrap="square" rtlCol="0">
            <a:spAutoFit/>
          </a:bodyPr>
          <a:lstStyle/>
          <a:p>
            <a:pPr marL="285750" indent="-285750">
              <a:lnSpc>
                <a:spcPct val="150000"/>
              </a:lnSpc>
              <a:buFont typeface="Wingdings" panose="05000000000000000000" pitchFamily="2" charset="2"/>
              <a:buChar char="l"/>
            </a:pPr>
            <a:r>
              <a:rPr lang="zh-CN" altLang="en-US" sz="1400" b="1" dirty="0">
                <a:solidFill>
                  <a:schemeClr val="tx1">
                    <a:lumMod val="75000"/>
                    <a:lumOff val="25000"/>
                  </a:schemeClr>
                </a:solidFill>
                <a:latin typeface="微软雅黑" panose="020B0503020204020204" pitchFamily="34" charset="-122"/>
                <a:ea typeface="微软雅黑" panose="020B0503020204020204" pitchFamily="34" charset="-122"/>
                <a:cs typeface="+mn-ea"/>
                <a:sym typeface="+mn-lt"/>
              </a:rPr>
              <a:t>测试目的：</a:t>
            </a:r>
            <a:r>
              <a:rPr lang="zh-CN" altLang="en-US" sz="1400" dirty="0">
                <a:solidFill>
                  <a:schemeClr val="tx1">
                    <a:lumMod val="75000"/>
                    <a:lumOff val="25000"/>
                  </a:schemeClr>
                </a:solidFill>
                <a:latin typeface="微软雅黑" panose="020B0503020204020204" pitchFamily="34" charset="-122"/>
                <a:ea typeface="微软雅黑" panose="020B0503020204020204" pitchFamily="34" charset="-122"/>
                <a:cs typeface="+mn-ea"/>
                <a:sym typeface="+mn-lt"/>
              </a:rPr>
              <a:t>验证主板端电源设计是否满足规格需求（</a:t>
            </a:r>
            <a:r>
              <a:rPr lang="zh-CN" altLang="en-US" sz="1400" dirty="0">
                <a:solidFill>
                  <a:srgbClr val="3333CC"/>
                </a:solidFill>
                <a:latin typeface="微软雅黑" panose="020B0503020204020204" pitchFamily="34" charset="-122"/>
                <a:ea typeface="微软雅黑" panose="020B0503020204020204" pitchFamily="34" charset="-122"/>
                <a:cs typeface="+mn-ea"/>
                <a:sym typeface="+mn-lt"/>
              </a:rPr>
              <a:t>主要针对</a:t>
            </a:r>
            <a:r>
              <a:rPr lang="en-US" altLang="zh-CN" sz="1400" dirty="0">
                <a:solidFill>
                  <a:srgbClr val="3333CC"/>
                </a:solidFill>
                <a:latin typeface="微软雅黑" panose="020B0503020204020204" pitchFamily="34" charset="-122"/>
                <a:ea typeface="微软雅黑" panose="020B0503020204020204" pitchFamily="34" charset="-122"/>
                <a:cs typeface="+mn-ea"/>
                <a:sym typeface="+mn-lt"/>
              </a:rPr>
              <a:t>EVT</a:t>
            </a:r>
            <a:r>
              <a:rPr lang="zh-CN" altLang="en-US" sz="1400" dirty="0">
                <a:solidFill>
                  <a:srgbClr val="3333CC"/>
                </a:solidFill>
                <a:latin typeface="微软雅黑" panose="020B0503020204020204" pitchFamily="34" charset="-122"/>
                <a:ea typeface="微软雅黑" panose="020B0503020204020204" pitchFamily="34" charset="-122"/>
                <a:cs typeface="+mn-ea"/>
                <a:sym typeface="+mn-lt"/>
              </a:rPr>
              <a:t>阶段板端电源改动的部分进行验证</a:t>
            </a:r>
            <a:r>
              <a:rPr lang="zh-CN" altLang="en-US" sz="1400" dirty="0">
                <a:solidFill>
                  <a:schemeClr val="tx1">
                    <a:lumMod val="75000"/>
                    <a:lumOff val="25000"/>
                  </a:schemeClr>
                </a:solidFill>
                <a:latin typeface="微软雅黑" panose="020B0503020204020204" pitchFamily="34" charset="-122"/>
                <a:ea typeface="微软雅黑" panose="020B0503020204020204" pitchFamily="34" charset="-122"/>
                <a:cs typeface="+mn-ea"/>
                <a:sym typeface="+mn-lt"/>
              </a:rPr>
              <a:t>）；</a:t>
            </a:r>
            <a:endParaRPr lang="en-US" altLang="zh-CN" sz="1400" dirty="0">
              <a:solidFill>
                <a:schemeClr val="tx1">
                  <a:lumMod val="75000"/>
                  <a:lumOff val="25000"/>
                </a:schemeClr>
              </a:solidFill>
              <a:latin typeface="微软雅黑" panose="020B0503020204020204" pitchFamily="34" charset="-122"/>
              <a:ea typeface="微软雅黑" panose="020B0503020204020204" pitchFamily="34" charset="-122"/>
              <a:cs typeface="+mn-ea"/>
              <a:sym typeface="+mn-lt"/>
            </a:endParaRPr>
          </a:p>
          <a:p>
            <a:pPr marL="285750" indent="-285750">
              <a:lnSpc>
                <a:spcPct val="150000"/>
              </a:lnSpc>
              <a:buFont typeface="Wingdings" panose="05000000000000000000" pitchFamily="2" charset="2"/>
              <a:buChar char="l"/>
            </a:pPr>
            <a:r>
              <a:rPr lang="zh-CN" altLang="en-US" sz="1400" b="1" dirty="0">
                <a:solidFill>
                  <a:schemeClr val="tx1">
                    <a:lumMod val="75000"/>
                    <a:lumOff val="25000"/>
                  </a:schemeClr>
                </a:solidFill>
                <a:cs typeface="+mn-ea"/>
                <a:sym typeface="+mn-lt"/>
              </a:rPr>
              <a:t>电源测试内容</a:t>
            </a:r>
            <a:r>
              <a:rPr lang="en-US" altLang="zh-CN" sz="1400" b="1" dirty="0">
                <a:solidFill>
                  <a:schemeClr val="tx1">
                    <a:lumMod val="75000"/>
                    <a:lumOff val="25000"/>
                  </a:schemeClr>
                </a:solidFill>
                <a:cs typeface="+mn-ea"/>
                <a:sym typeface="+mn-lt"/>
              </a:rPr>
              <a:t>: </a:t>
            </a:r>
          </a:p>
          <a:p>
            <a:pPr>
              <a:lnSpc>
                <a:spcPct val="150000"/>
              </a:lnSpc>
            </a:pPr>
            <a:endParaRPr lang="en-US" altLang="zh-CN" sz="1400" dirty="0">
              <a:solidFill>
                <a:schemeClr val="tx1">
                  <a:lumMod val="75000"/>
                  <a:lumOff val="25000"/>
                </a:schemeClr>
              </a:solidFill>
              <a:latin typeface="微软雅黑" panose="020B0503020204020204" pitchFamily="34" charset="-122"/>
              <a:ea typeface="微软雅黑" panose="020B0503020204020204" pitchFamily="34" charset="-122"/>
              <a:cs typeface="+mn-ea"/>
              <a:sym typeface="+mn-lt"/>
            </a:endParaRPr>
          </a:p>
          <a:p>
            <a:pPr>
              <a:lnSpc>
                <a:spcPct val="120000"/>
              </a:lnSpc>
            </a:pPr>
            <a:endParaRPr lang="en-US" altLang="zh-CN" sz="1400" dirty="0">
              <a:solidFill>
                <a:schemeClr val="tx1">
                  <a:lumMod val="75000"/>
                  <a:lumOff val="25000"/>
                </a:schemeClr>
              </a:solidFill>
              <a:latin typeface="微软雅黑" panose="020B0503020204020204" pitchFamily="34" charset="-122"/>
              <a:ea typeface="微软雅黑" panose="020B0503020204020204" pitchFamily="34" charset="-122"/>
              <a:cs typeface="+mn-ea"/>
              <a:sym typeface="+mn-lt"/>
            </a:endParaRPr>
          </a:p>
        </p:txBody>
      </p:sp>
      <p:sp>
        <p:nvSpPr>
          <p:cNvPr id="7" name="矩形 6"/>
          <p:cNvSpPr/>
          <p:nvPr/>
        </p:nvSpPr>
        <p:spPr>
          <a:xfrm>
            <a:off x="363548" y="3755337"/>
            <a:ext cx="4445903" cy="1274195"/>
          </a:xfrm>
          <a:prstGeom prst="rect">
            <a:avLst/>
          </a:prstGeom>
        </p:spPr>
        <p:txBody>
          <a:bodyPr wrap="square">
            <a:spAutoFit/>
          </a:bodyPr>
          <a:lstStyle/>
          <a:p>
            <a:pPr>
              <a:lnSpc>
                <a:spcPct val="120000"/>
              </a:lnSpc>
            </a:pPr>
            <a:r>
              <a:rPr lang="en-US" altLang="zh-CN" sz="1000" dirty="0">
                <a:solidFill>
                  <a:srgbClr val="3333CC"/>
                </a:solidFill>
                <a:cs typeface="+mn-ea"/>
                <a:sym typeface="+mn-lt"/>
              </a:rPr>
              <a:t>DVT</a:t>
            </a:r>
            <a:r>
              <a:rPr lang="zh-CN" altLang="en-US" sz="1000" dirty="0">
                <a:solidFill>
                  <a:srgbClr val="3333CC"/>
                </a:solidFill>
                <a:cs typeface="+mn-ea"/>
                <a:sym typeface="+mn-lt"/>
              </a:rPr>
              <a:t>进测</a:t>
            </a:r>
            <a:r>
              <a:rPr lang="en-US" altLang="zh-CN" sz="1000" dirty="0">
                <a:solidFill>
                  <a:srgbClr val="3333CC"/>
                </a:solidFill>
                <a:cs typeface="+mn-ea"/>
                <a:sym typeface="+mn-lt"/>
              </a:rPr>
              <a:t>4</a:t>
            </a:r>
            <a:r>
              <a:rPr lang="zh-CN" altLang="en-US" sz="1000" dirty="0">
                <a:solidFill>
                  <a:srgbClr val="3333CC"/>
                </a:solidFill>
                <a:cs typeface="+mn-ea"/>
                <a:sym typeface="+mn-lt"/>
              </a:rPr>
              <a:t>周，输出改版意见（</a:t>
            </a:r>
            <a:r>
              <a:rPr lang="en-US" altLang="zh-CN" sz="1000" dirty="0">
                <a:solidFill>
                  <a:srgbClr val="3333CC"/>
                </a:solidFill>
                <a:cs typeface="+mn-ea"/>
                <a:sym typeface="+mn-lt"/>
              </a:rPr>
              <a:t>VR</a:t>
            </a:r>
            <a:r>
              <a:rPr lang="zh-CN" altLang="en-US" sz="1000" dirty="0">
                <a:solidFill>
                  <a:srgbClr val="3333CC"/>
                </a:solidFill>
                <a:cs typeface="+mn-ea"/>
                <a:sym typeface="+mn-lt"/>
              </a:rPr>
              <a:t>必须测完，其他选测）</a:t>
            </a:r>
            <a:endParaRPr lang="en-US" altLang="zh-CN" sz="1050" dirty="0">
              <a:solidFill>
                <a:schemeClr val="tx1">
                  <a:lumMod val="75000"/>
                  <a:lumOff val="25000"/>
                </a:schemeClr>
              </a:solidFill>
              <a:cs typeface="+mn-ea"/>
              <a:sym typeface="+mn-lt"/>
            </a:endParaRPr>
          </a:p>
          <a:p>
            <a:pPr>
              <a:lnSpc>
                <a:spcPct val="120000"/>
              </a:lnSpc>
            </a:pPr>
            <a:r>
              <a:rPr lang="zh-CN" altLang="en-US" sz="900" b="1" i="1" dirty="0">
                <a:solidFill>
                  <a:schemeClr val="tx1">
                    <a:lumMod val="95000"/>
                    <a:lumOff val="5000"/>
                  </a:schemeClr>
                </a:solidFill>
                <a:highlight>
                  <a:srgbClr val="FFFF00"/>
                </a:highlight>
                <a:cs typeface="+mn-ea"/>
                <a:sym typeface="+mn-lt"/>
              </a:rPr>
              <a:t>注：</a:t>
            </a:r>
            <a:endParaRPr lang="en-US" altLang="zh-CN" sz="900" b="1" i="1" dirty="0">
              <a:solidFill>
                <a:schemeClr val="tx1">
                  <a:lumMod val="95000"/>
                  <a:lumOff val="5000"/>
                </a:schemeClr>
              </a:solidFill>
              <a:highlight>
                <a:srgbClr val="FFFF00"/>
              </a:highlight>
              <a:cs typeface="+mn-ea"/>
              <a:sym typeface="+mn-lt"/>
            </a:endParaRPr>
          </a:p>
          <a:p>
            <a:pPr>
              <a:lnSpc>
                <a:spcPct val="120000"/>
              </a:lnSpc>
            </a:pPr>
            <a:r>
              <a:rPr lang="en-US" altLang="zh-CN" sz="900" i="1" dirty="0">
                <a:solidFill>
                  <a:schemeClr val="tx1">
                    <a:lumMod val="95000"/>
                    <a:lumOff val="5000"/>
                  </a:schemeClr>
                </a:solidFill>
                <a:cs typeface="+mn-ea"/>
                <a:sym typeface="+mn-lt"/>
              </a:rPr>
              <a:t>VR</a:t>
            </a:r>
            <a:r>
              <a:rPr lang="zh-CN" altLang="en-US" sz="900" i="1" dirty="0">
                <a:solidFill>
                  <a:schemeClr val="tx1">
                    <a:lumMod val="95000"/>
                    <a:lumOff val="5000"/>
                  </a:schemeClr>
                </a:solidFill>
                <a:cs typeface="+mn-ea"/>
                <a:sym typeface="+mn-lt"/>
              </a:rPr>
              <a:t>：</a:t>
            </a:r>
            <a:r>
              <a:rPr lang="en-US" altLang="zh-CN" sz="900" i="1" dirty="0">
                <a:solidFill>
                  <a:schemeClr val="tx1">
                    <a:lumMod val="95000"/>
                    <a:lumOff val="5000"/>
                  </a:schemeClr>
                </a:solidFill>
                <a:cs typeface="+mn-ea"/>
                <a:sym typeface="+mn-lt"/>
              </a:rPr>
              <a:t>voltage regulation </a:t>
            </a:r>
            <a:r>
              <a:rPr lang="zh-CN" altLang="en-US" sz="900" i="1" dirty="0">
                <a:solidFill>
                  <a:schemeClr val="tx1">
                    <a:lumMod val="95000"/>
                    <a:lumOff val="5000"/>
                  </a:schemeClr>
                </a:solidFill>
                <a:cs typeface="+mn-ea"/>
                <a:sym typeface="+mn-lt"/>
              </a:rPr>
              <a:t>电压转换器</a:t>
            </a:r>
            <a:endParaRPr lang="en-US" altLang="zh-CN" sz="900" i="1" dirty="0">
              <a:solidFill>
                <a:schemeClr val="tx1">
                  <a:lumMod val="95000"/>
                  <a:lumOff val="5000"/>
                </a:schemeClr>
              </a:solidFill>
              <a:cs typeface="+mn-ea"/>
              <a:sym typeface="+mn-lt"/>
            </a:endParaRPr>
          </a:p>
          <a:p>
            <a:pPr>
              <a:lnSpc>
                <a:spcPct val="120000"/>
              </a:lnSpc>
            </a:pPr>
            <a:r>
              <a:rPr lang="en-US" altLang="zh-CN" sz="900" i="1" dirty="0">
                <a:solidFill>
                  <a:schemeClr val="tx1">
                    <a:lumMod val="95000"/>
                    <a:lumOff val="5000"/>
                  </a:schemeClr>
                </a:solidFill>
                <a:cs typeface="+mn-ea"/>
                <a:sym typeface="+mn-lt"/>
              </a:rPr>
              <a:t>POL</a:t>
            </a:r>
            <a:r>
              <a:rPr lang="zh-CN" altLang="en-US" sz="900" i="1" dirty="0">
                <a:solidFill>
                  <a:schemeClr val="tx1">
                    <a:lumMod val="95000"/>
                    <a:lumOff val="5000"/>
                  </a:schemeClr>
                </a:solidFill>
                <a:cs typeface="+mn-ea"/>
                <a:sym typeface="+mn-lt"/>
              </a:rPr>
              <a:t>：</a:t>
            </a:r>
            <a:r>
              <a:rPr lang="en-US" altLang="zh-CN" sz="900" i="1" dirty="0">
                <a:solidFill>
                  <a:schemeClr val="tx1">
                    <a:lumMod val="95000"/>
                    <a:lumOff val="5000"/>
                  </a:schemeClr>
                </a:solidFill>
                <a:cs typeface="+mn-ea"/>
                <a:sym typeface="+mn-lt"/>
              </a:rPr>
              <a:t>point of load  </a:t>
            </a:r>
            <a:r>
              <a:rPr lang="zh-CN" altLang="en-US" sz="900" i="1" dirty="0">
                <a:solidFill>
                  <a:schemeClr val="tx1">
                    <a:lumMod val="95000"/>
                    <a:lumOff val="5000"/>
                  </a:schemeClr>
                </a:solidFill>
                <a:cs typeface="+mn-ea"/>
                <a:sym typeface="+mn-lt"/>
              </a:rPr>
              <a:t>负载点电源 </a:t>
            </a:r>
            <a:endParaRPr lang="en-US" altLang="zh-CN" sz="900" i="1" dirty="0">
              <a:solidFill>
                <a:schemeClr val="tx1">
                  <a:lumMod val="95000"/>
                  <a:lumOff val="5000"/>
                </a:schemeClr>
              </a:solidFill>
              <a:cs typeface="+mn-ea"/>
              <a:sym typeface="+mn-lt"/>
            </a:endParaRPr>
          </a:p>
          <a:p>
            <a:pPr>
              <a:lnSpc>
                <a:spcPct val="120000"/>
              </a:lnSpc>
            </a:pPr>
            <a:r>
              <a:rPr lang="en-US" altLang="zh-CN" sz="900" i="1" dirty="0">
                <a:solidFill>
                  <a:schemeClr val="tx1">
                    <a:lumMod val="95000"/>
                    <a:lumOff val="5000"/>
                  </a:schemeClr>
                </a:solidFill>
                <a:cs typeface="+mn-ea"/>
                <a:sym typeface="+mn-lt"/>
              </a:rPr>
              <a:t>LDO</a:t>
            </a:r>
            <a:r>
              <a:rPr lang="zh-CN" altLang="en-US" sz="900" i="1" dirty="0">
                <a:solidFill>
                  <a:schemeClr val="tx1">
                    <a:lumMod val="95000"/>
                    <a:lumOff val="5000"/>
                  </a:schemeClr>
                </a:solidFill>
                <a:cs typeface="+mn-ea"/>
                <a:sym typeface="+mn-lt"/>
              </a:rPr>
              <a:t>：</a:t>
            </a:r>
            <a:r>
              <a:rPr lang="en-US" altLang="zh-CN" sz="900" i="1" dirty="0">
                <a:solidFill>
                  <a:schemeClr val="tx1">
                    <a:lumMod val="95000"/>
                    <a:lumOff val="5000"/>
                  </a:schemeClr>
                </a:solidFill>
                <a:cs typeface="+mn-ea"/>
                <a:sym typeface="+mn-lt"/>
              </a:rPr>
              <a:t>Low-Dropout Linear Regulator </a:t>
            </a:r>
            <a:r>
              <a:rPr lang="zh-CN" altLang="en-US" sz="900" i="1" dirty="0">
                <a:solidFill>
                  <a:schemeClr val="tx1">
                    <a:lumMod val="95000"/>
                    <a:lumOff val="5000"/>
                  </a:schemeClr>
                </a:solidFill>
                <a:cs typeface="+mn-ea"/>
                <a:sym typeface="+mn-lt"/>
              </a:rPr>
              <a:t>低压差线性稳压器</a:t>
            </a:r>
            <a:endParaRPr lang="en-US" altLang="zh-CN" sz="900" i="1" dirty="0">
              <a:solidFill>
                <a:schemeClr val="tx1">
                  <a:lumMod val="95000"/>
                  <a:lumOff val="5000"/>
                </a:schemeClr>
              </a:solidFill>
              <a:cs typeface="+mn-ea"/>
              <a:sym typeface="+mn-lt"/>
            </a:endParaRPr>
          </a:p>
          <a:p>
            <a:pPr>
              <a:lnSpc>
                <a:spcPct val="120000"/>
              </a:lnSpc>
            </a:pPr>
            <a:r>
              <a:rPr lang="en-US" altLang="zh-CN" sz="900" i="1" dirty="0" err="1">
                <a:solidFill>
                  <a:schemeClr val="tx1">
                    <a:lumMod val="95000"/>
                    <a:lumOff val="5000"/>
                  </a:schemeClr>
                </a:solidFill>
                <a:cs typeface="+mn-ea"/>
                <a:sym typeface="+mn-lt"/>
              </a:rPr>
              <a:t>Hotswap</a:t>
            </a:r>
            <a:r>
              <a:rPr lang="zh-CN" altLang="en-US" sz="900" i="1" dirty="0">
                <a:solidFill>
                  <a:schemeClr val="tx1">
                    <a:lumMod val="95000"/>
                    <a:lumOff val="5000"/>
                  </a:schemeClr>
                </a:solidFill>
                <a:cs typeface="+mn-ea"/>
                <a:sym typeface="+mn-lt"/>
              </a:rPr>
              <a:t>：</a:t>
            </a:r>
            <a:r>
              <a:rPr lang="en-US" altLang="zh-CN" sz="900" i="1" dirty="0">
                <a:solidFill>
                  <a:schemeClr val="tx1">
                    <a:lumMod val="95000"/>
                    <a:lumOff val="5000"/>
                  </a:schemeClr>
                </a:solidFill>
                <a:cs typeface="+mn-ea"/>
                <a:sym typeface="+mn-lt"/>
              </a:rPr>
              <a:t>  </a:t>
            </a:r>
            <a:r>
              <a:rPr lang="zh-CN" altLang="en-US" sz="900" i="1" dirty="0">
                <a:solidFill>
                  <a:schemeClr val="tx1">
                    <a:lumMod val="95000"/>
                    <a:lumOff val="5000"/>
                  </a:schemeClr>
                </a:solidFill>
                <a:cs typeface="+mn-ea"/>
                <a:sym typeface="+mn-lt"/>
              </a:rPr>
              <a:t>热插拔电路</a:t>
            </a:r>
            <a:endParaRPr lang="en-US" altLang="zh-CN" sz="900" i="1" dirty="0">
              <a:solidFill>
                <a:schemeClr val="tx1">
                  <a:lumMod val="95000"/>
                  <a:lumOff val="5000"/>
                </a:schemeClr>
              </a:solidFill>
              <a:cs typeface="+mn-ea"/>
              <a:sym typeface="+mn-lt"/>
            </a:endParaRPr>
          </a:p>
          <a:p>
            <a:pPr>
              <a:lnSpc>
                <a:spcPct val="120000"/>
              </a:lnSpc>
            </a:pPr>
            <a:r>
              <a:rPr lang="en-US" altLang="zh-CN" sz="900" i="1" dirty="0" err="1">
                <a:solidFill>
                  <a:schemeClr val="tx1">
                    <a:lumMod val="95000"/>
                    <a:lumOff val="5000"/>
                  </a:schemeClr>
                </a:solidFill>
                <a:cs typeface="+mn-ea"/>
                <a:sym typeface="+mn-lt"/>
              </a:rPr>
              <a:t>PowerSwitch</a:t>
            </a:r>
            <a:r>
              <a:rPr lang="zh-CN" altLang="en-US" sz="900" i="1" dirty="0">
                <a:solidFill>
                  <a:schemeClr val="tx1">
                    <a:lumMod val="95000"/>
                    <a:lumOff val="5000"/>
                  </a:schemeClr>
                </a:solidFill>
                <a:cs typeface="+mn-ea"/>
                <a:sym typeface="+mn-lt"/>
              </a:rPr>
              <a:t>：</a:t>
            </a:r>
            <a:r>
              <a:rPr lang="en-US" altLang="zh-CN" sz="900" i="1" dirty="0">
                <a:solidFill>
                  <a:schemeClr val="tx1">
                    <a:lumMod val="95000"/>
                    <a:lumOff val="5000"/>
                  </a:schemeClr>
                </a:solidFill>
                <a:cs typeface="+mn-ea"/>
                <a:sym typeface="+mn-lt"/>
              </a:rPr>
              <a:t> </a:t>
            </a:r>
            <a:r>
              <a:rPr lang="zh-CN" altLang="en-US" sz="900" i="1" dirty="0">
                <a:solidFill>
                  <a:schemeClr val="tx1">
                    <a:lumMod val="95000"/>
                    <a:lumOff val="5000"/>
                  </a:schemeClr>
                </a:solidFill>
                <a:cs typeface="+mn-ea"/>
                <a:sym typeface="+mn-lt"/>
              </a:rPr>
              <a:t>电源切换线路</a:t>
            </a:r>
            <a:endParaRPr lang="en-US" altLang="zh-CN" sz="900" i="1" dirty="0">
              <a:solidFill>
                <a:schemeClr val="tx1">
                  <a:lumMod val="95000"/>
                  <a:lumOff val="5000"/>
                </a:schemeClr>
              </a:solidFill>
              <a:cs typeface="+mn-ea"/>
              <a:sym typeface="+mn-lt"/>
            </a:endParaRPr>
          </a:p>
        </p:txBody>
      </p:sp>
      <p:sp>
        <p:nvSpPr>
          <p:cNvPr id="8" name="矩形 7"/>
          <p:cNvSpPr/>
          <p:nvPr/>
        </p:nvSpPr>
        <p:spPr>
          <a:xfrm>
            <a:off x="4578751" y="987574"/>
            <a:ext cx="3888432" cy="1627369"/>
          </a:xfrm>
          <a:prstGeom prst="rect">
            <a:avLst/>
          </a:prstGeom>
        </p:spPr>
        <p:txBody>
          <a:bodyPr wrap="square">
            <a:spAutoFit/>
          </a:bodyPr>
          <a:lstStyle/>
          <a:p>
            <a:pPr marL="171450" indent="-171450">
              <a:lnSpc>
                <a:spcPct val="150000"/>
              </a:lnSpc>
              <a:buFont typeface="Wingdings" panose="05000000000000000000" pitchFamily="2" charset="2"/>
              <a:buChar char="l"/>
            </a:pPr>
            <a:r>
              <a:rPr lang="zh-CN" altLang="en-US" sz="1400" b="1" dirty="0">
                <a:solidFill>
                  <a:schemeClr val="tx1">
                    <a:lumMod val="95000"/>
                    <a:lumOff val="5000"/>
                  </a:schemeClr>
                </a:solidFill>
                <a:cs typeface="+mn-ea"/>
                <a:sym typeface="+mn-lt"/>
              </a:rPr>
              <a:t>测试时间：</a:t>
            </a:r>
            <a:endParaRPr lang="en-US" altLang="zh-CN" sz="1400" b="1" dirty="0">
              <a:solidFill>
                <a:schemeClr val="tx1">
                  <a:lumMod val="95000"/>
                  <a:lumOff val="5000"/>
                </a:schemeClr>
              </a:solidFill>
              <a:cs typeface="+mn-ea"/>
              <a:sym typeface="+mn-lt"/>
            </a:endParaRPr>
          </a:p>
          <a:p>
            <a:pPr marL="171450" indent="-171450">
              <a:lnSpc>
                <a:spcPct val="150000"/>
              </a:lnSpc>
              <a:buFont typeface="Arial" panose="020B0604020202020204" pitchFamily="34" charset="0"/>
              <a:buChar char="•"/>
            </a:pPr>
            <a:r>
              <a:rPr lang="zh-CN" altLang="en-US" sz="1050" dirty="0">
                <a:solidFill>
                  <a:schemeClr val="tx1">
                    <a:lumMod val="95000"/>
                    <a:lumOff val="5000"/>
                  </a:schemeClr>
                </a:solidFill>
                <a:cs typeface="+mn-ea"/>
                <a:sym typeface="+mn-lt"/>
              </a:rPr>
              <a:t>根据主板</a:t>
            </a:r>
            <a:r>
              <a:rPr lang="en-US" altLang="zh-CN" sz="1050" dirty="0">
                <a:solidFill>
                  <a:schemeClr val="tx1">
                    <a:lumMod val="95000"/>
                    <a:lumOff val="5000"/>
                  </a:schemeClr>
                </a:solidFill>
                <a:cs typeface="+mn-ea"/>
                <a:sym typeface="+mn-lt"/>
              </a:rPr>
              <a:t>VR</a:t>
            </a:r>
            <a:r>
              <a:rPr lang="zh-CN" altLang="en-US" sz="1050" dirty="0">
                <a:solidFill>
                  <a:schemeClr val="tx1">
                    <a:lumMod val="95000"/>
                    <a:lumOff val="5000"/>
                  </a:schemeClr>
                </a:solidFill>
                <a:cs typeface="+mn-ea"/>
                <a:sym typeface="+mn-lt"/>
              </a:rPr>
              <a:t>、</a:t>
            </a:r>
            <a:r>
              <a:rPr lang="en-US" altLang="zh-CN" sz="1050" dirty="0">
                <a:solidFill>
                  <a:schemeClr val="tx1">
                    <a:lumMod val="95000"/>
                    <a:lumOff val="5000"/>
                  </a:schemeClr>
                </a:solidFill>
                <a:cs typeface="+mn-ea"/>
                <a:sym typeface="+mn-lt"/>
              </a:rPr>
              <a:t>POL</a:t>
            </a:r>
            <a:r>
              <a:rPr lang="zh-CN" altLang="en-US" sz="1050" dirty="0">
                <a:solidFill>
                  <a:schemeClr val="tx1">
                    <a:lumMod val="95000"/>
                    <a:lumOff val="5000"/>
                  </a:schemeClr>
                </a:solidFill>
                <a:cs typeface="+mn-ea"/>
                <a:sym typeface="+mn-lt"/>
              </a:rPr>
              <a:t>、</a:t>
            </a:r>
            <a:r>
              <a:rPr lang="en-US" altLang="zh-CN" sz="1050" dirty="0">
                <a:solidFill>
                  <a:schemeClr val="tx1">
                    <a:lumMod val="95000"/>
                    <a:lumOff val="5000"/>
                  </a:schemeClr>
                </a:solidFill>
                <a:cs typeface="+mn-ea"/>
                <a:sym typeface="+mn-lt"/>
              </a:rPr>
              <a:t>LDO</a:t>
            </a:r>
            <a:r>
              <a:rPr lang="zh-CN" altLang="en-US" sz="1050" dirty="0">
                <a:solidFill>
                  <a:schemeClr val="tx1">
                    <a:lumMod val="95000"/>
                    <a:lumOff val="5000"/>
                  </a:schemeClr>
                </a:solidFill>
                <a:cs typeface="+mn-ea"/>
                <a:sym typeface="+mn-lt"/>
              </a:rPr>
              <a:t>、</a:t>
            </a:r>
            <a:r>
              <a:rPr lang="en-US" altLang="zh-CN" sz="1050" dirty="0" err="1">
                <a:solidFill>
                  <a:schemeClr val="tx1">
                    <a:lumMod val="95000"/>
                    <a:lumOff val="5000"/>
                  </a:schemeClr>
                </a:solidFill>
                <a:cs typeface="+mn-ea"/>
                <a:sym typeface="+mn-lt"/>
              </a:rPr>
              <a:t>Hotswap</a:t>
            </a:r>
            <a:r>
              <a:rPr lang="zh-CN" altLang="en-US" sz="1050" dirty="0">
                <a:solidFill>
                  <a:schemeClr val="tx1">
                    <a:lumMod val="95000"/>
                    <a:lumOff val="5000"/>
                  </a:schemeClr>
                </a:solidFill>
                <a:cs typeface="+mn-ea"/>
                <a:sym typeface="+mn-lt"/>
              </a:rPr>
              <a:t>、</a:t>
            </a:r>
            <a:r>
              <a:rPr lang="en-US" altLang="zh-CN" sz="1050" dirty="0">
                <a:solidFill>
                  <a:schemeClr val="tx1">
                    <a:lumMod val="95000"/>
                    <a:lumOff val="5000"/>
                  </a:schemeClr>
                </a:solidFill>
                <a:cs typeface="+mn-ea"/>
                <a:sym typeface="+mn-lt"/>
              </a:rPr>
              <a:t>Power Switch</a:t>
            </a:r>
            <a:r>
              <a:rPr lang="zh-CN" altLang="en-US" sz="1050" dirty="0">
                <a:solidFill>
                  <a:schemeClr val="tx1">
                    <a:lumMod val="95000"/>
                    <a:lumOff val="5000"/>
                  </a:schemeClr>
                </a:solidFill>
                <a:cs typeface="+mn-ea"/>
                <a:sym typeface="+mn-lt"/>
              </a:rPr>
              <a:t>数量决定测试时间；</a:t>
            </a:r>
          </a:p>
          <a:p>
            <a:pPr marL="171450" indent="-171450">
              <a:lnSpc>
                <a:spcPct val="150000"/>
              </a:lnSpc>
              <a:buFont typeface="Arial" panose="020B0604020202020204" pitchFamily="34" charset="0"/>
              <a:buChar char="•"/>
            </a:pPr>
            <a:r>
              <a:rPr lang="en-US" altLang="zh-CN" sz="1050" dirty="0">
                <a:solidFill>
                  <a:schemeClr val="tx1">
                    <a:lumMod val="95000"/>
                    <a:lumOff val="5000"/>
                  </a:schemeClr>
                </a:solidFill>
                <a:cs typeface="+mn-ea"/>
                <a:sym typeface="+mn-lt"/>
              </a:rPr>
              <a:t>VR</a:t>
            </a:r>
            <a:r>
              <a:rPr lang="zh-CN" altLang="en-US" sz="1050" dirty="0">
                <a:solidFill>
                  <a:schemeClr val="tx1">
                    <a:lumMod val="95000"/>
                    <a:lumOff val="5000"/>
                  </a:schemeClr>
                </a:solidFill>
                <a:cs typeface="+mn-ea"/>
                <a:sym typeface="+mn-lt"/>
              </a:rPr>
              <a:t>测试时间</a:t>
            </a:r>
            <a:r>
              <a:rPr lang="zh-CN" altLang="en-US" sz="1050" dirty="0" smtClean="0">
                <a:solidFill>
                  <a:schemeClr val="tx1">
                    <a:lumMod val="95000"/>
                    <a:lumOff val="5000"/>
                  </a:schemeClr>
                </a:solidFill>
                <a:cs typeface="+mn-ea"/>
                <a:sym typeface="+mn-lt"/>
              </a:rPr>
              <a:t>：</a:t>
            </a:r>
            <a:r>
              <a:rPr lang="en-US" altLang="zh-CN" sz="1050" dirty="0" smtClean="0">
                <a:solidFill>
                  <a:schemeClr val="tx1">
                    <a:lumMod val="95000"/>
                    <a:lumOff val="5000"/>
                  </a:schemeClr>
                </a:solidFill>
                <a:cs typeface="+mn-ea"/>
                <a:sym typeface="+mn-lt"/>
              </a:rPr>
              <a:t>CPU VR 4</a:t>
            </a:r>
            <a:r>
              <a:rPr lang="zh-CN" altLang="en-US" sz="1050" dirty="0" smtClean="0">
                <a:solidFill>
                  <a:schemeClr val="tx1">
                    <a:lumMod val="95000"/>
                    <a:lumOff val="5000"/>
                  </a:schemeClr>
                </a:solidFill>
                <a:cs typeface="+mn-ea"/>
                <a:sym typeface="+mn-lt"/>
              </a:rPr>
              <a:t>天</a:t>
            </a:r>
            <a:r>
              <a:rPr lang="en-US" altLang="zh-CN" sz="1050" dirty="0">
                <a:solidFill>
                  <a:schemeClr val="tx1">
                    <a:lumMod val="95000"/>
                    <a:lumOff val="5000"/>
                  </a:schemeClr>
                </a:solidFill>
                <a:cs typeface="+mn-ea"/>
                <a:sym typeface="+mn-lt"/>
              </a:rPr>
              <a:t>/</a:t>
            </a:r>
            <a:r>
              <a:rPr lang="zh-CN" altLang="en-US" sz="1050" dirty="0" smtClean="0">
                <a:solidFill>
                  <a:schemeClr val="tx1">
                    <a:lumMod val="95000"/>
                    <a:lumOff val="5000"/>
                  </a:schemeClr>
                </a:solidFill>
                <a:cs typeface="+mn-ea"/>
                <a:sym typeface="+mn-lt"/>
              </a:rPr>
              <a:t>个；</a:t>
            </a:r>
            <a:r>
              <a:rPr lang="en-US" altLang="zh-CN" sz="1050" dirty="0" smtClean="0">
                <a:solidFill>
                  <a:schemeClr val="tx1">
                    <a:lumMod val="95000"/>
                    <a:lumOff val="5000"/>
                  </a:schemeClr>
                </a:solidFill>
                <a:cs typeface="+mn-ea"/>
                <a:sym typeface="+mn-lt"/>
              </a:rPr>
              <a:t>Memory VR 3</a:t>
            </a:r>
            <a:r>
              <a:rPr lang="zh-CN" altLang="en-US" sz="1050" dirty="0" smtClean="0">
                <a:solidFill>
                  <a:schemeClr val="tx1">
                    <a:lumMod val="95000"/>
                    <a:lumOff val="5000"/>
                  </a:schemeClr>
                </a:solidFill>
                <a:cs typeface="+mn-ea"/>
                <a:sym typeface="+mn-lt"/>
              </a:rPr>
              <a:t>天</a:t>
            </a:r>
            <a:r>
              <a:rPr lang="en-US" altLang="zh-CN" sz="1050" dirty="0" smtClean="0">
                <a:solidFill>
                  <a:schemeClr val="tx1">
                    <a:lumMod val="95000"/>
                    <a:lumOff val="5000"/>
                  </a:schemeClr>
                </a:solidFill>
                <a:cs typeface="+mn-ea"/>
                <a:sym typeface="+mn-lt"/>
              </a:rPr>
              <a:t>/</a:t>
            </a:r>
            <a:r>
              <a:rPr lang="zh-CN" altLang="en-US" sz="1050" dirty="0">
                <a:solidFill>
                  <a:schemeClr val="tx1">
                    <a:lumMod val="95000"/>
                    <a:lumOff val="5000"/>
                  </a:schemeClr>
                </a:solidFill>
                <a:cs typeface="+mn-ea"/>
                <a:sym typeface="+mn-lt"/>
              </a:rPr>
              <a:t>个</a:t>
            </a:r>
          </a:p>
          <a:p>
            <a:pPr marL="171450" indent="-171450">
              <a:lnSpc>
                <a:spcPct val="150000"/>
              </a:lnSpc>
              <a:buFont typeface="Arial" panose="020B0604020202020204" pitchFamily="34" charset="0"/>
              <a:buChar char="•"/>
            </a:pPr>
            <a:r>
              <a:rPr lang="en-US" altLang="zh-CN" sz="1050" dirty="0">
                <a:solidFill>
                  <a:schemeClr val="tx1">
                    <a:lumMod val="95000"/>
                    <a:lumOff val="5000"/>
                  </a:schemeClr>
                </a:solidFill>
                <a:cs typeface="+mn-ea"/>
                <a:sym typeface="+mn-lt"/>
              </a:rPr>
              <a:t>POL</a:t>
            </a:r>
            <a:r>
              <a:rPr lang="zh-CN" altLang="en-US" sz="1050" dirty="0">
                <a:solidFill>
                  <a:schemeClr val="tx1">
                    <a:lumMod val="95000"/>
                    <a:lumOff val="5000"/>
                  </a:schemeClr>
                </a:solidFill>
                <a:cs typeface="+mn-ea"/>
                <a:sym typeface="+mn-lt"/>
              </a:rPr>
              <a:t>、</a:t>
            </a:r>
            <a:r>
              <a:rPr lang="en-US" altLang="zh-CN" sz="1050" dirty="0">
                <a:solidFill>
                  <a:schemeClr val="tx1">
                    <a:lumMod val="95000"/>
                    <a:lumOff val="5000"/>
                  </a:schemeClr>
                </a:solidFill>
                <a:cs typeface="+mn-ea"/>
                <a:sym typeface="+mn-lt"/>
              </a:rPr>
              <a:t>LDO </a:t>
            </a:r>
            <a:r>
              <a:rPr lang="zh-CN" altLang="en-US" sz="1050" dirty="0">
                <a:solidFill>
                  <a:schemeClr val="tx1">
                    <a:lumMod val="95000"/>
                    <a:lumOff val="5000"/>
                  </a:schemeClr>
                </a:solidFill>
                <a:cs typeface="+mn-ea"/>
                <a:sym typeface="+mn-lt"/>
              </a:rPr>
              <a:t>、 </a:t>
            </a:r>
            <a:r>
              <a:rPr lang="en-US" altLang="zh-CN" sz="1050" dirty="0" err="1">
                <a:solidFill>
                  <a:schemeClr val="tx1">
                    <a:lumMod val="95000"/>
                    <a:lumOff val="5000"/>
                  </a:schemeClr>
                </a:solidFill>
                <a:cs typeface="+mn-ea"/>
                <a:sym typeface="+mn-lt"/>
              </a:rPr>
              <a:t>hotswap</a:t>
            </a:r>
            <a:r>
              <a:rPr lang="en-US" altLang="zh-CN" sz="1050" dirty="0">
                <a:solidFill>
                  <a:schemeClr val="tx1">
                    <a:lumMod val="95000"/>
                    <a:lumOff val="5000"/>
                  </a:schemeClr>
                </a:solidFill>
                <a:cs typeface="+mn-ea"/>
                <a:sym typeface="+mn-lt"/>
              </a:rPr>
              <a:t> </a:t>
            </a:r>
            <a:r>
              <a:rPr lang="zh-CN" altLang="en-US" sz="1050" dirty="0">
                <a:solidFill>
                  <a:schemeClr val="tx1">
                    <a:lumMod val="95000"/>
                    <a:lumOff val="5000"/>
                  </a:schemeClr>
                </a:solidFill>
                <a:cs typeface="+mn-ea"/>
                <a:sym typeface="+mn-lt"/>
              </a:rPr>
              <a:t>、 </a:t>
            </a:r>
            <a:r>
              <a:rPr lang="en-US" altLang="zh-CN" sz="1050" dirty="0">
                <a:solidFill>
                  <a:schemeClr val="tx1">
                    <a:lumMod val="95000"/>
                    <a:lumOff val="5000"/>
                  </a:schemeClr>
                </a:solidFill>
                <a:cs typeface="+mn-ea"/>
                <a:sym typeface="+mn-lt"/>
              </a:rPr>
              <a:t>power switch</a:t>
            </a:r>
            <a:r>
              <a:rPr lang="zh-CN" altLang="en-US" sz="1050" dirty="0">
                <a:solidFill>
                  <a:schemeClr val="tx1">
                    <a:lumMod val="95000"/>
                    <a:lumOff val="5000"/>
                  </a:schemeClr>
                </a:solidFill>
                <a:cs typeface="+mn-ea"/>
                <a:sym typeface="+mn-lt"/>
              </a:rPr>
              <a:t>测试时间： </a:t>
            </a:r>
            <a:r>
              <a:rPr lang="en-US" altLang="zh-CN" sz="1050" dirty="0">
                <a:solidFill>
                  <a:schemeClr val="tx1">
                    <a:lumMod val="95000"/>
                    <a:lumOff val="5000"/>
                  </a:schemeClr>
                </a:solidFill>
                <a:cs typeface="+mn-ea"/>
                <a:sym typeface="+mn-lt"/>
              </a:rPr>
              <a:t>0.5</a:t>
            </a:r>
            <a:r>
              <a:rPr lang="zh-CN" altLang="en-US" sz="1050" dirty="0">
                <a:solidFill>
                  <a:schemeClr val="tx1">
                    <a:lumMod val="95000"/>
                    <a:lumOff val="5000"/>
                  </a:schemeClr>
                </a:solidFill>
                <a:cs typeface="+mn-ea"/>
                <a:sym typeface="+mn-lt"/>
              </a:rPr>
              <a:t>天</a:t>
            </a:r>
            <a:r>
              <a:rPr lang="en-US" altLang="zh-CN" sz="1050" dirty="0">
                <a:solidFill>
                  <a:schemeClr val="tx1">
                    <a:lumMod val="95000"/>
                    <a:lumOff val="5000"/>
                  </a:schemeClr>
                </a:solidFill>
                <a:cs typeface="+mn-ea"/>
                <a:sym typeface="+mn-lt"/>
              </a:rPr>
              <a:t>/</a:t>
            </a:r>
            <a:r>
              <a:rPr lang="zh-CN" altLang="en-US" sz="1050" dirty="0">
                <a:solidFill>
                  <a:schemeClr val="tx1">
                    <a:lumMod val="95000"/>
                    <a:lumOff val="5000"/>
                  </a:schemeClr>
                </a:solidFill>
                <a:cs typeface="+mn-ea"/>
                <a:sym typeface="+mn-lt"/>
              </a:rPr>
              <a:t>个</a:t>
            </a:r>
          </a:p>
        </p:txBody>
      </p:sp>
      <p:pic>
        <p:nvPicPr>
          <p:cNvPr id="9" name="图片 8"/>
          <p:cNvPicPr/>
          <p:nvPr/>
        </p:nvPicPr>
        <p:blipFill>
          <a:blip r:embed="rId2"/>
          <a:stretch>
            <a:fillRect/>
          </a:stretch>
        </p:blipFill>
        <p:spPr>
          <a:xfrm>
            <a:off x="5125184" y="2451951"/>
            <a:ext cx="3319119" cy="2664296"/>
          </a:xfrm>
          <a:prstGeom prst="rect">
            <a:avLst/>
          </a:prstGeom>
        </p:spPr>
      </p:pic>
      <p:graphicFrame>
        <p:nvGraphicFramePr>
          <p:cNvPr id="10" name="表格 9"/>
          <p:cNvGraphicFramePr>
            <a:graphicFrameLocks noGrp="1"/>
          </p:cNvGraphicFramePr>
          <p:nvPr>
            <p:extLst>
              <p:ext uri="{D42A27DB-BD31-4B8C-83A1-F6EECF244321}">
                <p14:modId xmlns:p14="http://schemas.microsoft.com/office/powerpoint/2010/main" val="3621281114"/>
              </p:ext>
            </p:extLst>
          </p:nvPr>
        </p:nvGraphicFramePr>
        <p:xfrm>
          <a:off x="467544" y="1275606"/>
          <a:ext cx="4111207" cy="2476662"/>
        </p:xfrm>
        <a:graphic>
          <a:graphicData uri="http://schemas.openxmlformats.org/drawingml/2006/table">
            <a:tbl>
              <a:tblPr firstRow="1" firstCol="1" bandRow="1">
                <a:tableStyleId>{21E4AEA4-8DFA-4A89-87EB-49C32662AFE0}</a:tableStyleId>
              </a:tblPr>
              <a:tblGrid>
                <a:gridCol w="576064">
                  <a:extLst>
                    <a:ext uri="{9D8B030D-6E8A-4147-A177-3AD203B41FA5}">
                      <a16:colId xmlns:a16="http://schemas.microsoft.com/office/drawing/2014/main" xmlns="" val="20000"/>
                    </a:ext>
                  </a:extLst>
                </a:gridCol>
                <a:gridCol w="1679989">
                  <a:extLst>
                    <a:ext uri="{9D8B030D-6E8A-4147-A177-3AD203B41FA5}">
                      <a16:colId xmlns:a16="http://schemas.microsoft.com/office/drawing/2014/main" xmlns="" val="20001"/>
                    </a:ext>
                  </a:extLst>
                </a:gridCol>
                <a:gridCol w="1855154">
                  <a:extLst>
                    <a:ext uri="{9D8B030D-6E8A-4147-A177-3AD203B41FA5}">
                      <a16:colId xmlns:a16="http://schemas.microsoft.com/office/drawing/2014/main" xmlns="" val="20002"/>
                    </a:ext>
                  </a:extLst>
                </a:gridCol>
              </a:tblGrid>
              <a:tr h="151062">
                <a:tc>
                  <a:txBody>
                    <a:bodyPr/>
                    <a:lstStyle/>
                    <a:p>
                      <a:pPr algn="ctr" fontAlgn="ctr"/>
                      <a:r>
                        <a:rPr lang="zh-CN" altLang="en-US" sz="800" u="none" strike="noStrike" dirty="0">
                          <a:solidFill>
                            <a:schemeClr val="bg1"/>
                          </a:solidFill>
                          <a:effectLst/>
                        </a:rPr>
                        <a:t>测试模块</a:t>
                      </a:r>
                      <a:endParaRPr lang="zh-CN" altLang="en-US" sz="800" b="0" i="0" u="none" strike="noStrike" dirty="0">
                        <a:solidFill>
                          <a:schemeClr val="bg1"/>
                        </a:solidFill>
                        <a:effectLst/>
                        <a:latin typeface="宋体" panose="02010600030101010101" pitchFamily="2" charset="-122"/>
                        <a:ea typeface="宋体" panose="02010600030101010101" pitchFamily="2" charset="-122"/>
                      </a:endParaRPr>
                    </a:p>
                  </a:txBody>
                  <a:tcPr marL="7620" marR="7620" marT="7620" marB="0" anchor="ctr"/>
                </a:tc>
                <a:tc>
                  <a:txBody>
                    <a:bodyPr/>
                    <a:lstStyle/>
                    <a:p>
                      <a:pPr algn="ctr" fontAlgn="ctr"/>
                      <a:r>
                        <a:rPr lang="zh-CN" altLang="en-US" sz="800" u="none" strike="noStrike" dirty="0">
                          <a:solidFill>
                            <a:schemeClr val="bg1"/>
                          </a:solidFill>
                          <a:effectLst/>
                        </a:rPr>
                        <a:t>测试内容</a:t>
                      </a:r>
                      <a:endParaRPr lang="zh-CN" altLang="en-US" sz="800" b="0" i="0" u="none" strike="noStrike" dirty="0">
                        <a:solidFill>
                          <a:schemeClr val="bg1"/>
                        </a:solidFill>
                        <a:effectLst/>
                        <a:latin typeface="宋体" panose="02010600030101010101" pitchFamily="2" charset="-122"/>
                        <a:ea typeface="宋体" panose="02010600030101010101" pitchFamily="2" charset="-122"/>
                      </a:endParaRPr>
                    </a:p>
                  </a:txBody>
                  <a:tcPr marL="7620" marR="7620" marT="7620" marB="0" anchor="ctr"/>
                </a:tc>
                <a:tc>
                  <a:txBody>
                    <a:bodyPr/>
                    <a:lstStyle/>
                    <a:p>
                      <a:pPr algn="ctr" fontAlgn="ctr"/>
                      <a:r>
                        <a:rPr lang="zh-CN" altLang="en-US" sz="800" u="none" strike="noStrike" dirty="0">
                          <a:solidFill>
                            <a:schemeClr val="bg1"/>
                          </a:solidFill>
                          <a:effectLst/>
                        </a:rPr>
                        <a:t>注释</a:t>
                      </a:r>
                      <a:endParaRPr lang="zh-CN" altLang="en-US" sz="800" b="0" i="0" u="none" strike="noStrike" dirty="0">
                        <a:solidFill>
                          <a:schemeClr val="bg1"/>
                        </a:solidFill>
                        <a:effectLst/>
                        <a:latin typeface="宋体" panose="02010600030101010101" pitchFamily="2" charset="-122"/>
                        <a:ea typeface="宋体" panose="02010600030101010101" pitchFamily="2" charset="-122"/>
                      </a:endParaRPr>
                    </a:p>
                  </a:txBody>
                  <a:tcPr marL="7620" marR="7620" marT="7620" marB="0" anchor="ctr"/>
                </a:tc>
                <a:extLst>
                  <a:ext uri="{0D108BD9-81ED-4DB2-BD59-A6C34878D82A}">
                    <a16:rowId xmlns:a16="http://schemas.microsoft.com/office/drawing/2014/main" xmlns="" val="10000"/>
                  </a:ext>
                </a:extLst>
              </a:tr>
              <a:tr h="151062">
                <a:tc rowSpan="3">
                  <a:txBody>
                    <a:bodyPr/>
                    <a:lstStyle/>
                    <a:p>
                      <a:pPr algn="ctr" fontAlgn="ctr"/>
                      <a:r>
                        <a:rPr lang="zh-CN" altLang="en-US" sz="800" u="none" strike="noStrike" dirty="0">
                          <a:solidFill>
                            <a:schemeClr val="bg1"/>
                          </a:solidFill>
                          <a:effectLst/>
                        </a:rPr>
                        <a:t>热插拔测试</a:t>
                      </a:r>
                      <a:endParaRPr lang="zh-CN" altLang="en-US" sz="800" b="0" i="0" u="none" strike="noStrike" dirty="0">
                        <a:solidFill>
                          <a:schemeClr val="bg1"/>
                        </a:solidFill>
                        <a:effectLst/>
                        <a:latin typeface="宋体" panose="02010600030101010101" pitchFamily="2" charset="-122"/>
                        <a:ea typeface="宋体" panose="02010600030101010101" pitchFamily="2" charset="-122"/>
                      </a:endParaRPr>
                    </a:p>
                  </a:txBody>
                  <a:tcPr marL="7620" marR="7620" marT="7620" marB="0" anchor="ctr"/>
                </a:tc>
                <a:tc>
                  <a:txBody>
                    <a:bodyPr/>
                    <a:lstStyle/>
                    <a:p>
                      <a:pPr algn="l" fontAlgn="ctr"/>
                      <a:r>
                        <a:rPr lang="en-US" sz="800" u="none" strike="noStrike" dirty="0" err="1">
                          <a:effectLst/>
                        </a:rPr>
                        <a:t>Hotswap</a:t>
                      </a:r>
                      <a:r>
                        <a:rPr lang="en-US" sz="800" u="none" strike="noStrike" dirty="0">
                          <a:effectLst/>
                        </a:rPr>
                        <a:t> Test</a:t>
                      </a:r>
                      <a:endParaRPr lang="en-US" sz="800" b="0" i="0" u="none" strike="noStrike" dirty="0">
                        <a:solidFill>
                          <a:srgbClr val="000000"/>
                        </a:solidFill>
                        <a:effectLst/>
                        <a:latin typeface="宋体" panose="02010600030101010101" pitchFamily="2" charset="-122"/>
                        <a:ea typeface="宋体" panose="02010600030101010101" pitchFamily="2" charset="-122"/>
                      </a:endParaRPr>
                    </a:p>
                  </a:txBody>
                  <a:tcPr marL="7620" marR="7620" marT="7620" marB="0" anchor="ctr"/>
                </a:tc>
                <a:tc rowSpan="3">
                  <a:txBody>
                    <a:bodyPr/>
                    <a:lstStyle/>
                    <a:p>
                      <a:pPr algn="l" fontAlgn="ctr"/>
                      <a:r>
                        <a:rPr lang="zh-CN" altLang="en-US" sz="800" u="none" strike="noStrike" dirty="0">
                          <a:effectLst/>
                        </a:rPr>
                        <a:t>热插拔测试是为了验证主板或某些插口在热插拔时是否会保护后端电路，所以针对保护功能做出一系列的“异常状况”测试。</a:t>
                      </a:r>
                      <a:endParaRPr lang="zh-CN" altLang="en-US" sz="800" b="0" i="0" u="none" strike="noStrike" dirty="0">
                        <a:solidFill>
                          <a:srgbClr val="000000"/>
                        </a:solidFill>
                        <a:effectLst/>
                        <a:latin typeface="宋体" panose="02010600030101010101" pitchFamily="2" charset="-122"/>
                        <a:ea typeface="宋体" panose="02010600030101010101" pitchFamily="2" charset="-122"/>
                      </a:endParaRPr>
                    </a:p>
                  </a:txBody>
                  <a:tcPr marL="7620" marR="7620" marT="7620" marB="0" anchor="ctr"/>
                </a:tc>
                <a:extLst>
                  <a:ext uri="{0D108BD9-81ED-4DB2-BD59-A6C34878D82A}">
                    <a16:rowId xmlns:a16="http://schemas.microsoft.com/office/drawing/2014/main" xmlns="" val="10001"/>
                  </a:ext>
                </a:extLst>
              </a:tr>
              <a:tr h="151062">
                <a:tc vMerge="1">
                  <a:txBody>
                    <a:bodyPr/>
                    <a:lstStyle/>
                    <a:p>
                      <a:endParaRPr lang="zh-CN" altLang="en-US"/>
                    </a:p>
                  </a:txBody>
                  <a:tcPr/>
                </a:tc>
                <a:tc>
                  <a:txBody>
                    <a:bodyPr/>
                    <a:lstStyle/>
                    <a:p>
                      <a:pPr algn="l" fontAlgn="ctr"/>
                      <a:r>
                        <a:rPr lang="en-US" sz="800" u="none" strike="noStrike" dirty="0">
                          <a:effectLst/>
                        </a:rPr>
                        <a:t>SW Circuit Test</a:t>
                      </a:r>
                      <a:endParaRPr lang="en-US" sz="800" b="0" i="0" u="none" strike="noStrike" dirty="0">
                        <a:solidFill>
                          <a:srgbClr val="000000"/>
                        </a:solidFill>
                        <a:effectLst/>
                        <a:latin typeface="宋体" panose="02010600030101010101" pitchFamily="2" charset="-122"/>
                        <a:ea typeface="宋体" panose="02010600030101010101" pitchFamily="2" charset="-122"/>
                      </a:endParaRPr>
                    </a:p>
                  </a:txBody>
                  <a:tcPr marL="7620" marR="7620" marT="7620" marB="0" anchor="ctr"/>
                </a:tc>
                <a:tc vMerge="1">
                  <a:txBody>
                    <a:bodyPr/>
                    <a:lstStyle/>
                    <a:p>
                      <a:endParaRPr lang="zh-CN" altLang="en-US"/>
                    </a:p>
                  </a:txBody>
                  <a:tcPr/>
                </a:tc>
                <a:extLst>
                  <a:ext uri="{0D108BD9-81ED-4DB2-BD59-A6C34878D82A}">
                    <a16:rowId xmlns:a16="http://schemas.microsoft.com/office/drawing/2014/main" xmlns="" val="10002"/>
                  </a:ext>
                </a:extLst>
              </a:tr>
              <a:tr h="270282">
                <a:tc vMerge="1">
                  <a:txBody>
                    <a:bodyPr/>
                    <a:lstStyle/>
                    <a:p>
                      <a:endParaRPr lang="zh-CN" altLang="en-US"/>
                    </a:p>
                  </a:txBody>
                  <a:tcPr/>
                </a:tc>
                <a:tc>
                  <a:txBody>
                    <a:bodyPr/>
                    <a:lstStyle/>
                    <a:p>
                      <a:pPr algn="l" fontAlgn="ctr"/>
                      <a:r>
                        <a:rPr lang="en-US" sz="800" u="none" strike="noStrike" dirty="0">
                          <a:effectLst/>
                        </a:rPr>
                        <a:t>Node to Node Test</a:t>
                      </a:r>
                      <a:endParaRPr lang="en-US" sz="800" b="0" i="0" u="none" strike="noStrike" dirty="0">
                        <a:solidFill>
                          <a:srgbClr val="000000"/>
                        </a:solidFill>
                        <a:effectLst/>
                        <a:latin typeface="宋体" panose="02010600030101010101" pitchFamily="2" charset="-122"/>
                        <a:ea typeface="宋体" panose="02010600030101010101" pitchFamily="2" charset="-122"/>
                      </a:endParaRPr>
                    </a:p>
                  </a:txBody>
                  <a:tcPr marL="7620" marR="7620" marT="7620" marB="0" anchor="ctr"/>
                </a:tc>
                <a:tc vMerge="1">
                  <a:txBody>
                    <a:bodyPr/>
                    <a:lstStyle/>
                    <a:p>
                      <a:endParaRPr lang="zh-CN" altLang="en-US"/>
                    </a:p>
                  </a:txBody>
                  <a:tcPr/>
                </a:tc>
                <a:extLst>
                  <a:ext uri="{0D108BD9-81ED-4DB2-BD59-A6C34878D82A}">
                    <a16:rowId xmlns:a16="http://schemas.microsoft.com/office/drawing/2014/main" xmlns="" val="10003"/>
                  </a:ext>
                </a:extLst>
              </a:tr>
              <a:tr h="151062">
                <a:tc rowSpan="5">
                  <a:txBody>
                    <a:bodyPr/>
                    <a:lstStyle/>
                    <a:p>
                      <a:pPr algn="ctr" fontAlgn="ctr"/>
                      <a:r>
                        <a:rPr lang="en-US" sz="800" u="none" strike="noStrike" dirty="0">
                          <a:solidFill>
                            <a:schemeClr val="bg1"/>
                          </a:solidFill>
                          <a:effectLst/>
                        </a:rPr>
                        <a:t>CPU&amp;DDR</a:t>
                      </a:r>
                      <a:r>
                        <a:rPr lang="zh-CN" altLang="en-US" sz="800" u="none" strike="noStrike" dirty="0">
                          <a:solidFill>
                            <a:schemeClr val="bg1"/>
                          </a:solidFill>
                          <a:effectLst/>
                        </a:rPr>
                        <a:t>测试</a:t>
                      </a:r>
                      <a:endParaRPr lang="zh-CN" altLang="en-US" sz="800" b="0" i="0" u="none" strike="noStrike" dirty="0">
                        <a:solidFill>
                          <a:schemeClr val="bg1"/>
                        </a:solidFill>
                        <a:effectLst/>
                        <a:latin typeface="宋体" panose="02010600030101010101" pitchFamily="2" charset="-122"/>
                        <a:ea typeface="宋体" panose="02010600030101010101" pitchFamily="2" charset="-122"/>
                      </a:endParaRPr>
                    </a:p>
                  </a:txBody>
                  <a:tcPr marL="7620" marR="7620" marT="7620" marB="0" anchor="ctr"/>
                </a:tc>
                <a:tc>
                  <a:txBody>
                    <a:bodyPr/>
                    <a:lstStyle/>
                    <a:p>
                      <a:pPr algn="l" fontAlgn="ctr"/>
                      <a:r>
                        <a:rPr lang="zh-CN" altLang="en-US" sz="800" u="none" strike="noStrike" dirty="0">
                          <a:effectLst/>
                        </a:rPr>
                        <a:t>温度测试</a:t>
                      </a:r>
                      <a:endParaRPr lang="zh-CN" altLang="en-US" sz="800" b="0" i="0" u="none" strike="noStrike" dirty="0">
                        <a:solidFill>
                          <a:srgbClr val="000000"/>
                        </a:solidFill>
                        <a:effectLst/>
                        <a:latin typeface="宋体" panose="02010600030101010101" pitchFamily="2" charset="-122"/>
                        <a:ea typeface="宋体" panose="02010600030101010101" pitchFamily="2" charset="-122"/>
                      </a:endParaRPr>
                    </a:p>
                  </a:txBody>
                  <a:tcPr marL="7620" marR="7620" marT="7620" marB="0" anchor="ctr"/>
                </a:tc>
                <a:tc rowSpan="5">
                  <a:txBody>
                    <a:bodyPr/>
                    <a:lstStyle/>
                    <a:p>
                      <a:pPr algn="ctr" fontAlgn="ctr"/>
                      <a:r>
                        <a:rPr lang="zh-CN" altLang="en-US" sz="800" u="none" strike="noStrike" dirty="0">
                          <a:effectLst/>
                        </a:rPr>
                        <a:t>根据</a:t>
                      </a:r>
                      <a:r>
                        <a:rPr lang="en-US" altLang="zh-CN" sz="800" u="none" strike="noStrike" dirty="0">
                          <a:effectLst/>
                        </a:rPr>
                        <a:t>Intel</a:t>
                      </a:r>
                      <a:r>
                        <a:rPr lang="zh-CN" altLang="en-US" sz="800" u="none" strike="noStrike" dirty="0">
                          <a:effectLst/>
                        </a:rPr>
                        <a:t>和</a:t>
                      </a:r>
                      <a:r>
                        <a:rPr lang="en-US" altLang="zh-CN" sz="800" u="none" strike="noStrike" dirty="0">
                          <a:effectLst/>
                        </a:rPr>
                        <a:t>AMD</a:t>
                      </a:r>
                      <a:r>
                        <a:rPr lang="zh-CN" altLang="en-US" sz="800" u="none" strike="noStrike" dirty="0">
                          <a:effectLst/>
                        </a:rPr>
                        <a:t>测试计划，制定曙光</a:t>
                      </a:r>
                      <a:r>
                        <a:rPr lang="en-US" altLang="zh-CN" sz="800" u="none" strike="noStrike" dirty="0">
                          <a:effectLst/>
                        </a:rPr>
                        <a:t>CPU&amp;DDR</a:t>
                      </a:r>
                      <a:r>
                        <a:rPr lang="zh-CN" altLang="en-US" sz="800" u="none" strike="noStrike" dirty="0">
                          <a:effectLst/>
                        </a:rPr>
                        <a:t>测试</a:t>
                      </a:r>
                      <a:r>
                        <a:rPr lang="en-US" altLang="zh-CN" sz="800" u="none" strike="noStrike" dirty="0">
                          <a:effectLst/>
                        </a:rPr>
                        <a:t>SOP</a:t>
                      </a:r>
                      <a:endParaRPr lang="en-US" altLang="zh-CN" sz="800" b="0" i="0" u="none" strike="noStrike" dirty="0">
                        <a:solidFill>
                          <a:srgbClr val="000000"/>
                        </a:solidFill>
                        <a:effectLst/>
                        <a:latin typeface="宋体" panose="02010600030101010101" pitchFamily="2" charset="-122"/>
                        <a:ea typeface="宋体" panose="02010600030101010101" pitchFamily="2" charset="-122"/>
                      </a:endParaRPr>
                    </a:p>
                  </a:txBody>
                  <a:tcPr marL="7620" marR="7620" marT="7620" marB="0" anchor="ctr"/>
                </a:tc>
                <a:extLst>
                  <a:ext uri="{0D108BD9-81ED-4DB2-BD59-A6C34878D82A}">
                    <a16:rowId xmlns:a16="http://schemas.microsoft.com/office/drawing/2014/main" xmlns="" val="10004"/>
                  </a:ext>
                </a:extLst>
              </a:tr>
              <a:tr h="151062">
                <a:tc vMerge="1">
                  <a:txBody>
                    <a:bodyPr/>
                    <a:lstStyle/>
                    <a:p>
                      <a:endParaRPr lang="zh-CN" altLang="en-US"/>
                    </a:p>
                  </a:txBody>
                  <a:tcPr/>
                </a:tc>
                <a:tc>
                  <a:txBody>
                    <a:bodyPr/>
                    <a:lstStyle/>
                    <a:p>
                      <a:pPr algn="l" fontAlgn="ctr"/>
                      <a:r>
                        <a:rPr lang="zh-CN" altLang="en-US" sz="800" u="none" strike="noStrike" dirty="0">
                          <a:effectLst/>
                        </a:rPr>
                        <a:t>静态电压测试</a:t>
                      </a:r>
                      <a:endParaRPr lang="zh-CN" altLang="en-US" sz="800" b="0" i="0" u="none" strike="noStrike" dirty="0">
                        <a:solidFill>
                          <a:srgbClr val="000000"/>
                        </a:solidFill>
                        <a:effectLst/>
                        <a:latin typeface="宋体" panose="02010600030101010101" pitchFamily="2" charset="-122"/>
                        <a:ea typeface="宋体" panose="02010600030101010101" pitchFamily="2" charset="-122"/>
                      </a:endParaRPr>
                    </a:p>
                  </a:txBody>
                  <a:tcPr marL="7620" marR="7620" marT="7620" marB="0" anchor="ctr"/>
                </a:tc>
                <a:tc vMerge="1">
                  <a:txBody>
                    <a:bodyPr/>
                    <a:lstStyle/>
                    <a:p>
                      <a:endParaRPr lang="zh-CN" altLang="en-US"/>
                    </a:p>
                  </a:txBody>
                  <a:tcPr/>
                </a:tc>
                <a:extLst>
                  <a:ext uri="{0D108BD9-81ED-4DB2-BD59-A6C34878D82A}">
                    <a16:rowId xmlns:a16="http://schemas.microsoft.com/office/drawing/2014/main" xmlns="" val="10005"/>
                  </a:ext>
                </a:extLst>
              </a:tr>
              <a:tr h="151062">
                <a:tc vMerge="1">
                  <a:txBody>
                    <a:bodyPr/>
                    <a:lstStyle/>
                    <a:p>
                      <a:endParaRPr lang="zh-CN" altLang="en-US"/>
                    </a:p>
                  </a:txBody>
                  <a:tcPr/>
                </a:tc>
                <a:tc>
                  <a:txBody>
                    <a:bodyPr/>
                    <a:lstStyle/>
                    <a:p>
                      <a:pPr algn="l" fontAlgn="ctr"/>
                      <a:r>
                        <a:rPr lang="zh-CN" altLang="en-US" sz="800" u="none" strike="noStrike" dirty="0">
                          <a:effectLst/>
                        </a:rPr>
                        <a:t>效率和</a:t>
                      </a:r>
                      <a:r>
                        <a:rPr lang="en-US" sz="800" u="none" strike="noStrike" dirty="0" err="1">
                          <a:effectLst/>
                        </a:rPr>
                        <a:t>lmon</a:t>
                      </a:r>
                      <a:r>
                        <a:rPr lang="zh-CN" altLang="en-US" sz="800" u="none" strike="noStrike" dirty="0">
                          <a:effectLst/>
                        </a:rPr>
                        <a:t>测试</a:t>
                      </a:r>
                      <a:endParaRPr lang="zh-CN" altLang="en-US" sz="800" b="0" i="0" u="none" strike="noStrike" dirty="0">
                        <a:solidFill>
                          <a:srgbClr val="000000"/>
                        </a:solidFill>
                        <a:effectLst/>
                        <a:latin typeface="宋体" panose="02010600030101010101" pitchFamily="2" charset="-122"/>
                        <a:ea typeface="宋体" panose="02010600030101010101" pitchFamily="2" charset="-122"/>
                      </a:endParaRPr>
                    </a:p>
                  </a:txBody>
                  <a:tcPr marL="7620" marR="7620" marT="7620" marB="0" anchor="ctr"/>
                </a:tc>
                <a:tc vMerge="1">
                  <a:txBody>
                    <a:bodyPr/>
                    <a:lstStyle/>
                    <a:p>
                      <a:endParaRPr lang="zh-CN" altLang="en-US"/>
                    </a:p>
                  </a:txBody>
                  <a:tcPr/>
                </a:tc>
                <a:extLst>
                  <a:ext uri="{0D108BD9-81ED-4DB2-BD59-A6C34878D82A}">
                    <a16:rowId xmlns:a16="http://schemas.microsoft.com/office/drawing/2014/main" xmlns="" val="10006"/>
                  </a:ext>
                </a:extLst>
              </a:tr>
              <a:tr h="151062">
                <a:tc vMerge="1">
                  <a:txBody>
                    <a:bodyPr/>
                    <a:lstStyle/>
                    <a:p>
                      <a:endParaRPr lang="zh-CN" altLang="en-US"/>
                    </a:p>
                  </a:txBody>
                  <a:tcPr/>
                </a:tc>
                <a:tc>
                  <a:txBody>
                    <a:bodyPr/>
                    <a:lstStyle/>
                    <a:p>
                      <a:pPr algn="l" fontAlgn="ctr"/>
                      <a:r>
                        <a:rPr lang="zh-CN" altLang="en-US" sz="800" u="none" strike="noStrike" dirty="0">
                          <a:effectLst/>
                        </a:rPr>
                        <a:t>动态电流测试</a:t>
                      </a:r>
                      <a:endParaRPr lang="zh-CN" altLang="en-US" sz="800" b="0" i="0" u="none" strike="noStrike" dirty="0">
                        <a:solidFill>
                          <a:srgbClr val="000000"/>
                        </a:solidFill>
                        <a:effectLst/>
                        <a:latin typeface="宋体" panose="02010600030101010101" pitchFamily="2" charset="-122"/>
                        <a:ea typeface="宋体" panose="02010600030101010101" pitchFamily="2" charset="-122"/>
                      </a:endParaRPr>
                    </a:p>
                  </a:txBody>
                  <a:tcPr marL="7620" marR="7620" marT="7620" marB="0" anchor="ctr"/>
                </a:tc>
                <a:tc vMerge="1">
                  <a:txBody>
                    <a:bodyPr/>
                    <a:lstStyle/>
                    <a:p>
                      <a:endParaRPr lang="zh-CN" altLang="en-US"/>
                    </a:p>
                  </a:txBody>
                  <a:tcPr/>
                </a:tc>
                <a:extLst>
                  <a:ext uri="{0D108BD9-81ED-4DB2-BD59-A6C34878D82A}">
                    <a16:rowId xmlns:a16="http://schemas.microsoft.com/office/drawing/2014/main" xmlns="" val="10007"/>
                  </a:ext>
                </a:extLst>
              </a:tr>
              <a:tr h="151062">
                <a:tc vMerge="1">
                  <a:txBody>
                    <a:bodyPr/>
                    <a:lstStyle/>
                    <a:p>
                      <a:endParaRPr lang="zh-CN" altLang="en-US"/>
                    </a:p>
                  </a:txBody>
                  <a:tcPr/>
                </a:tc>
                <a:tc>
                  <a:txBody>
                    <a:bodyPr/>
                    <a:lstStyle/>
                    <a:p>
                      <a:pPr algn="l" fontAlgn="ctr"/>
                      <a:r>
                        <a:rPr lang="en-US" sz="800" u="none" strike="noStrike" dirty="0">
                          <a:effectLst/>
                        </a:rPr>
                        <a:t>DVID</a:t>
                      </a:r>
                      <a:r>
                        <a:rPr lang="zh-CN" altLang="en-US" sz="800" u="none" strike="noStrike" dirty="0">
                          <a:effectLst/>
                        </a:rPr>
                        <a:t>测试</a:t>
                      </a:r>
                      <a:endParaRPr lang="zh-CN" altLang="en-US" sz="800" b="0" i="0" u="none" strike="noStrike" dirty="0">
                        <a:solidFill>
                          <a:srgbClr val="000000"/>
                        </a:solidFill>
                        <a:effectLst/>
                        <a:latin typeface="宋体" panose="02010600030101010101" pitchFamily="2" charset="-122"/>
                        <a:ea typeface="宋体" panose="02010600030101010101" pitchFamily="2" charset="-122"/>
                      </a:endParaRPr>
                    </a:p>
                  </a:txBody>
                  <a:tcPr marL="7620" marR="7620" marT="7620" marB="0" anchor="ctr"/>
                </a:tc>
                <a:tc vMerge="1">
                  <a:txBody>
                    <a:bodyPr/>
                    <a:lstStyle/>
                    <a:p>
                      <a:endParaRPr lang="zh-CN" altLang="en-US"/>
                    </a:p>
                  </a:txBody>
                  <a:tcPr/>
                </a:tc>
                <a:extLst>
                  <a:ext uri="{0D108BD9-81ED-4DB2-BD59-A6C34878D82A}">
                    <a16:rowId xmlns:a16="http://schemas.microsoft.com/office/drawing/2014/main" xmlns="" val="10008"/>
                  </a:ext>
                </a:extLst>
              </a:tr>
              <a:tr h="151062">
                <a:tc rowSpan="5">
                  <a:txBody>
                    <a:bodyPr/>
                    <a:lstStyle/>
                    <a:p>
                      <a:pPr algn="ctr" fontAlgn="ctr"/>
                      <a:r>
                        <a:rPr lang="en-US" sz="800" u="none" strike="noStrike" dirty="0">
                          <a:solidFill>
                            <a:schemeClr val="bg1"/>
                          </a:solidFill>
                          <a:effectLst/>
                        </a:rPr>
                        <a:t>POL</a:t>
                      </a:r>
                      <a:r>
                        <a:rPr lang="zh-CN" altLang="en-US" sz="800" u="none" strike="noStrike" dirty="0">
                          <a:solidFill>
                            <a:schemeClr val="bg1"/>
                          </a:solidFill>
                          <a:effectLst/>
                        </a:rPr>
                        <a:t>测试</a:t>
                      </a:r>
                      <a:endParaRPr lang="zh-CN" altLang="en-US" sz="800" b="0" i="0" u="none" strike="noStrike" dirty="0">
                        <a:solidFill>
                          <a:schemeClr val="bg1"/>
                        </a:solidFill>
                        <a:effectLst/>
                        <a:latin typeface="宋体" panose="02010600030101010101" pitchFamily="2" charset="-122"/>
                        <a:ea typeface="宋体" panose="02010600030101010101" pitchFamily="2" charset="-122"/>
                      </a:endParaRPr>
                    </a:p>
                  </a:txBody>
                  <a:tcPr marL="7620" marR="7620" marT="7620" marB="0" anchor="ctr"/>
                </a:tc>
                <a:tc>
                  <a:txBody>
                    <a:bodyPr/>
                    <a:lstStyle/>
                    <a:p>
                      <a:pPr algn="l" fontAlgn="ctr"/>
                      <a:r>
                        <a:rPr lang="en-US" sz="800" u="none" strike="noStrike" dirty="0">
                          <a:effectLst/>
                        </a:rPr>
                        <a:t>DMM &amp; Scope Offset Record</a:t>
                      </a:r>
                      <a:endParaRPr lang="en-US" sz="800" b="0" i="0" u="none" strike="noStrike" dirty="0">
                        <a:solidFill>
                          <a:srgbClr val="000000"/>
                        </a:solidFill>
                        <a:effectLst/>
                        <a:latin typeface="宋体" panose="02010600030101010101" pitchFamily="2" charset="-122"/>
                        <a:ea typeface="宋体" panose="02010600030101010101" pitchFamily="2" charset="-122"/>
                      </a:endParaRPr>
                    </a:p>
                  </a:txBody>
                  <a:tcPr marL="7620" marR="7620" marT="7620" marB="0" anchor="ctr"/>
                </a:tc>
                <a:tc rowSpan="5">
                  <a:txBody>
                    <a:bodyPr/>
                    <a:lstStyle/>
                    <a:p>
                      <a:pPr algn="l" fontAlgn="ctr"/>
                      <a:r>
                        <a:rPr lang="en-US" altLang="zh-CN" sz="800" u="none" strike="noStrike" dirty="0">
                          <a:effectLst/>
                        </a:rPr>
                        <a:t>POL</a:t>
                      </a:r>
                      <a:r>
                        <a:rPr lang="zh-CN" altLang="en-US" sz="800" u="none" strike="noStrike" dirty="0">
                          <a:effectLst/>
                        </a:rPr>
                        <a:t>测试对比上述测试项目会更加细化，主要针对每一个电源电路进行验证，不是系统级别。</a:t>
                      </a:r>
                      <a:endParaRPr lang="zh-CN" altLang="en-US" sz="800" b="0" i="0" u="none" strike="noStrike" dirty="0">
                        <a:solidFill>
                          <a:srgbClr val="000000"/>
                        </a:solidFill>
                        <a:effectLst/>
                        <a:latin typeface="宋体" panose="02010600030101010101" pitchFamily="2" charset="-122"/>
                        <a:ea typeface="宋体" panose="02010600030101010101" pitchFamily="2" charset="-122"/>
                      </a:endParaRPr>
                    </a:p>
                  </a:txBody>
                  <a:tcPr marL="7620" marR="7620" marT="7620" marB="0" anchor="ctr"/>
                </a:tc>
                <a:extLst>
                  <a:ext uri="{0D108BD9-81ED-4DB2-BD59-A6C34878D82A}">
                    <a16:rowId xmlns:a16="http://schemas.microsoft.com/office/drawing/2014/main" xmlns="" val="10009"/>
                  </a:ext>
                </a:extLst>
              </a:tr>
              <a:tr h="151062">
                <a:tc vMerge="1">
                  <a:txBody>
                    <a:bodyPr/>
                    <a:lstStyle/>
                    <a:p>
                      <a:endParaRPr lang="zh-CN" altLang="en-US"/>
                    </a:p>
                  </a:txBody>
                  <a:tcPr/>
                </a:tc>
                <a:tc>
                  <a:txBody>
                    <a:bodyPr/>
                    <a:lstStyle/>
                    <a:p>
                      <a:pPr algn="l" fontAlgn="ctr"/>
                      <a:r>
                        <a:rPr lang="en-US" sz="800" u="none" strike="noStrike" dirty="0">
                          <a:effectLst/>
                        </a:rPr>
                        <a:t>DC Regulation + Ripple &amp; Noise Test</a:t>
                      </a:r>
                      <a:endParaRPr lang="en-US" sz="800" b="0" i="0" u="none" strike="noStrike" dirty="0">
                        <a:solidFill>
                          <a:srgbClr val="000000"/>
                        </a:solidFill>
                        <a:effectLst/>
                        <a:latin typeface="宋体" panose="02010600030101010101" pitchFamily="2" charset="-122"/>
                        <a:ea typeface="宋体" panose="02010600030101010101" pitchFamily="2" charset="-122"/>
                      </a:endParaRPr>
                    </a:p>
                  </a:txBody>
                  <a:tcPr marL="7620" marR="7620" marT="7620" marB="0" anchor="ctr"/>
                </a:tc>
                <a:tc vMerge="1">
                  <a:txBody>
                    <a:bodyPr/>
                    <a:lstStyle/>
                    <a:p>
                      <a:endParaRPr lang="zh-CN" altLang="en-US"/>
                    </a:p>
                  </a:txBody>
                  <a:tcPr/>
                </a:tc>
                <a:extLst>
                  <a:ext uri="{0D108BD9-81ED-4DB2-BD59-A6C34878D82A}">
                    <a16:rowId xmlns:a16="http://schemas.microsoft.com/office/drawing/2014/main" xmlns="" val="10010"/>
                  </a:ext>
                </a:extLst>
              </a:tr>
              <a:tr h="151062">
                <a:tc vMerge="1">
                  <a:txBody>
                    <a:bodyPr/>
                    <a:lstStyle/>
                    <a:p>
                      <a:endParaRPr lang="zh-CN" altLang="en-US"/>
                    </a:p>
                  </a:txBody>
                  <a:tcPr/>
                </a:tc>
                <a:tc>
                  <a:txBody>
                    <a:bodyPr/>
                    <a:lstStyle/>
                    <a:p>
                      <a:pPr algn="l" fontAlgn="ctr"/>
                      <a:r>
                        <a:rPr lang="en-US" sz="800" u="none" strike="noStrike" dirty="0">
                          <a:effectLst/>
                        </a:rPr>
                        <a:t>Loading Transient Response Test</a:t>
                      </a:r>
                      <a:endParaRPr lang="en-US" sz="800" b="0" i="0" u="none" strike="noStrike" dirty="0">
                        <a:solidFill>
                          <a:srgbClr val="000000"/>
                        </a:solidFill>
                        <a:effectLst/>
                        <a:latin typeface="宋体" panose="02010600030101010101" pitchFamily="2" charset="-122"/>
                        <a:ea typeface="宋体" panose="02010600030101010101" pitchFamily="2" charset="-122"/>
                      </a:endParaRPr>
                    </a:p>
                  </a:txBody>
                  <a:tcPr marL="7620" marR="7620" marT="7620" marB="0" anchor="ctr"/>
                </a:tc>
                <a:tc vMerge="1">
                  <a:txBody>
                    <a:bodyPr/>
                    <a:lstStyle/>
                    <a:p>
                      <a:endParaRPr lang="zh-CN" altLang="en-US"/>
                    </a:p>
                  </a:txBody>
                  <a:tcPr/>
                </a:tc>
                <a:extLst>
                  <a:ext uri="{0D108BD9-81ED-4DB2-BD59-A6C34878D82A}">
                    <a16:rowId xmlns:a16="http://schemas.microsoft.com/office/drawing/2014/main" xmlns="" val="10011"/>
                  </a:ext>
                </a:extLst>
              </a:tr>
              <a:tr h="293238">
                <a:tc vMerge="1">
                  <a:txBody>
                    <a:bodyPr/>
                    <a:lstStyle/>
                    <a:p>
                      <a:endParaRPr lang="zh-CN" altLang="en-US"/>
                    </a:p>
                  </a:txBody>
                  <a:tcPr/>
                </a:tc>
                <a:tc>
                  <a:txBody>
                    <a:bodyPr/>
                    <a:lstStyle/>
                    <a:p>
                      <a:pPr algn="l" fontAlgn="ctr"/>
                      <a:r>
                        <a:rPr lang="en-US" sz="800" u="none" strike="noStrike" dirty="0">
                          <a:effectLst/>
                        </a:rPr>
                        <a:t>Power Up &amp; Down Sequence Measurement</a:t>
                      </a:r>
                      <a:endParaRPr lang="en-US" sz="800" b="0" i="0" u="none" strike="noStrike" dirty="0">
                        <a:solidFill>
                          <a:srgbClr val="000000"/>
                        </a:solidFill>
                        <a:effectLst/>
                        <a:latin typeface="宋体" panose="02010600030101010101" pitchFamily="2" charset="-122"/>
                        <a:ea typeface="宋体" panose="02010600030101010101" pitchFamily="2" charset="-122"/>
                      </a:endParaRPr>
                    </a:p>
                  </a:txBody>
                  <a:tcPr marL="7620" marR="7620" marT="7620" marB="0" anchor="ctr"/>
                </a:tc>
                <a:tc vMerge="1">
                  <a:txBody>
                    <a:bodyPr/>
                    <a:lstStyle/>
                    <a:p>
                      <a:endParaRPr lang="zh-CN" altLang="en-US"/>
                    </a:p>
                  </a:txBody>
                  <a:tcPr/>
                </a:tc>
                <a:extLst>
                  <a:ext uri="{0D108BD9-81ED-4DB2-BD59-A6C34878D82A}">
                    <a16:rowId xmlns:a16="http://schemas.microsoft.com/office/drawing/2014/main" xmlns="" val="10012"/>
                  </a:ext>
                </a:extLst>
              </a:tr>
              <a:tr h="151062">
                <a:tc vMerge="1">
                  <a:txBody>
                    <a:bodyPr/>
                    <a:lstStyle/>
                    <a:p>
                      <a:endParaRPr lang="zh-CN" altLang="en-US"/>
                    </a:p>
                  </a:txBody>
                  <a:tcPr/>
                </a:tc>
                <a:tc>
                  <a:txBody>
                    <a:bodyPr/>
                    <a:lstStyle/>
                    <a:p>
                      <a:pPr algn="l" fontAlgn="ctr"/>
                      <a:r>
                        <a:rPr lang="en-US" sz="800" u="none" strike="noStrike" dirty="0">
                          <a:effectLst/>
                        </a:rPr>
                        <a:t>OVS &amp; UDS Measurement</a:t>
                      </a:r>
                      <a:endParaRPr lang="en-US" sz="800" b="0" i="0" u="none" strike="noStrike" dirty="0">
                        <a:solidFill>
                          <a:srgbClr val="000000"/>
                        </a:solidFill>
                        <a:effectLst/>
                        <a:latin typeface="宋体" panose="02010600030101010101" pitchFamily="2" charset="-122"/>
                        <a:ea typeface="宋体" panose="02010600030101010101" pitchFamily="2" charset="-122"/>
                      </a:endParaRPr>
                    </a:p>
                  </a:txBody>
                  <a:tcPr marL="7620" marR="7620" marT="7620" marB="0" anchor="ctr"/>
                </a:tc>
                <a:tc vMerge="1">
                  <a:txBody>
                    <a:bodyPr/>
                    <a:lstStyle/>
                    <a:p>
                      <a:endParaRPr lang="zh-CN" altLang="en-US"/>
                    </a:p>
                  </a:txBody>
                  <a:tcPr/>
                </a:tc>
                <a:extLst>
                  <a:ext uri="{0D108BD9-81ED-4DB2-BD59-A6C34878D82A}">
                    <a16:rowId xmlns:a16="http://schemas.microsoft.com/office/drawing/2014/main" xmlns="" val="10013"/>
                  </a:ext>
                </a:extLst>
              </a:tr>
            </a:tbl>
          </a:graphicData>
        </a:graphic>
      </p:graphicFrame>
    </p:spTree>
    <p:extLst>
      <p:ext uri="{BB962C8B-B14F-4D97-AF65-F5344CB8AC3E}">
        <p14:creationId xmlns:p14="http://schemas.microsoft.com/office/powerpoint/2010/main" val="391563314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占位符 1"/>
          <p:cNvSpPr>
            <a:spLocks noGrp="1"/>
          </p:cNvSpPr>
          <p:nvPr>
            <p:ph type="body" sz="quarter" idx="13"/>
          </p:nvPr>
        </p:nvSpPr>
        <p:spPr/>
        <p:txBody>
          <a:bodyPr/>
          <a:lstStyle/>
          <a:p>
            <a:r>
              <a:rPr lang="en-US" altLang="zh-CN" dirty="0">
                <a:latin typeface="+mn-lt"/>
                <a:ea typeface="+mn-ea"/>
                <a:cs typeface="+mn-ea"/>
                <a:sym typeface="+mn-lt"/>
              </a:rPr>
              <a:t>DVT</a:t>
            </a:r>
            <a:r>
              <a:rPr lang="zh-CN" altLang="en-US" dirty="0">
                <a:latin typeface="+mn-lt"/>
                <a:ea typeface="+mn-ea"/>
                <a:cs typeface="+mn-ea"/>
                <a:sym typeface="+mn-lt"/>
              </a:rPr>
              <a:t>测试</a:t>
            </a:r>
            <a:r>
              <a:rPr lang="en-US" altLang="zh-CN" dirty="0">
                <a:latin typeface="+mn-lt"/>
                <a:ea typeface="+mn-ea"/>
                <a:cs typeface="+mn-ea"/>
                <a:sym typeface="+mn-lt"/>
              </a:rPr>
              <a:t>——SI</a:t>
            </a:r>
            <a:r>
              <a:rPr lang="zh-CN" altLang="en-US" dirty="0">
                <a:latin typeface="+mn-lt"/>
                <a:ea typeface="+mn-ea"/>
                <a:cs typeface="+mn-ea"/>
                <a:sym typeface="+mn-lt"/>
              </a:rPr>
              <a:t>测试</a:t>
            </a:r>
          </a:p>
        </p:txBody>
      </p:sp>
      <p:sp>
        <p:nvSpPr>
          <p:cNvPr id="3" name="文本框 2"/>
          <p:cNvSpPr txBox="1"/>
          <p:nvPr/>
        </p:nvSpPr>
        <p:spPr>
          <a:xfrm>
            <a:off x="410592" y="734513"/>
            <a:ext cx="8049840" cy="1754326"/>
          </a:xfrm>
          <a:prstGeom prst="rect">
            <a:avLst/>
          </a:prstGeom>
          <a:noFill/>
        </p:spPr>
        <p:txBody>
          <a:bodyPr wrap="square" rtlCol="0">
            <a:spAutoFit/>
          </a:bodyPr>
          <a:lstStyle/>
          <a:p>
            <a:pPr marL="285750" indent="-285750">
              <a:lnSpc>
                <a:spcPct val="120000"/>
              </a:lnSpc>
              <a:buFont typeface="Wingdings" panose="05000000000000000000" pitchFamily="2" charset="2"/>
              <a:buChar char="l"/>
            </a:pPr>
            <a:r>
              <a:rPr lang="zh-CN" altLang="en-US" sz="1400" dirty="0">
                <a:solidFill>
                  <a:schemeClr val="tx1">
                    <a:lumMod val="75000"/>
                    <a:lumOff val="25000"/>
                  </a:schemeClr>
                </a:solidFill>
                <a:cs typeface="+mn-ea"/>
                <a:sym typeface="+mn-lt"/>
              </a:rPr>
              <a:t>无源测试</a:t>
            </a:r>
            <a:r>
              <a:rPr lang="zh-CN" altLang="en-US" sz="1400" dirty="0" smtClean="0">
                <a:solidFill>
                  <a:schemeClr val="tx1">
                    <a:lumMod val="75000"/>
                    <a:lumOff val="25000"/>
                  </a:schemeClr>
                </a:solidFill>
                <a:cs typeface="+mn-ea"/>
                <a:sym typeface="+mn-lt"/>
              </a:rPr>
              <a:t>：验证</a:t>
            </a:r>
            <a:r>
              <a:rPr lang="en-US" altLang="zh-CN" sz="1400" dirty="0" smtClean="0">
                <a:solidFill>
                  <a:schemeClr val="tx1">
                    <a:lumMod val="75000"/>
                    <a:lumOff val="25000"/>
                  </a:schemeClr>
                </a:solidFill>
                <a:cs typeface="+mn-ea"/>
                <a:sym typeface="+mn-lt"/>
              </a:rPr>
              <a:t>PCB</a:t>
            </a:r>
            <a:r>
              <a:rPr lang="zh-CN" altLang="en-US" sz="1400" dirty="0" smtClean="0">
                <a:solidFill>
                  <a:schemeClr val="tx1">
                    <a:lumMod val="75000"/>
                    <a:lumOff val="25000"/>
                  </a:schemeClr>
                </a:solidFill>
                <a:cs typeface="+mn-ea"/>
                <a:sym typeface="+mn-lt"/>
              </a:rPr>
              <a:t>的阻抗、插损、回损、串扰等</a:t>
            </a:r>
            <a:r>
              <a:rPr lang="zh-CN" altLang="en-US" sz="1400" dirty="0">
                <a:solidFill>
                  <a:schemeClr val="tx1">
                    <a:lumMod val="75000"/>
                    <a:lumOff val="25000"/>
                  </a:schemeClr>
                </a:solidFill>
                <a:cs typeface="+mn-ea"/>
                <a:sym typeface="+mn-lt"/>
              </a:rPr>
              <a:t>；（</a:t>
            </a:r>
            <a:r>
              <a:rPr lang="en-US" altLang="zh-CN" sz="1400" dirty="0">
                <a:solidFill>
                  <a:schemeClr val="tx1">
                    <a:lumMod val="75000"/>
                    <a:lumOff val="25000"/>
                  </a:schemeClr>
                </a:solidFill>
                <a:cs typeface="+mn-ea"/>
                <a:sym typeface="+mn-lt"/>
              </a:rPr>
              <a:t>1w</a:t>
            </a:r>
            <a:r>
              <a:rPr lang="zh-CN" altLang="en-US" sz="1400" dirty="0">
                <a:solidFill>
                  <a:schemeClr val="tx1">
                    <a:lumMod val="75000"/>
                    <a:lumOff val="25000"/>
                  </a:schemeClr>
                </a:solidFill>
                <a:cs typeface="+mn-ea"/>
                <a:sym typeface="+mn-lt"/>
              </a:rPr>
              <a:t>）</a:t>
            </a:r>
            <a:endParaRPr lang="en-US" altLang="zh-CN" sz="1400" dirty="0">
              <a:solidFill>
                <a:schemeClr val="tx1">
                  <a:lumMod val="75000"/>
                  <a:lumOff val="25000"/>
                </a:schemeClr>
              </a:solidFill>
              <a:cs typeface="+mn-ea"/>
              <a:sym typeface="+mn-lt"/>
            </a:endParaRPr>
          </a:p>
          <a:p>
            <a:pPr marL="679500" indent="-285750">
              <a:lnSpc>
                <a:spcPct val="120000"/>
              </a:lnSpc>
              <a:buFont typeface="Arial" panose="020B0604020202020204" pitchFamily="34" charset="0"/>
              <a:buChar char="•"/>
            </a:pPr>
            <a:r>
              <a:rPr lang="zh-CN" altLang="en-US" sz="1200" dirty="0">
                <a:solidFill>
                  <a:schemeClr val="tx1">
                    <a:lumMod val="75000"/>
                    <a:lumOff val="25000"/>
                  </a:schemeClr>
                </a:solidFill>
                <a:cs typeface="+mn-ea"/>
                <a:sym typeface="+mn-lt"/>
              </a:rPr>
              <a:t>要求板厂寄</a:t>
            </a:r>
            <a:r>
              <a:rPr lang="zh-CN" altLang="en-US" sz="1200" dirty="0" smtClean="0">
                <a:solidFill>
                  <a:schemeClr val="tx1">
                    <a:lumMod val="75000"/>
                    <a:lumOff val="25000"/>
                  </a:schemeClr>
                </a:solidFill>
                <a:cs typeface="+mn-ea"/>
                <a:sym typeface="+mn-lt"/>
              </a:rPr>
              <a:t>送裸</a:t>
            </a:r>
            <a:r>
              <a:rPr lang="zh-CN" altLang="en-US" sz="1200" dirty="0">
                <a:solidFill>
                  <a:schemeClr val="tx1">
                    <a:lumMod val="75000"/>
                    <a:lumOff val="25000"/>
                  </a:schemeClr>
                </a:solidFill>
                <a:cs typeface="+mn-ea"/>
                <a:sym typeface="+mn-lt"/>
              </a:rPr>
              <a:t>板，验证</a:t>
            </a:r>
            <a:r>
              <a:rPr lang="en-US" altLang="zh-CN" sz="1200" dirty="0">
                <a:solidFill>
                  <a:schemeClr val="tx1">
                    <a:lumMod val="75000"/>
                    <a:lumOff val="25000"/>
                  </a:schemeClr>
                </a:solidFill>
                <a:cs typeface="+mn-ea"/>
                <a:sym typeface="+mn-lt"/>
              </a:rPr>
              <a:t>PCB</a:t>
            </a:r>
            <a:r>
              <a:rPr lang="zh-CN" altLang="en-US" sz="1200" dirty="0">
                <a:solidFill>
                  <a:schemeClr val="tx1">
                    <a:lumMod val="75000"/>
                    <a:lumOff val="25000"/>
                  </a:schemeClr>
                </a:solidFill>
                <a:cs typeface="+mn-ea"/>
                <a:sym typeface="+mn-lt"/>
              </a:rPr>
              <a:t>链路是否符合设计标准；</a:t>
            </a:r>
            <a:endParaRPr lang="en-US" altLang="zh-CN" sz="1200" dirty="0">
              <a:solidFill>
                <a:schemeClr val="tx1">
                  <a:lumMod val="75000"/>
                  <a:lumOff val="25000"/>
                </a:schemeClr>
              </a:solidFill>
              <a:cs typeface="+mn-ea"/>
              <a:sym typeface="+mn-lt"/>
            </a:endParaRPr>
          </a:p>
          <a:p>
            <a:pPr marL="679500" indent="-285750">
              <a:lnSpc>
                <a:spcPct val="120000"/>
              </a:lnSpc>
              <a:buFont typeface="Arial" panose="020B0604020202020204" pitchFamily="34" charset="0"/>
              <a:buChar char="•"/>
            </a:pPr>
            <a:r>
              <a:rPr lang="zh-CN" altLang="en-US" sz="1200" dirty="0">
                <a:solidFill>
                  <a:schemeClr val="tx1">
                    <a:lumMod val="75000"/>
                    <a:lumOff val="25000"/>
                  </a:schemeClr>
                </a:solidFill>
                <a:cs typeface="+mn-ea"/>
                <a:sym typeface="+mn-lt"/>
              </a:rPr>
              <a:t>若客户有明确需求，需根据需求评估测试周期；</a:t>
            </a:r>
            <a:endParaRPr lang="en-US" altLang="zh-CN" sz="1200" dirty="0">
              <a:solidFill>
                <a:schemeClr val="tx1">
                  <a:lumMod val="75000"/>
                  <a:lumOff val="25000"/>
                </a:schemeClr>
              </a:solidFill>
              <a:cs typeface="+mn-ea"/>
              <a:sym typeface="+mn-lt"/>
            </a:endParaRPr>
          </a:p>
          <a:p>
            <a:pPr marL="285750" indent="-285750">
              <a:lnSpc>
                <a:spcPct val="120000"/>
              </a:lnSpc>
              <a:buFont typeface="Wingdings" panose="05000000000000000000" pitchFamily="2" charset="2"/>
              <a:buChar char="l"/>
            </a:pPr>
            <a:r>
              <a:rPr lang="zh-CN" altLang="en-US" sz="1400" dirty="0">
                <a:solidFill>
                  <a:schemeClr val="tx1">
                    <a:lumMod val="75000"/>
                    <a:lumOff val="25000"/>
                  </a:schemeClr>
                </a:solidFill>
                <a:cs typeface="+mn-ea"/>
                <a:sym typeface="+mn-lt"/>
              </a:rPr>
              <a:t>有源测试：验证</a:t>
            </a:r>
            <a:r>
              <a:rPr lang="en-US" altLang="zh-CN" sz="1400" dirty="0">
                <a:solidFill>
                  <a:schemeClr val="tx1">
                    <a:lumMod val="75000"/>
                    <a:lumOff val="25000"/>
                  </a:schemeClr>
                </a:solidFill>
                <a:cs typeface="+mn-ea"/>
                <a:sym typeface="+mn-lt"/>
              </a:rPr>
              <a:t>PCBA</a:t>
            </a:r>
            <a:r>
              <a:rPr lang="zh-CN" altLang="en-US" sz="1400" dirty="0">
                <a:solidFill>
                  <a:schemeClr val="tx1">
                    <a:lumMod val="75000"/>
                    <a:lumOff val="25000"/>
                  </a:schemeClr>
                </a:solidFill>
                <a:cs typeface="+mn-ea"/>
                <a:sym typeface="+mn-lt"/>
              </a:rPr>
              <a:t>板端所有高</a:t>
            </a:r>
            <a:r>
              <a:rPr lang="en-US" altLang="zh-CN" sz="1400" dirty="0">
                <a:solidFill>
                  <a:schemeClr val="tx1">
                    <a:lumMod val="75000"/>
                    <a:lumOff val="25000"/>
                  </a:schemeClr>
                </a:solidFill>
                <a:cs typeface="+mn-ea"/>
                <a:sym typeface="+mn-lt"/>
              </a:rPr>
              <a:t>/</a:t>
            </a:r>
            <a:r>
              <a:rPr lang="zh-CN" altLang="en-US" sz="1400" dirty="0">
                <a:solidFill>
                  <a:schemeClr val="tx1">
                    <a:lumMod val="75000"/>
                    <a:lumOff val="25000"/>
                  </a:schemeClr>
                </a:solidFill>
                <a:cs typeface="+mn-ea"/>
                <a:sym typeface="+mn-lt"/>
              </a:rPr>
              <a:t>低速信号（</a:t>
            </a:r>
            <a:r>
              <a:rPr lang="en-US" altLang="zh-CN" sz="1400" dirty="0">
                <a:solidFill>
                  <a:schemeClr val="tx1">
                    <a:lumMod val="75000"/>
                    <a:lumOff val="25000"/>
                  </a:schemeClr>
                </a:solidFill>
                <a:cs typeface="+mn-ea"/>
                <a:sym typeface="+mn-lt"/>
              </a:rPr>
              <a:t>4~6w</a:t>
            </a:r>
            <a:r>
              <a:rPr lang="zh-CN" altLang="en-US" sz="1400" dirty="0">
                <a:solidFill>
                  <a:schemeClr val="tx1">
                    <a:lumMod val="75000"/>
                    <a:lumOff val="25000"/>
                  </a:schemeClr>
                </a:solidFill>
                <a:cs typeface="+mn-ea"/>
                <a:sym typeface="+mn-lt"/>
              </a:rPr>
              <a:t>），进测</a:t>
            </a:r>
            <a:r>
              <a:rPr lang="en-US" altLang="zh-CN" sz="1400" dirty="0">
                <a:solidFill>
                  <a:schemeClr val="tx1">
                    <a:lumMod val="75000"/>
                    <a:lumOff val="25000"/>
                  </a:schemeClr>
                </a:solidFill>
                <a:cs typeface="+mn-ea"/>
                <a:sym typeface="+mn-lt"/>
              </a:rPr>
              <a:t>4</a:t>
            </a:r>
            <a:r>
              <a:rPr lang="zh-CN" altLang="en-US" sz="1400" dirty="0">
                <a:solidFill>
                  <a:schemeClr val="tx1">
                    <a:lumMod val="75000"/>
                    <a:lumOff val="25000"/>
                  </a:schemeClr>
                </a:solidFill>
                <a:cs typeface="+mn-ea"/>
                <a:sym typeface="+mn-lt"/>
              </a:rPr>
              <a:t>周后给出改版意见；</a:t>
            </a:r>
            <a:endParaRPr lang="en-US" altLang="zh-CN" sz="1400" dirty="0">
              <a:solidFill>
                <a:schemeClr val="tx1">
                  <a:lumMod val="75000"/>
                  <a:lumOff val="25000"/>
                </a:schemeClr>
              </a:solidFill>
              <a:cs typeface="+mn-ea"/>
              <a:sym typeface="+mn-lt"/>
            </a:endParaRPr>
          </a:p>
          <a:p>
            <a:pPr marL="679500" lvl="1" indent="-285750">
              <a:lnSpc>
                <a:spcPct val="120000"/>
              </a:lnSpc>
              <a:buFont typeface="Arial" panose="020B0604020202020204" pitchFamily="34" charset="0"/>
              <a:buChar char="•"/>
            </a:pPr>
            <a:r>
              <a:rPr lang="zh-CN" altLang="en-US" sz="1200" dirty="0">
                <a:solidFill>
                  <a:schemeClr val="tx1">
                    <a:lumMod val="75000"/>
                    <a:lumOff val="25000"/>
                  </a:schemeClr>
                </a:solidFill>
                <a:cs typeface="+mn-ea"/>
                <a:sym typeface="+mn-lt"/>
              </a:rPr>
              <a:t>高速信号</a:t>
            </a:r>
            <a:r>
              <a:rPr lang="zh-CN" altLang="en-US" sz="1200" dirty="0" smtClean="0">
                <a:solidFill>
                  <a:schemeClr val="tx1">
                    <a:lumMod val="75000"/>
                    <a:lumOff val="25000"/>
                  </a:schemeClr>
                </a:solidFill>
                <a:cs typeface="+mn-ea"/>
                <a:sym typeface="+mn-lt"/>
              </a:rPr>
              <a:t>：</a:t>
            </a:r>
            <a:r>
              <a:rPr lang="en-US" altLang="zh-CN" sz="1200" dirty="0" err="1" smtClean="0">
                <a:solidFill>
                  <a:schemeClr val="tx1">
                    <a:lumMod val="75000"/>
                    <a:lumOff val="25000"/>
                  </a:schemeClr>
                </a:solidFill>
                <a:cs typeface="+mn-ea"/>
                <a:sym typeface="+mn-lt"/>
              </a:rPr>
              <a:t>PCIe</a:t>
            </a:r>
            <a:r>
              <a:rPr lang="zh-CN" altLang="en-US" sz="1200" dirty="0" smtClean="0">
                <a:solidFill>
                  <a:schemeClr val="tx1">
                    <a:lumMod val="75000"/>
                    <a:lumOff val="25000"/>
                  </a:schemeClr>
                </a:solidFill>
                <a:cs typeface="+mn-ea"/>
                <a:sym typeface="+mn-lt"/>
              </a:rPr>
              <a:t>、</a:t>
            </a:r>
            <a:r>
              <a:rPr lang="en-US" altLang="zh-CN" sz="1200" dirty="0">
                <a:solidFill>
                  <a:schemeClr val="tx1">
                    <a:lumMod val="75000"/>
                    <a:lumOff val="25000"/>
                  </a:schemeClr>
                </a:solidFill>
                <a:cs typeface="+mn-ea"/>
                <a:sym typeface="+mn-lt"/>
              </a:rPr>
              <a:t>SATA</a:t>
            </a:r>
            <a:r>
              <a:rPr lang="zh-CN" altLang="en-US" sz="1200" dirty="0">
                <a:solidFill>
                  <a:schemeClr val="tx1">
                    <a:lumMod val="75000"/>
                    <a:lumOff val="25000"/>
                  </a:schemeClr>
                </a:solidFill>
                <a:cs typeface="+mn-ea"/>
                <a:sym typeface="+mn-lt"/>
              </a:rPr>
              <a:t>、</a:t>
            </a:r>
            <a:r>
              <a:rPr lang="en-US" altLang="zh-CN" sz="1200" dirty="0">
                <a:solidFill>
                  <a:schemeClr val="tx1">
                    <a:lumMod val="75000"/>
                    <a:lumOff val="25000"/>
                  </a:schemeClr>
                </a:solidFill>
                <a:cs typeface="+mn-ea"/>
                <a:sym typeface="+mn-lt"/>
              </a:rPr>
              <a:t>USB3.0</a:t>
            </a:r>
            <a:r>
              <a:rPr lang="zh-CN" altLang="en-US" sz="1200" dirty="0">
                <a:solidFill>
                  <a:schemeClr val="tx1">
                    <a:lumMod val="75000"/>
                    <a:lumOff val="25000"/>
                  </a:schemeClr>
                </a:solidFill>
                <a:cs typeface="+mn-ea"/>
                <a:sym typeface="+mn-lt"/>
              </a:rPr>
              <a:t>、</a:t>
            </a:r>
            <a:r>
              <a:rPr lang="en-US" altLang="zh-CN" sz="1200" dirty="0">
                <a:solidFill>
                  <a:schemeClr val="tx1">
                    <a:lumMod val="75000"/>
                    <a:lumOff val="25000"/>
                  </a:schemeClr>
                </a:solidFill>
                <a:cs typeface="+mn-ea"/>
                <a:sym typeface="+mn-lt"/>
              </a:rPr>
              <a:t>XGMI</a:t>
            </a:r>
          </a:p>
          <a:p>
            <a:pPr marL="679500" lvl="1" indent="-285750">
              <a:lnSpc>
                <a:spcPct val="120000"/>
              </a:lnSpc>
              <a:buFont typeface="Arial" panose="020B0604020202020204" pitchFamily="34" charset="0"/>
              <a:buChar char="•"/>
            </a:pPr>
            <a:r>
              <a:rPr lang="zh-CN" altLang="en-US" sz="1200" dirty="0">
                <a:solidFill>
                  <a:schemeClr val="tx1">
                    <a:lumMod val="75000"/>
                    <a:lumOff val="25000"/>
                  </a:schemeClr>
                </a:solidFill>
                <a:cs typeface="+mn-ea"/>
                <a:sym typeface="+mn-lt"/>
              </a:rPr>
              <a:t>低速信号</a:t>
            </a:r>
            <a:r>
              <a:rPr lang="zh-CN" altLang="en-US" sz="1200" dirty="0" smtClean="0">
                <a:solidFill>
                  <a:schemeClr val="tx1">
                    <a:lumMod val="75000"/>
                    <a:lumOff val="25000"/>
                  </a:schemeClr>
                </a:solidFill>
                <a:cs typeface="+mn-ea"/>
                <a:sym typeface="+mn-lt"/>
              </a:rPr>
              <a:t>：</a:t>
            </a:r>
            <a:r>
              <a:rPr lang="en-US" altLang="zh-CN" sz="1200" dirty="0">
                <a:solidFill>
                  <a:schemeClr val="tx1">
                    <a:lumMod val="75000"/>
                    <a:lumOff val="25000"/>
                  </a:schemeClr>
                </a:solidFill>
                <a:cs typeface="+mn-ea"/>
                <a:sym typeface="+mn-lt"/>
              </a:rPr>
              <a:t>USB2.0</a:t>
            </a:r>
            <a:r>
              <a:rPr lang="zh-CN" altLang="en-US" sz="1200" dirty="0">
                <a:solidFill>
                  <a:schemeClr val="tx1">
                    <a:lumMod val="75000"/>
                    <a:lumOff val="25000"/>
                  </a:schemeClr>
                </a:solidFill>
                <a:cs typeface="+mn-ea"/>
                <a:sym typeface="+mn-lt"/>
              </a:rPr>
              <a:t>、</a:t>
            </a:r>
            <a:r>
              <a:rPr lang="en-US" altLang="zh-CN" sz="1200" dirty="0">
                <a:solidFill>
                  <a:schemeClr val="tx1">
                    <a:lumMod val="75000"/>
                    <a:lumOff val="25000"/>
                  </a:schemeClr>
                </a:solidFill>
                <a:cs typeface="+mn-ea"/>
                <a:sym typeface="+mn-lt"/>
              </a:rPr>
              <a:t>I2C</a:t>
            </a:r>
            <a:r>
              <a:rPr lang="zh-CN" altLang="en-US" sz="1200" dirty="0">
                <a:solidFill>
                  <a:schemeClr val="tx1">
                    <a:lumMod val="75000"/>
                    <a:lumOff val="25000"/>
                  </a:schemeClr>
                </a:solidFill>
                <a:cs typeface="+mn-ea"/>
                <a:sym typeface="+mn-lt"/>
              </a:rPr>
              <a:t>、</a:t>
            </a:r>
            <a:r>
              <a:rPr lang="en-US" altLang="zh-CN" sz="1200" dirty="0">
                <a:solidFill>
                  <a:schemeClr val="tx1">
                    <a:lumMod val="75000"/>
                    <a:lumOff val="25000"/>
                  </a:schemeClr>
                </a:solidFill>
                <a:cs typeface="+mn-ea"/>
                <a:sym typeface="+mn-lt"/>
              </a:rPr>
              <a:t>RGMII</a:t>
            </a:r>
            <a:r>
              <a:rPr lang="zh-CN" altLang="en-US" sz="1200" dirty="0">
                <a:solidFill>
                  <a:schemeClr val="tx1">
                    <a:lumMod val="75000"/>
                    <a:lumOff val="25000"/>
                  </a:schemeClr>
                </a:solidFill>
                <a:cs typeface="+mn-ea"/>
                <a:sym typeface="+mn-lt"/>
              </a:rPr>
              <a:t>、</a:t>
            </a:r>
            <a:r>
              <a:rPr lang="en-US" altLang="zh-CN" sz="1200" dirty="0">
                <a:solidFill>
                  <a:schemeClr val="tx1">
                    <a:lumMod val="75000"/>
                    <a:lumOff val="25000"/>
                  </a:schemeClr>
                </a:solidFill>
                <a:cs typeface="+mn-ea"/>
                <a:sym typeface="+mn-lt"/>
              </a:rPr>
              <a:t>NCSI</a:t>
            </a:r>
            <a:r>
              <a:rPr lang="zh-CN" altLang="en-US" sz="1200" dirty="0">
                <a:solidFill>
                  <a:schemeClr val="tx1">
                    <a:lumMod val="75000"/>
                    <a:lumOff val="25000"/>
                  </a:schemeClr>
                </a:solidFill>
                <a:cs typeface="+mn-ea"/>
                <a:sym typeface="+mn-lt"/>
              </a:rPr>
              <a:t>、</a:t>
            </a:r>
            <a:r>
              <a:rPr lang="en-US" altLang="zh-CN" sz="1200" dirty="0">
                <a:solidFill>
                  <a:schemeClr val="tx1">
                    <a:lumMod val="75000"/>
                    <a:lumOff val="25000"/>
                  </a:schemeClr>
                </a:solidFill>
                <a:cs typeface="+mn-ea"/>
                <a:sym typeface="+mn-lt"/>
              </a:rPr>
              <a:t>SPI</a:t>
            </a:r>
            <a:r>
              <a:rPr lang="zh-CN" altLang="en-US" sz="1200" dirty="0">
                <a:solidFill>
                  <a:schemeClr val="tx1">
                    <a:lumMod val="75000"/>
                    <a:lumOff val="25000"/>
                  </a:schemeClr>
                </a:solidFill>
                <a:cs typeface="+mn-ea"/>
                <a:sym typeface="+mn-lt"/>
              </a:rPr>
              <a:t>、</a:t>
            </a:r>
            <a:r>
              <a:rPr lang="en-US" altLang="zh-CN" sz="1200" dirty="0">
                <a:solidFill>
                  <a:schemeClr val="tx1">
                    <a:lumMod val="75000"/>
                    <a:lumOff val="25000"/>
                  </a:schemeClr>
                </a:solidFill>
                <a:cs typeface="+mn-ea"/>
                <a:sym typeface="+mn-lt"/>
              </a:rPr>
              <a:t>LPC</a:t>
            </a:r>
          </a:p>
          <a:p>
            <a:pPr marL="285750" indent="-285750">
              <a:lnSpc>
                <a:spcPct val="120000"/>
              </a:lnSpc>
              <a:buFont typeface="Wingdings" panose="05000000000000000000" pitchFamily="2" charset="2"/>
              <a:buChar char="l"/>
            </a:pPr>
            <a:r>
              <a:rPr lang="en-US" altLang="zh-CN" sz="1400" dirty="0">
                <a:solidFill>
                  <a:srgbClr val="3333CC"/>
                </a:solidFill>
                <a:cs typeface="+mn-ea"/>
                <a:sym typeface="+mn-lt"/>
              </a:rPr>
              <a:t>DVT</a:t>
            </a:r>
            <a:r>
              <a:rPr lang="zh-CN" altLang="en-US" sz="1400" dirty="0">
                <a:solidFill>
                  <a:srgbClr val="3333CC"/>
                </a:solidFill>
                <a:cs typeface="+mn-ea"/>
                <a:sym typeface="+mn-lt"/>
              </a:rPr>
              <a:t>相比于</a:t>
            </a:r>
            <a:r>
              <a:rPr lang="en-US" altLang="zh-CN" sz="1400" dirty="0">
                <a:solidFill>
                  <a:srgbClr val="3333CC"/>
                </a:solidFill>
                <a:cs typeface="+mn-ea"/>
                <a:sym typeface="+mn-lt"/>
              </a:rPr>
              <a:t>EVT</a:t>
            </a:r>
            <a:r>
              <a:rPr lang="zh-CN" altLang="en-US" sz="1400" dirty="0">
                <a:solidFill>
                  <a:srgbClr val="3333CC"/>
                </a:solidFill>
                <a:cs typeface="+mn-ea"/>
                <a:sym typeface="+mn-lt"/>
              </a:rPr>
              <a:t>的不同处在于</a:t>
            </a:r>
            <a:r>
              <a:rPr lang="en-US" altLang="zh-CN" sz="1400" dirty="0">
                <a:solidFill>
                  <a:srgbClr val="3333CC"/>
                </a:solidFill>
                <a:cs typeface="+mn-ea"/>
                <a:sym typeface="+mn-lt"/>
              </a:rPr>
              <a:t>DVT</a:t>
            </a:r>
            <a:r>
              <a:rPr lang="zh-CN" altLang="en-US" sz="1400" dirty="0">
                <a:solidFill>
                  <a:srgbClr val="3333CC"/>
                </a:solidFill>
                <a:cs typeface="+mn-ea"/>
                <a:sym typeface="+mn-lt"/>
              </a:rPr>
              <a:t>阶段会</a:t>
            </a:r>
            <a:r>
              <a:rPr lang="zh-CN" altLang="en-US" sz="1400" b="1" dirty="0">
                <a:solidFill>
                  <a:srgbClr val="FF0000"/>
                </a:solidFill>
                <a:cs typeface="+mn-ea"/>
                <a:sym typeface="+mn-lt"/>
              </a:rPr>
              <a:t>根据</a:t>
            </a:r>
            <a:r>
              <a:rPr lang="en-US" altLang="zh-CN" sz="1400" b="1" dirty="0">
                <a:solidFill>
                  <a:srgbClr val="FF0000"/>
                </a:solidFill>
                <a:cs typeface="+mn-ea"/>
                <a:sym typeface="+mn-lt"/>
              </a:rPr>
              <a:t>Chang list</a:t>
            </a:r>
            <a:r>
              <a:rPr lang="zh-CN" altLang="en-US" sz="1400" b="1" dirty="0">
                <a:solidFill>
                  <a:srgbClr val="FF0000"/>
                </a:solidFill>
                <a:cs typeface="+mn-ea"/>
                <a:sym typeface="+mn-lt"/>
              </a:rPr>
              <a:t>针对性的对改动的部分进行信号复测</a:t>
            </a:r>
            <a:r>
              <a:rPr lang="zh-CN" altLang="en-US" sz="1400" dirty="0">
                <a:solidFill>
                  <a:srgbClr val="3333CC"/>
                </a:solidFill>
                <a:cs typeface="+mn-ea"/>
                <a:sym typeface="+mn-lt"/>
              </a:rPr>
              <a:t>；</a:t>
            </a:r>
            <a:endParaRPr lang="en-US" altLang="zh-CN" sz="1400" dirty="0">
              <a:solidFill>
                <a:srgbClr val="3333CC"/>
              </a:solidFill>
              <a:cs typeface="+mn-ea"/>
              <a:sym typeface="+mn-lt"/>
            </a:endParaRPr>
          </a:p>
        </p:txBody>
      </p:sp>
      <p:pic>
        <p:nvPicPr>
          <p:cNvPr id="4" name="图片 3"/>
          <p:cNvPicPr>
            <a:picLocks noChangeAspect="1"/>
          </p:cNvPicPr>
          <p:nvPr/>
        </p:nvPicPr>
        <p:blipFill>
          <a:blip r:embed="rId2"/>
          <a:stretch>
            <a:fillRect/>
          </a:stretch>
        </p:blipFill>
        <p:spPr>
          <a:xfrm>
            <a:off x="1547664" y="2537558"/>
            <a:ext cx="5864259" cy="2266440"/>
          </a:xfrm>
          <a:prstGeom prst="rect">
            <a:avLst/>
          </a:prstGeom>
        </p:spPr>
      </p:pic>
    </p:spTree>
    <p:extLst>
      <p:ext uri="{BB962C8B-B14F-4D97-AF65-F5344CB8AC3E}">
        <p14:creationId xmlns:p14="http://schemas.microsoft.com/office/powerpoint/2010/main" val="317034912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占位符 1"/>
          <p:cNvSpPr>
            <a:spLocks noGrp="1"/>
          </p:cNvSpPr>
          <p:nvPr>
            <p:ph type="body" sz="quarter" idx="13"/>
          </p:nvPr>
        </p:nvSpPr>
        <p:spPr/>
        <p:txBody>
          <a:bodyPr/>
          <a:lstStyle/>
          <a:p>
            <a:r>
              <a:rPr lang="en-US" altLang="zh-CN" dirty="0">
                <a:latin typeface="+mn-lt"/>
                <a:ea typeface="+mn-ea"/>
                <a:cs typeface="+mn-ea"/>
                <a:sym typeface="+mn-lt"/>
              </a:rPr>
              <a:t>DVT</a:t>
            </a:r>
            <a:r>
              <a:rPr lang="zh-CN" altLang="en-US" dirty="0">
                <a:latin typeface="+mn-lt"/>
                <a:ea typeface="+mn-ea"/>
                <a:cs typeface="+mn-ea"/>
                <a:sym typeface="+mn-lt"/>
              </a:rPr>
              <a:t>测试</a:t>
            </a:r>
            <a:r>
              <a:rPr lang="en-US" altLang="zh-CN" dirty="0">
                <a:latin typeface="+mn-lt"/>
                <a:ea typeface="+mn-ea"/>
                <a:cs typeface="+mn-ea"/>
                <a:sym typeface="+mn-lt"/>
              </a:rPr>
              <a:t>——SIT</a:t>
            </a:r>
            <a:r>
              <a:rPr lang="zh-CN" altLang="en-US" dirty="0">
                <a:latin typeface="+mn-lt"/>
                <a:ea typeface="+mn-ea"/>
                <a:cs typeface="+mn-ea"/>
                <a:sym typeface="+mn-lt"/>
              </a:rPr>
              <a:t>测试</a:t>
            </a:r>
          </a:p>
        </p:txBody>
      </p:sp>
      <p:grpSp>
        <p:nvGrpSpPr>
          <p:cNvPr id="7" name="196374" descr="本素材由iSlide™ 提供&#10;iSlide™尊重知识产权并注重保护用户享有的各项权利。郑重提醒您：&#10;iSlide™插件中提供的任何信息内容的所有权、知识产权归其原始权利人或权利受让人所有，您免费/购买获得的是信息内容的使用权，并受下述条款的约束；&#10;1. 您仅可以个人非商业用途使用该等信息内容，不可将信息内容的全部或部分用于出售，或以出租、出借、转让、分销、发布等其他任何方式供他人使用；&#10;2. 禁止在接入互联网或移动互联网的任何网站、平台、应用或程序上以任何方式为他人提供iSlide™插件资源内容的下载。&#10;The resource is supplied by iSlide™.&#10;iSlide™ respects all intellectual property rights and protects all the rights its users acquired.Solemnly remind you:&#10;The ownership and intellectual property of the resources supplied in iSlide Add-in belongs to its owner or the assignee of this ownership.you only acquired the usage of the resources supplied in iSlide Add-in, as well as respected the following restrain terms:&#10;1.You are only allowed to use such resource for personal and non-commercial aim, not allowed to use such resource or part of it for the sale; or rent, lend, transfer to others; or distribution or release it in any way.&#10;2.You are not permitted to provide the resource of iSlide Add-in in any website, platform, application access to the Internet or mobile Internet." title="iSlide™ 版权声明  COPYRIGHT NOTICE"/>
          <p:cNvGrpSpPr>
            <a:grpSpLocks noChangeAspect="1"/>
          </p:cNvGrpSpPr>
          <p:nvPr>
            <p:custDataLst>
              <p:tags r:id="rId1"/>
            </p:custDataLst>
          </p:nvPr>
        </p:nvGrpSpPr>
        <p:grpSpPr>
          <a:xfrm>
            <a:off x="395536" y="843558"/>
            <a:ext cx="8291287" cy="4081079"/>
            <a:chOff x="576519" y="1127528"/>
            <a:chExt cx="11055047" cy="5441437"/>
          </a:xfrm>
        </p:grpSpPr>
        <p:sp>
          <p:nvSpPr>
            <p:cNvPr id="8" name="ïṣ1ídê">
              <a:extLst>
                <a:ext uri="{FF2B5EF4-FFF2-40B4-BE49-F238E27FC236}">
                  <a16:creationId xmlns:a16="http://schemas.microsoft.com/office/drawing/2014/main" xmlns="" id="{BE6E343B-890F-4866-ADBF-2623F73FC547}"/>
                </a:ext>
              </a:extLst>
            </p:cNvPr>
            <p:cNvSpPr/>
            <p:nvPr/>
          </p:nvSpPr>
          <p:spPr bwMode="auto">
            <a:xfrm flipV="1">
              <a:off x="680646" y="1127528"/>
              <a:ext cx="3931051" cy="5016085"/>
            </a:xfrm>
            <a:custGeom>
              <a:avLst/>
              <a:gdLst>
                <a:gd name="T0" fmla="*/ 2147483646 w 1285"/>
                <a:gd name="T1" fmla="*/ 0 h 592"/>
                <a:gd name="T2" fmla="*/ 2147483646 w 1285"/>
                <a:gd name="T3" fmla="*/ 2147483646 h 592"/>
                <a:gd name="T4" fmla="*/ 0 w 1285"/>
                <a:gd name="T5" fmla="*/ 2147483646 h 592"/>
                <a:gd name="T6" fmla="*/ 0 60000 65536"/>
                <a:gd name="T7" fmla="*/ 0 60000 65536"/>
                <a:gd name="T8" fmla="*/ 0 60000 65536"/>
              </a:gdLst>
              <a:ahLst/>
              <a:cxnLst>
                <a:cxn ang="T6">
                  <a:pos x="T0" y="T1"/>
                </a:cxn>
                <a:cxn ang="T7">
                  <a:pos x="T2" y="T3"/>
                </a:cxn>
                <a:cxn ang="T8">
                  <a:pos x="T4" y="T5"/>
                </a:cxn>
              </a:cxnLst>
              <a:rect l="0" t="0" r="r" b="b"/>
              <a:pathLst>
                <a:path w="1285" h="592">
                  <a:moveTo>
                    <a:pt x="1285" y="0"/>
                  </a:moveTo>
                  <a:lnTo>
                    <a:pt x="1285" y="592"/>
                  </a:lnTo>
                  <a:lnTo>
                    <a:pt x="0" y="592"/>
                  </a:lnTo>
                </a:path>
              </a:pathLst>
            </a:custGeom>
            <a:noFill/>
            <a:ln w="22225" cap="flat" cmpd="sng">
              <a:solidFill>
                <a:schemeClr val="tx2"/>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lIns="0" tIns="0" rIns="0" bIns="0" anchor="ctr">
              <a:normAutofit/>
            </a:bodyPr>
            <a:lstStyle/>
            <a:p>
              <a:endParaRPr lang="zh-CN" altLang="en-US"/>
            </a:p>
          </p:txBody>
        </p:sp>
        <p:sp>
          <p:nvSpPr>
            <p:cNvPr id="9" name="ïS1îdé">
              <a:extLst>
                <a:ext uri="{FF2B5EF4-FFF2-40B4-BE49-F238E27FC236}">
                  <a16:creationId xmlns:a16="http://schemas.microsoft.com/office/drawing/2014/main" xmlns="" id="{2F384B2C-CA5C-4C58-897A-8654E24F1F71}"/>
                </a:ext>
              </a:extLst>
            </p:cNvPr>
            <p:cNvSpPr/>
            <p:nvPr/>
          </p:nvSpPr>
          <p:spPr bwMode="auto">
            <a:xfrm flipH="1" flipV="1">
              <a:off x="7608159" y="1127528"/>
              <a:ext cx="3931051" cy="5016085"/>
            </a:xfrm>
            <a:custGeom>
              <a:avLst/>
              <a:gdLst>
                <a:gd name="T0" fmla="*/ 2147483646 w 1285"/>
                <a:gd name="T1" fmla="*/ 0 h 592"/>
                <a:gd name="T2" fmla="*/ 2147483646 w 1285"/>
                <a:gd name="T3" fmla="*/ 2147483646 h 592"/>
                <a:gd name="T4" fmla="*/ 0 w 1285"/>
                <a:gd name="T5" fmla="*/ 2147483646 h 592"/>
                <a:gd name="T6" fmla="*/ 0 60000 65536"/>
                <a:gd name="T7" fmla="*/ 0 60000 65536"/>
                <a:gd name="T8" fmla="*/ 0 60000 65536"/>
              </a:gdLst>
              <a:ahLst/>
              <a:cxnLst>
                <a:cxn ang="T6">
                  <a:pos x="T0" y="T1"/>
                </a:cxn>
                <a:cxn ang="T7">
                  <a:pos x="T2" y="T3"/>
                </a:cxn>
                <a:cxn ang="T8">
                  <a:pos x="T4" y="T5"/>
                </a:cxn>
              </a:cxnLst>
              <a:rect l="0" t="0" r="r" b="b"/>
              <a:pathLst>
                <a:path w="1285" h="592">
                  <a:moveTo>
                    <a:pt x="1285" y="0"/>
                  </a:moveTo>
                  <a:lnTo>
                    <a:pt x="1285" y="592"/>
                  </a:lnTo>
                  <a:lnTo>
                    <a:pt x="0" y="592"/>
                  </a:lnTo>
                </a:path>
              </a:pathLst>
            </a:custGeom>
            <a:noFill/>
            <a:ln w="22225" cap="flat" cmpd="sng">
              <a:solidFill>
                <a:schemeClr val="tx2"/>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lIns="0" tIns="0" rIns="0" bIns="0" anchor="ctr">
              <a:normAutofit/>
            </a:bodyPr>
            <a:lstStyle/>
            <a:p>
              <a:endParaRPr lang="zh-CN" altLang="en-US"/>
            </a:p>
          </p:txBody>
        </p:sp>
        <p:sp>
          <p:nvSpPr>
            <p:cNvPr id="10" name="íṩļíḓe">
              <a:extLst>
                <a:ext uri="{FF2B5EF4-FFF2-40B4-BE49-F238E27FC236}">
                  <a16:creationId xmlns:a16="http://schemas.microsoft.com/office/drawing/2014/main" xmlns="" id="{D8ECB0C4-2C93-4477-9FD5-49BBCFFEB24F}"/>
                </a:ext>
              </a:extLst>
            </p:cNvPr>
            <p:cNvSpPr/>
            <p:nvPr/>
          </p:nvSpPr>
          <p:spPr bwMode="auto">
            <a:xfrm>
              <a:off x="4635783" y="3353198"/>
              <a:ext cx="703350" cy="0"/>
            </a:xfrm>
            <a:prstGeom prst="line">
              <a:avLst/>
            </a:prstGeom>
            <a:noFill/>
            <a:ln w="25400">
              <a:solidFill>
                <a:srgbClr val="A31B2B"/>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lIns="0" tIns="0" rIns="0" bIns="0" anchor="ctr">
              <a:normAutofit fontScale="25000" lnSpcReduction="20000"/>
            </a:bodyPr>
            <a:lstStyle/>
            <a:p>
              <a:endParaRPr lang="zh-CN" altLang="en-US"/>
            </a:p>
          </p:txBody>
        </p:sp>
        <p:sp>
          <p:nvSpPr>
            <p:cNvPr id="11" name="is1îdê">
              <a:extLst>
                <a:ext uri="{FF2B5EF4-FFF2-40B4-BE49-F238E27FC236}">
                  <a16:creationId xmlns:a16="http://schemas.microsoft.com/office/drawing/2014/main" xmlns="" id="{B77F29E1-4A1C-4EE9-B517-92046DD8DE5D}"/>
                </a:ext>
              </a:extLst>
            </p:cNvPr>
            <p:cNvSpPr/>
            <p:nvPr/>
          </p:nvSpPr>
          <p:spPr bwMode="auto">
            <a:xfrm flipH="1">
              <a:off x="6885540" y="3353198"/>
              <a:ext cx="698531" cy="0"/>
            </a:xfrm>
            <a:prstGeom prst="line">
              <a:avLst/>
            </a:prstGeom>
            <a:noFill/>
            <a:ln w="25400">
              <a:solidFill>
                <a:schemeClr val="tx2"/>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lIns="0" tIns="0" rIns="0" bIns="0" anchor="ctr">
              <a:normAutofit fontScale="25000" lnSpcReduction="20000"/>
            </a:bodyPr>
            <a:lstStyle/>
            <a:p>
              <a:endParaRPr lang="zh-CN" altLang="en-US"/>
            </a:p>
          </p:txBody>
        </p:sp>
        <p:sp>
          <p:nvSpPr>
            <p:cNvPr id="12" name="îSḷîḍê">
              <a:extLst>
                <a:ext uri="{FF2B5EF4-FFF2-40B4-BE49-F238E27FC236}">
                  <a16:creationId xmlns:a16="http://schemas.microsoft.com/office/drawing/2014/main" xmlns="" id="{A198BC76-B567-4134-BF31-2B43718DB6F3}"/>
                </a:ext>
              </a:extLst>
            </p:cNvPr>
            <p:cNvSpPr/>
            <p:nvPr/>
          </p:nvSpPr>
          <p:spPr bwMode="auto">
            <a:xfrm>
              <a:off x="5421032" y="2664303"/>
              <a:ext cx="674968" cy="1377795"/>
            </a:xfrm>
            <a:prstGeom prst="rect">
              <a:avLst/>
            </a:prstGeom>
            <a:solidFill>
              <a:srgbClr val="A31B2B"/>
            </a:solidFill>
            <a:ln>
              <a:noFill/>
            </a:ln>
            <a:effectLst/>
          </p:spPr>
          <p:txBody>
            <a:bodyPr wrap="none" lIns="0" tIns="0" rIns="0" bIns="0" anchor="ctr">
              <a:normAutofit/>
            </a:bodyPr>
            <a:lstStyle>
              <a:lvl1pPr>
                <a:defRPr sz="1300" b="1">
                  <a:solidFill>
                    <a:srgbClr val="000000"/>
                  </a:solidFill>
                </a:defRPr>
              </a:lvl1pPr>
              <a:lvl2pPr marL="742950" indent="-285750">
                <a:defRPr sz="1300" b="1">
                  <a:solidFill>
                    <a:srgbClr val="000000"/>
                  </a:solidFill>
                </a:defRPr>
              </a:lvl2pPr>
              <a:lvl3pPr marL="1143000" indent="-228600">
                <a:defRPr sz="1300" b="1">
                  <a:solidFill>
                    <a:srgbClr val="000000"/>
                  </a:solidFill>
                </a:defRPr>
              </a:lvl3pPr>
              <a:lvl4pPr marL="1600200" indent="-228600">
                <a:defRPr sz="1300" b="1">
                  <a:solidFill>
                    <a:srgbClr val="000000"/>
                  </a:solidFill>
                </a:defRPr>
              </a:lvl4pPr>
              <a:lvl5pPr marL="2057400" indent="-228600">
                <a:defRPr sz="1300" b="1">
                  <a:solidFill>
                    <a:srgbClr val="000000"/>
                  </a:solidFill>
                </a:defRPr>
              </a:lvl5pPr>
              <a:lvl6pPr marL="2514600" indent="-228600" eaLnBrk="0" fontAlgn="base" hangingPunct="0">
                <a:spcBef>
                  <a:spcPct val="0"/>
                </a:spcBef>
                <a:spcAft>
                  <a:spcPct val="0"/>
                </a:spcAft>
                <a:defRPr sz="1300" b="1">
                  <a:solidFill>
                    <a:srgbClr val="000000"/>
                  </a:solidFill>
                </a:defRPr>
              </a:lvl6pPr>
              <a:lvl7pPr marL="2971800" indent="-228600" eaLnBrk="0" fontAlgn="base" hangingPunct="0">
                <a:spcBef>
                  <a:spcPct val="0"/>
                </a:spcBef>
                <a:spcAft>
                  <a:spcPct val="0"/>
                </a:spcAft>
                <a:defRPr sz="1300" b="1">
                  <a:solidFill>
                    <a:srgbClr val="000000"/>
                  </a:solidFill>
                </a:defRPr>
              </a:lvl7pPr>
              <a:lvl8pPr marL="3429000" indent="-228600" eaLnBrk="0" fontAlgn="base" hangingPunct="0">
                <a:spcBef>
                  <a:spcPct val="0"/>
                </a:spcBef>
                <a:spcAft>
                  <a:spcPct val="0"/>
                </a:spcAft>
                <a:defRPr sz="1300" b="1">
                  <a:solidFill>
                    <a:srgbClr val="000000"/>
                  </a:solidFill>
                </a:defRPr>
              </a:lvl8pPr>
              <a:lvl9pPr marL="3886200" indent="-228600" eaLnBrk="0" fontAlgn="base" hangingPunct="0">
                <a:spcBef>
                  <a:spcPct val="0"/>
                </a:spcBef>
                <a:spcAft>
                  <a:spcPct val="0"/>
                </a:spcAft>
                <a:defRPr sz="1300" b="1">
                  <a:solidFill>
                    <a:srgbClr val="000000"/>
                  </a:solidFill>
                </a:defRPr>
              </a:lvl9pPr>
            </a:lstStyle>
            <a:p>
              <a:pPr algn="ctr"/>
              <a:r>
                <a:rPr lang="en-US" altLang="zh-CN" sz="1600" dirty="0">
                  <a:solidFill>
                    <a:schemeClr val="bg1"/>
                  </a:solidFill>
                </a:rPr>
                <a:t>EVT </a:t>
              </a:r>
            </a:p>
          </p:txBody>
        </p:sp>
        <p:sp>
          <p:nvSpPr>
            <p:cNvPr id="13" name="iṡľïḋè">
              <a:extLst>
                <a:ext uri="{FF2B5EF4-FFF2-40B4-BE49-F238E27FC236}">
                  <a16:creationId xmlns:a16="http://schemas.microsoft.com/office/drawing/2014/main" xmlns="" id="{072E26CE-A1BE-44A7-A5AC-BC9B57EBCA32}"/>
                </a:ext>
              </a:extLst>
            </p:cNvPr>
            <p:cNvSpPr txBox="1"/>
            <p:nvPr/>
          </p:nvSpPr>
          <p:spPr>
            <a:xfrm>
              <a:off x="7896000" y="1137753"/>
              <a:ext cx="3615354" cy="499702"/>
            </a:xfrm>
            <a:prstGeom prst="rect">
              <a:avLst/>
            </a:prstGeom>
            <a:noFill/>
          </p:spPr>
          <p:txBody>
            <a:bodyPr wrap="none" lIns="90000" tIns="46800" rIns="90000" bIns="46800" rtlCol="0" anchor="ctr" anchorCtr="0">
              <a:normAutofit/>
            </a:bodyPr>
            <a:lstStyle/>
            <a:p>
              <a:r>
                <a:rPr lang="zh-CN" altLang="en-US" sz="1400" b="1" dirty="0">
                  <a:solidFill>
                    <a:schemeClr val="tx1">
                      <a:lumMod val="75000"/>
                      <a:lumOff val="25000"/>
                    </a:schemeClr>
                  </a:solidFill>
                </a:rPr>
                <a:t>机构测试</a:t>
              </a:r>
              <a:endParaRPr lang="en-US" altLang="zh-CN" sz="1400" b="1" dirty="0">
                <a:solidFill>
                  <a:schemeClr val="tx1">
                    <a:lumMod val="75000"/>
                    <a:lumOff val="25000"/>
                  </a:schemeClr>
                </a:solidFill>
              </a:endParaRPr>
            </a:p>
          </p:txBody>
        </p:sp>
        <p:sp>
          <p:nvSpPr>
            <p:cNvPr id="14" name="ïṡlïďê">
              <a:extLst>
                <a:ext uri="{FF2B5EF4-FFF2-40B4-BE49-F238E27FC236}">
                  <a16:creationId xmlns:a16="http://schemas.microsoft.com/office/drawing/2014/main" xmlns="" id="{8C9AEB82-F046-495B-8752-44B61C64E97C}"/>
                </a:ext>
              </a:extLst>
            </p:cNvPr>
            <p:cNvSpPr txBox="1"/>
            <p:nvPr/>
          </p:nvSpPr>
          <p:spPr>
            <a:xfrm>
              <a:off x="7895999" y="1508787"/>
              <a:ext cx="3615353" cy="661627"/>
            </a:xfrm>
            <a:prstGeom prst="rect">
              <a:avLst/>
            </a:prstGeom>
            <a:noFill/>
          </p:spPr>
          <p:txBody>
            <a:bodyPr wrap="square" lIns="90000" tIns="46800" rIns="90000" bIns="46800" rtlCol="0">
              <a:noAutofit/>
            </a:bodyPr>
            <a:lstStyle/>
            <a:p>
              <a:pPr marL="171450" indent="-171450">
                <a:lnSpc>
                  <a:spcPct val="150000"/>
                </a:lnSpc>
                <a:buFont typeface="Arial" panose="020B0604020202020204" pitchFamily="34" charset="0"/>
                <a:buChar char="•"/>
              </a:pPr>
              <a:r>
                <a:rPr lang="zh-CN" altLang="en-US" sz="1000" dirty="0">
                  <a:solidFill>
                    <a:schemeClr val="tx1">
                      <a:lumMod val="75000"/>
                      <a:lumOff val="25000"/>
                    </a:schemeClr>
                  </a:solidFill>
                </a:rPr>
                <a:t>结构试组装测试</a:t>
              </a:r>
              <a:endParaRPr lang="en-US" altLang="zh-CN" sz="1000" dirty="0">
                <a:solidFill>
                  <a:schemeClr val="tx1">
                    <a:lumMod val="75000"/>
                    <a:lumOff val="25000"/>
                  </a:schemeClr>
                </a:solidFill>
              </a:endParaRPr>
            </a:p>
            <a:p>
              <a:pPr marL="171450" indent="-171450">
                <a:lnSpc>
                  <a:spcPct val="150000"/>
                </a:lnSpc>
                <a:buFont typeface="Arial" panose="020B0604020202020204" pitchFamily="34" charset="0"/>
                <a:buChar char="•"/>
              </a:pPr>
              <a:r>
                <a:rPr lang="zh-CN" altLang="en-US" sz="1000" dirty="0">
                  <a:solidFill>
                    <a:schemeClr val="tx1">
                      <a:lumMod val="75000"/>
                      <a:lumOff val="25000"/>
                    </a:schemeClr>
                  </a:solidFill>
                </a:rPr>
                <a:t>机构外观检测，主板</a:t>
              </a:r>
              <a:r>
                <a:rPr lang="en-US" altLang="zh-CN" sz="1000" dirty="0">
                  <a:solidFill>
                    <a:schemeClr val="tx1">
                      <a:lumMod val="75000"/>
                      <a:lumOff val="25000"/>
                    </a:schemeClr>
                  </a:solidFill>
                </a:rPr>
                <a:t>&amp;</a:t>
              </a:r>
              <a:r>
                <a:rPr lang="zh-CN" altLang="en-US" sz="1000" dirty="0">
                  <a:solidFill>
                    <a:schemeClr val="tx1">
                      <a:lumMod val="75000"/>
                      <a:lumOff val="25000"/>
                    </a:schemeClr>
                  </a:solidFill>
                </a:rPr>
                <a:t>机箱丝印检查</a:t>
              </a:r>
              <a:endParaRPr lang="en-US" altLang="zh-CN" sz="1000" dirty="0">
                <a:solidFill>
                  <a:schemeClr val="tx1">
                    <a:lumMod val="75000"/>
                    <a:lumOff val="25000"/>
                  </a:schemeClr>
                </a:solidFill>
              </a:endParaRPr>
            </a:p>
          </p:txBody>
        </p:sp>
        <p:sp>
          <p:nvSpPr>
            <p:cNvPr id="15" name="îsľîḓè">
              <a:extLst>
                <a:ext uri="{FF2B5EF4-FFF2-40B4-BE49-F238E27FC236}">
                  <a16:creationId xmlns:a16="http://schemas.microsoft.com/office/drawing/2014/main" xmlns="" id="{E8EF2FD4-22D7-413A-B70B-CC0985397F6B}"/>
                </a:ext>
              </a:extLst>
            </p:cNvPr>
            <p:cNvSpPr txBox="1"/>
            <p:nvPr/>
          </p:nvSpPr>
          <p:spPr>
            <a:xfrm>
              <a:off x="7920202" y="2276872"/>
              <a:ext cx="3615354" cy="499703"/>
            </a:xfrm>
            <a:prstGeom prst="rect">
              <a:avLst/>
            </a:prstGeom>
            <a:noFill/>
          </p:spPr>
          <p:txBody>
            <a:bodyPr wrap="none" lIns="90000" tIns="46800" rIns="90000" bIns="46800" rtlCol="0" anchor="ctr" anchorCtr="0">
              <a:normAutofit/>
            </a:bodyPr>
            <a:lstStyle/>
            <a:p>
              <a:r>
                <a:rPr lang="zh-CN" altLang="en-US" sz="1400" b="1" dirty="0">
                  <a:solidFill>
                    <a:schemeClr val="tx1">
                      <a:lumMod val="75000"/>
                      <a:lumOff val="25000"/>
                    </a:schemeClr>
                  </a:solidFill>
                </a:rPr>
                <a:t>功能测试</a:t>
              </a:r>
              <a:endParaRPr lang="en-US" altLang="zh-CN" sz="1400" b="1" dirty="0">
                <a:solidFill>
                  <a:schemeClr val="tx1">
                    <a:lumMod val="75000"/>
                    <a:lumOff val="25000"/>
                  </a:schemeClr>
                </a:solidFill>
              </a:endParaRPr>
            </a:p>
          </p:txBody>
        </p:sp>
        <p:sp>
          <p:nvSpPr>
            <p:cNvPr id="16" name="ïSļíḋè">
              <a:extLst>
                <a:ext uri="{FF2B5EF4-FFF2-40B4-BE49-F238E27FC236}">
                  <a16:creationId xmlns:a16="http://schemas.microsoft.com/office/drawing/2014/main" xmlns="" id="{61078742-2936-4FD8-8F72-F645F5A91E5E}"/>
                </a:ext>
              </a:extLst>
            </p:cNvPr>
            <p:cNvSpPr txBox="1"/>
            <p:nvPr/>
          </p:nvSpPr>
          <p:spPr>
            <a:xfrm>
              <a:off x="7920202" y="2660650"/>
              <a:ext cx="3615353" cy="1539218"/>
            </a:xfrm>
            <a:prstGeom prst="rect">
              <a:avLst/>
            </a:prstGeom>
            <a:noFill/>
          </p:spPr>
          <p:txBody>
            <a:bodyPr wrap="square" lIns="90000" tIns="46800" rIns="90000" bIns="46800" rtlCol="0">
              <a:noAutofit/>
            </a:bodyPr>
            <a:lstStyle/>
            <a:p>
              <a:pPr marL="171450" indent="-171450">
                <a:lnSpc>
                  <a:spcPct val="150000"/>
                </a:lnSpc>
                <a:buFont typeface="Arial" panose="020B0604020202020204" pitchFamily="34" charset="0"/>
                <a:buChar char="•"/>
              </a:pPr>
              <a:r>
                <a:rPr lang="zh-CN" altLang="en-US" sz="900" dirty="0" smtClean="0"/>
                <a:t>主板功能测试（</a:t>
              </a:r>
              <a:r>
                <a:rPr lang="en-US" altLang="zh-CN" sz="900" dirty="0"/>
                <a:t>EVT-DVT Change List</a:t>
              </a:r>
            </a:p>
            <a:p>
              <a:pPr marL="171450" indent="-171450">
                <a:lnSpc>
                  <a:spcPct val="150000"/>
                </a:lnSpc>
                <a:buFont typeface="Arial" panose="020B0604020202020204" pitchFamily="34" charset="0"/>
                <a:buChar char="•"/>
              </a:pPr>
              <a:r>
                <a:rPr lang="zh-CN" altLang="en-US" sz="900" dirty="0"/>
                <a:t>中涉及的方案修改验证）；</a:t>
              </a:r>
              <a:endParaRPr lang="en-US" altLang="zh-CN" sz="900" dirty="0"/>
            </a:p>
            <a:p>
              <a:pPr marL="171450" indent="-171450">
                <a:lnSpc>
                  <a:spcPct val="150000"/>
                </a:lnSpc>
                <a:buFont typeface="Arial" panose="020B0604020202020204" pitchFamily="34" charset="0"/>
                <a:buChar char="•"/>
              </a:pPr>
              <a:r>
                <a:rPr lang="en-US" altLang="zh-CN" sz="900" dirty="0" smtClean="0">
                  <a:solidFill>
                    <a:srgbClr val="3333CC"/>
                  </a:solidFill>
                </a:rPr>
                <a:t>MIX</a:t>
              </a:r>
              <a:r>
                <a:rPr lang="zh-CN" altLang="en-US" sz="900" dirty="0" smtClean="0">
                  <a:solidFill>
                    <a:srgbClr val="3333CC"/>
                  </a:solidFill>
                </a:rPr>
                <a:t>性能测试；</a:t>
              </a:r>
              <a:endParaRPr lang="en-US" altLang="zh-CN" sz="900" dirty="0">
                <a:solidFill>
                  <a:srgbClr val="3333CC"/>
                </a:solidFill>
              </a:endParaRPr>
            </a:p>
            <a:p>
              <a:pPr marL="171450" indent="-171450">
                <a:lnSpc>
                  <a:spcPct val="150000"/>
                </a:lnSpc>
                <a:buFont typeface="Arial" panose="020B0604020202020204" pitchFamily="34" charset="0"/>
                <a:buChar char="•"/>
              </a:pPr>
              <a:r>
                <a:rPr lang="zh-CN" altLang="en-US" sz="900" dirty="0">
                  <a:solidFill>
                    <a:srgbClr val="3333CC"/>
                  </a:solidFill>
                </a:rPr>
                <a:t>兼容性测试（</a:t>
              </a:r>
              <a:r>
                <a:rPr lang="en-US" altLang="zh-CN" sz="900" dirty="0" smtClean="0">
                  <a:solidFill>
                    <a:srgbClr val="3333CC"/>
                  </a:solidFill>
                </a:rPr>
                <a:t>OS) </a:t>
              </a:r>
              <a:r>
                <a:rPr lang="zh-CN" altLang="en-US" sz="900" dirty="0">
                  <a:solidFill>
                    <a:srgbClr val="3333CC"/>
                  </a:solidFill>
                </a:rPr>
                <a:t>根据产品经理提供的操作系统兼容性及</a:t>
              </a:r>
              <a:r>
                <a:rPr lang="en-US" altLang="zh-CN" sz="900" dirty="0">
                  <a:solidFill>
                    <a:srgbClr val="3333CC"/>
                  </a:solidFill>
                </a:rPr>
                <a:t>raid</a:t>
              </a:r>
              <a:r>
                <a:rPr lang="zh-CN" altLang="en-US" sz="900" dirty="0">
                  <a:solidFill>
                    <a:srgbClr val="3333CC"/>
                  </a:solidFill>
                </a:rPr>
                <a:t>卡种类决定测试周期；</a:t>
              </a:r>
              <a:endParaRPr lang="en-US" altLang="zh-CN" sz="900" dirty="0">
                <a:solidFill>
                  <a:srgbClr val="3333CC"/>
                </a:solidFill>
              </a:endParaRPr>
            </a:p>
          </p:txBody>
        </p:sp>
        <p:sp>
          <p:nvSpPr>
            <p:cNvPr id="17" name="î$ļiďe">
              <a:extLst>
                <a:ext uri="{FF2B5EF4-FFF2-40B4-BE49-F238E27FC236}">
                  <a16:creationId xmlns:a16="http://schemas.microsoft.com/office/drawing/2014/main" xmlns="" id="{27C359B4-3555-44EF-962F-E402516F95BE}"/>
                </a:ext>
              </a:extLst>
            </p:cNvPr>
            <p:cNvSpPr txBox="1"/>
            <p:nvPr/>
          </p:nvSpPr>
          <p:spPr>
            <a:xfrm>
              <a:off x="7920202" y="4197085"/>
              <a:ext cx="3615354" cy="499703"/>
            </a:xfrm>
            <a:prstGeom prst="rect">
              <a:avLst/>
            </a:prstGeom>
            <a:noFill/>
          </p:spPr>
          <p:txBody>
            <a:bodyPr wrap="none" lIns="90000" tIns="46800" rIns="90000" bIns="46800" rtlCol="0" anchor="ctr" anchorCtr="0">
              <a:normAutofit/>
            </a:bodyPr>
            <a:lstStyle/>
            <a:p>
              <a:r>
                <a:rPr lang="zh-CN" altLang="en-US" sz="1400" b="1" dirty="0">
                  <a:solidFill>
                    <a:schemeClr val="tx1">
                      <a:lumMod val="75000"/>
                      <a:lumOff val="25000"/>
                    </a:schemeClr>
                  </a:solidFill>
                </a:rPr>
                <a:t>压力测试</a:t>
              </a:r>
              <a:endParaRPr lang="en-US" altLang="zh-CN" sz="1400" b="1" dirty="0">
                <a:solidFill>
                  <a:schemeClr val="tx1">
                    <a:lumMod val="75000"/>
                    <a:lumOff val="25000"/>
                  </a:schemeClr>
                </a:solidFill>
              </a:endParaRPr>
            </a:p>
          </p:txBody>
        </p:sp>
        <p:sp>
          <p:nvSpPr>
            <p:cNvPr id="18" name="iśļíḑé">
              <a:extLst>
                <a:ext uri="{FF2B5EF4-FFF2-40B4-BE49-F238E27FC236}">
                  <a16:creationId xmlns:a16="http://schemas.microsoft.com/office/drawing/2014/main" xmlns="" id="{B2E8D94D-341F-4FAE-942C-46271B8E417E}"/>
                </a:ext>
              </a:extLst>
            </p:cNvPr>
            <p:cNvSpPr txBox="1"/>
            <p:nvPr/>
          </p:nvSpPr>
          <p:spPr>
            <a:xfrm>
              <a:off x="8016213" y="4688624"/>
              <a:ext cx="3615353" cy="942700"/>
            </a:xfrm>
            <a:prstGeom prst="rect">
              <a:avLst/>
            </a:prstGeom>
            <a:noFill/>
          </p:spPr>
          <p:txBody>
            <a:bodyPr wrap="square" lIns="90000" tIns="46800" rIns="90000" bIns="46800" rtlCol="0">
              <a:noAutofit/>
            </a:bodyPr>
            <a:lstStyle/>
            <a:p>
              <a:pPr marL="171450" indent="-171450">
                <a:lnSpc>
                  <a:spcPct val="150000"/>
                </a:lnSpc>
                <a:buFont typeface="Arial" panose="020B0604020202020204" pitchFamily="34" charset="0"/>
                <a:buChar char="•"/>
              </a:pPr>
              <a:r>
                <a:rPr lang="zh-CN" altLang="en-US" sz="900" dirty="0" smtClean="0">
                  <a:solidFill>
                    <a:srgbClr val="3333CC"/>
                  </a:solidFill>
                </a:rPr>
                <a:t>针对</a:t>
              </a:r>
              <a:r>
                <a:rPr lang="en-US" altLang="zh-CN" sz="900" dirty="0" smtClean="0">
                  <a:solidFill>
                    <a:srgbClr val="3333CC"/>
                  </a:solidFill>
                </a:rPr>
                <a:t>B01</a:t>
              </a:r>
              <a:r>
                <a:rPr lang="zh-CN" altLang="en-US" sz="900" dirty="0" smtClean="0">
                  <a:solidFill>
                    <a:srgbClr val="3333CC"/>
                  </a:solidFill>
                </a:rPr>
                <a:t>主板，对各配置下的部件压力测试</a:t>
              </a:r>
              <a:endParaRPr lang="en-US" altLang="zh-CN" sz="900" dirty="0">
                <a:solidFill>
                  <a:srgbClr val="3333CC"/>
                </a:solidFill>
              </a:endParaRPr>
            </a:p>
            <a:p>
              <a:pPr marL="171450" indent="-171450">
                <a:lnSpc>
                  <a:spcPct val="150000"/>
                </a:lnSpc>
                <a:buFont typeface="Arial" panose="020B0604020202020204" pitchFamily="34" charset="0"/>
                <a:buChar char="•"/>
              </a:pPr>
              <a:r>
                <a:rPr lang="zh-CN" altLang="en-US" sz="900" dirty="0" smtClean="0"/>
                <a:t>打</a:t>
              </a:r>
              <a:r>
                <a:rPr lang="zh-CN" altLang="en-US" sz="900" dirty="0"/>
                <a:t>流</a:t>
              </a:r>
              <a:r>
                <a:rPr lang="zh-CN" altLang="en-US" sz="900" dirty="0" smtClean="0"/>
                <a:t>测试（针对网卡）</a:t>
              </a:r>
              <a:endParaRPr lang="en-US" altLang="zh-CN" sz="900" dirty="0"/>
            </a:p>
          </p:txBody>
        </p:sp>
        <p:sp>
          <p:nvSpPr>
            <p:cNvPr id="19" name="íśliḋè">
              <a:extLst>
                <a:ext uri="{FF2B5EF4-FFF2-40B4-BE49-F238E27FC236}">
                  <a16:creationId xmlns:a16="http://schemas.microsoft.com/office/drawing/2014/main" xmlns="" id="{B428A97F-54DC-45B4-BFF0-68F8916DAF84}"/>
                </a:ext>
              </a:extLst>
            </p:cNvPr>
            <p:cNvSpPr txBox="1"/>
            <p:nvPr/>
          </p:nvSpPr>
          <p:spPr>
            <a:xfrm>
              <a:off x="7947486" y="5448007"/>
              <a:ext cx="3615354" cy="499703"/>
            </a:xfrm>
            <a:prstGeom prst="rect">
              <a:avLst/>
            </a:prstGeom>
            <a:noFill/>
          </p:spPr>
          <p:txBody>
            <a:bodyPr wrap="none" lIns="90000" tIns="46800" rIns="90000" bIns="46800" rtlCol="0" anchor="ctr" anchorCtr="0">
              <a:normAutofit/>
            </a:bodyPr>
            <a:lstStyle/>
            <a:p>
              <a:r>
                <a:rPr lang="zh-CN" altLang="en-US" sz="1400" b="1" dirty="0">
                  <a:solidFill>
                    <a:schemeClr val="tx1">
                      <a:lumMod val="75000"/>
                      <a:lumOff val="25000"/>
                    </a:schemeClr>
                  </a:solidFill>
                </a:rPr>
                <a:t>软件测试</a:t>
              </a:r>
              <a:endParaRPr lang="en-US" altLang="zh-CN" sz="1400" b="1" dirty="0">
                <a:solidFill>
                  <a:schemeClr val="tx1">
                    <a:lumMod val="75000"/>
                    <a:lumOff val="25000"/>
                  </a:schemeClr>
                </a:solidFill>
              </a:endParaRPr>
            </a:p>
          </p:txBody>
        </p:sp>
        <p:sp>
          <p:nvSpPr>
            <p:cNvPr id="20" name="ïś1íďe">
              <a:extLst>
                <a:ext uri="{FF2B5EF4-FFF2-40B4-BE49-F238E27FC236}">
                  <a16:creationId xmlns:a16="http://schemas.microsoft.com/office/drawing/2014/main" xmlns="" id="{9E8D5115-FA00-4C53-80A0-38D1C54D71FF}"/>
                </a:ext>
              </a:extLst>
            </p:cNvPr>
            <p:cNvSpPr txBox="1"/>
            <p:nvPr/>
          </p:nvSpPr>
          <p:spPr>
            <a:xfrm>
              <a:off x="7947486" y="5736039"/>
              <a:ext cx="3615353" cy="661627"/>
            </a:xfrm>
            <a:prstGeom prst="rect">
              <a:avLst/>
            </a:prstGeom>
            <a:noFill/>
          </p:spPr>
          <p:txBody>
            <a:bodyPr wrap="square" lIns="90000" tIns="46800" rIns="90000" bIns="46800" rtlCol="0">
              <a:normAutofit fontScale="92500" lnSpcReduction="10000"/>
            </a:bodyPr>
            <a:lstStyle/>
            <a:p>
              <a:pPr marL="171450" indent="-171450">
                <a:lnSpc>
                  <a:spcPct val="150000"/>
                </a:lnSpc>
                <a:buFont typeface="Arial" panose="020B0604020202020204" pitchFamily="34" charset="0"/>
                <a:buChar char="•"/>
              </a:pPr>
              <a:r>
                <a:rPr lang="zh-CN" altLang="en-US" sz="1000" dirty="0"/>
                <a:t>根据迭代功能，与硬件相关的功能优先测试；</a:t>
              </a:r>
              <a:endParaRPr lang="en-US" altLang="zh-CN" sz="1000" dirty="0"/>
            </a:p>
            <a:p>
              <a:pPr marL="171450" indent="-171450">
                <a:lnSpc>
                  <a:spcPct val="150000"/>
                </a:lnSpc>
                <a:buFont typeface="Arial" panose="020B0604020202020204" pitchFamily="34" charset="0"/>
                <a:buChar char="•"/>
              </a:pPr>
              <a:r>
                <a:rPr lang="zh-CN" altLang="en-US" sz="1000" dirty="0">
                  <a:solidFill>
                    <a:srgbClr val="3333CC"/>
                  </a:solidFill>
                </a:rPr>
                <a:t>全功能测试；</a:t>
              </a:r>
              <a:endParaRPr lang="en-US" altLang="zh-CN" sz="1000" dirty="0">
                <a:solidFill>
                  <a:srgbClr val="3333CC"/>
                </a:solidFill>
              </a:endParaRPr>
            </a:p>
          </p:txBody>
        </p:sp>
        <p:grpSp>
          <p:nvGrpSpPr>
            <p:cNvPr id="21" name="îṩļiḋê">
              <a:extLst>
                <a:ext uri="{FF2B5EF4-FFF2-40B4-BE49-F238E27FC236}">
                  <a16:creationId xmlns:a16="http://schemas.microsoft.com/office/drawing/2014/main" xmlns="" id="{D34A8CD3-D6C9-4E23-97A2-E262BCCF5DAF}"/>
                </a:ext>
              </a:extLst>
            </p:cNvPr>
            <p:cNvGrpSpPr/>
            <p:nvPr/>
          </p:nvGrpSpPr>
          <p:grpSpPr>
            <a:xfrm>
              <a:off x="8016212" y="2180861"/>
              <a:ext cx="3520173" cy="3267146"/>
              <a:chOff x="8015921" y="2180861"/>
              <a:chExt cx="3583320" cy="3267146"/>
            </a:xfrm>
          </p:grpSpPr>
          <p:cxnSp>
            <p:nvCxnSpPr>
              <p:cNvPr id="42" name="直接连接符 41">
                <a:extLst>
                  <a:ext uri="{FF2B5EF4-FFF2-40B4-BE49-F238E27FC236}">
                    <a16:creationId xmlns:a16="http://schemas.microsoft.com/office/drawing/2014/main" xmlns="" id="{7B3053C6-5536-4471-9651-6CBDCE1599FB}"/>
                  </a:ext>
                </a:extLst>
              </p:cNvPr>
              <p:cNvCxnSpPr>
                <a:cxnSpLocks/>
              </p:cNvCxnSpPr>
              <p:nvPr/>
            </p:nvCxnSpPr>
            <p:spPr>
              <a:xfrm>
                <a:off x="8032360" y="2180861"/>
                <a:ext cx="3555547" cy="0"/>
              </a:xfrm>
              <a:prstGeom prst="line">
                <a:avLst/>
              </a:prstGeom>
              <a:ln w="3175" cap="rnd">
                <a:solidFill>
                  <a:schemeClr val="bg1">
                    <a:lumMod val="75000"/>
                  </a:schemeClr>
                </a:solidFill>
                <a:round/>
                <a:headEnd type="none"/>
                <a:tailEnd type="none" w="med" len="med"/>
              </a:ln>
            </p:spPr>
            <p:style>
              <a:lnRef idx="1">
                <a:schemeClr val="accent1"/>
              </a:lnRef>
              <a:fillRef idx="0">
                <a:schemeClr val="accent1"/>
              </a:fillRef>
              <a:effectRef idx="0">
                <a:schemeClr val="accent1"/>
              </a:effectRef>
              <a:fontRef idx="minor">
                <a:schemeClr val="tx1"/>
              </a:fontRef>
            </p:style>
          </p:cxnSp>
          <p:cxnSp>
            <p:nvCxnSpPr>
              <p:cNvPr id="43" name="直接连接符 42">
                <a:extLst>
                  <a:ext uri="{FF2B5EF4-FFF2-40B4-BE49-F238E27FC236}">
                    <a16:creationId xmlns:a16="http://schemas.microsoft.com/office/drawing/2014/main" xmlns="" id="{702089A7-F325-4B27-9619-01F397663A9E}"/>
                  </a:ext>
                </a:extLst>
              </p:cNvPr>
              <p:cNvCxnSpPr>
                <a:cxnSpLocks/>
              </p:cNvCxnSpPr>
              <p:nvPr/>
            </p:nvCxnSpPr>
            <p:spPr>
              <a:xfrm>
                <a:off x="8015921" y="4197085"/>
                <a:ext cx="3555547" cy="0"/>
              </a:xfrm>
              <a:prstGeom prst="line">
                <a:avLst/>
              </a:prstGeom>
              <a:ln w="3175" cap="rnd">
                <a:solidFill>
                  <a:schemeClr val="bg1">
                    <a:lumMod val="75000"/>
                  </a:schemeClr>
                </a:solidFill>
                <a:round/>
                <a:headEnd type="none"/>
                <a:tailEnd type="none" w="med" len="med"/>
              </a:ln>
            </p:spPr>
            <p:style>
              <a:lnRef idx="1">
                <a:schemeClr val="accent1"/>
              </a:lnRef>
              <a:fillRef idx="0">
                <a:schemeClr val="accent1"/>
              </a:fillRef>
              <a:effectRef idx="0">
                <a:schemeClr val="accent1"/>
              </a:effectRef>
              <a:fontRef idx="minor">
                <a:schemeClr val="tx1"/>
              </a:fontRef>
            </p:style>
          </p:cxnSp>
          <p:cxnSp>
            <p:nvCxnSpPr>
              <p:cNvPr id="44" name="直接连接符 43">
                <a:extLst>
                  <a:ext uri="{FF2B5EF4-FFF2-40B4-BE49-F238E27FC236}">
                    <a16:creationId xmlns:a16="http://schemas.microsoft.com/office/drawing/2014/main" xmlns="" id="{1DB86011-5454-4F99-9A3B-66603C33FDE4}"/>
                  </a:ext>
                </a:extLst>
              </p:cNvPr>
              <p:cNvCxnSpPr>
                <a:cxnSpLocks/>
              </p:cNvCxnSpPr>
              <p:nvPr/>
            </p:nvCxnSpPr>
            <p:spPr>
              <a:xfrm>
                <a:off x="8043694" y="5448007"/>
                <a:ext cx="3555547" cy="0"/>
              </a:xfrm>
              <a:prstGeom prst="line">
                <a:avLst/>
              </a:prstGeom>
              <a:ln w="3175" cap="rnd">
                <a:solidFill>
                  <a:schemeClr val="bg1">
                    <a:lumMod val="75000"/>
                  </a:schemeClr>
                </a:solidFill>
                <a:round/>
                <a:headEnd type="none"/>
                <a:tailEnd type="none" w="med" len="med"/>
              </a:ln>
            </p:spPr>
            <p:style>
              <a:lnRef idx="1">
                <a:schemeClr val="accent1"/>
              </a:lnRef>
              <a:fillRef idx="0">
                <a:schemeClr val="accent1"/>
              </a:fillRef>
              <a:effectRef idx="0">
                <a:schemeClr val="accent1"/>
              </a:effectRef>
              <a:fontRef idx="minor">
                <a:schemeClr val="tx1"/>
              </a:fontRef>
            </p:style>
          </p:cxnSp>
        </p:grpSp>
        <p:sp>
          <p:nvSpPr>
            <p:cNvPr id="22" name="íşlíḓè">
              <a:extLst>
                <a:ext uri="{FF2B5EF4-FFF2-40B4-BE49-F238E27FC236}">
                  <a16:creationId xmlns:a16="http://schemas.microsoft.com/office/drawing/2014/main" xmlns="" id="{BBAEA075-938A-41C5-A12D-35B9A70132F2}"/>
                </a:ext>
              </a:extLst>
            </p:cNvPr>
            <p:cNvSpPr txBox="1"/>
            <p:nvPr/>
          </p:nvSpPr>
          <p:spPr>
            <a:xfrm>
              <a:off x="665389" y="1137753"/>
              <a:ext cx="3615354" cy="499702"/>
            </a:xfrm>
            <a:prstGeom prst="rect">
              <a:avLst/>
            </a:prstGeom>
            <a:noFill/>
          </p:spPr>
          <p:txBody>
            <a:bodyPr wrap="none" lIns="90000" tIns="46800" rIns="90000" bIns="46800" rtlCol="0" anchor="ctr" anchorCtr="0">
              <a:normAutofit/>
            </a:bodyPr>
            <a:lstStyle/>
            <a:p>
              <a:r>
                <a:rPr lang="zh-CN" altLang="en-US" sz="1400" b="1" dirty="0">
                  <a:solidFill>
                    <a:schemeClr val="tx1">
                      <a:lumMod val="75000"/>
                      <a:lumOff val="25000"/>
                    </a:schemeClr>
                  </a:solidFill>
                </a:rPr>
                <a:t>机构测试</a:t>
              </a:r>
              <a:endParaRPr lang="en-US" altLang="zh-CN" sz="1400" b="1" dirty="0">
                <a:solidFill>
                  <a:schemeClr val="tx1">
                    <a:lumMod val="75000"/>
                    <a:lumOff val="25000"/>
                  </a:schemeClr>
                </a:solidFill>
              </a:endParaRPr>
            </a:p>
          </p:txBody>
        </p:sp>
        <p:sp>
          <p:nvSpPr>
            <p:cNvPr id="23" name="iṣ1ïḋe">
              <a:extLst>
                <a:ext uri="{FF2B5EF4-FFF2-40B4-BE49-F238E27FC236}">
                  <a16:creationId xmlns:a16="http://schemas.microsoft.com/office/drawing/2014/main" xmlns="" id="{3ACB1AAD-A50D-44D9-8A8C-92258769956B}"/>
                </a:ext>
              </a:extLst>
            </p:cNvPr>
            <p:cNvSpPr txBox="1"/>
            <p:nvPr/>
          </p:nvSpPr>
          <p:spPr>
            <a:xfrm>
              <a:off x="665389" y="1519235"/>
              <a:ext cx="3615353" cy="661627"/>
            </a:xfrm>
            <a:prstGeom prst="rect">
              <a:avLst/>
            </a:prstGeom>
            <a:noFill/>
          </p:spPr>
          <p:txBody>
            <a:bodyPr wrap="square" lIns="90000" tIns="46800" rIns="90000" bIns="46800" rtlCol="0">
              <a:noAutofit/>
            </a:bodyPr>
            <a:lstStyle/>
            <a:p>
              <a:pPr marL="171450" indent="-171450">
                <a:lnSpc>
                  <a:spcPct val="150000"/>
                </a:lnSpc>
                <a:buFont typeface="Arial" panose="020B0604020202020204" pitchFamily="34" charset="0"/>
                <a:buChar char="•"/>
              </a:pPr>
              <a:r>
                <a:rPr lang="zh-CN" altLang="en-US" sz="1000" dirty="0">
                  <a:solidFill>
                    <a:schemeClr val="tx1">
                      <a:lumMod val="75000"/>
                      <a:lumOff val="25000"/>
                    </a:schemeClr>
                  </a:solidFill>
                </a:rPr>
                <a:t>结构试组装测试；</a:t>
              </a:r>
              <a:endParaRPr lang="en-US" altLang="zh-CN" sz="1000" dirty="0">
                <a:solidFill>
                  <a:schemeClr val="tx1">
                    <a:lumMod val="75000"/>
                    <a:lumOff val="25000"/>
                  </a:schemeClr>
                </a:solidFill>
              </a:endParaRPr>
            </a:p>
            <a:p>
              <a:pPr marL="171450" indent="-171450">
                <a:lnSpc>
                  <a:spcPct val="150000"/>
                </a:lnSpc>
                <a:buFont typeface="Arial" panose="020B0604020202020204" pitchFamily="34" charset="0"/>
                <a:buChar char="•"/>
              </a:pPr>
              <a:r>
                <a:rPr lang="zh-CN" altLang="en-US" sz="1000" dirty="0">
                  <a:solidFill>
                    <a:schemeClr val="tx1">
                      <a:lumMod val="75000"/>
                      <a:lumOff val="25000"/>
                    </a:schemeClr>
                  </a:solidFill>
                </a:rPr>
                <a:t>机构外观检测，主板</a:t>
              </a:r>
              <a:r>
                <a:rPr lang="en-US" altLang="zh-CN" sz="1000" dirty="0">
                  <a:solidFill>
                    <a:schemeClr val="tx1">
                      <a:lumMod val="75000"/>
                      <a:lumOff val="25000"/>
                    </a:schemeClr>
                  </a:solidFill>
                </a:rPr>
                <a:t>&amp;</a:t>
              </a:r>
              <a:r>
                <a:rPr lang="zh-CN" altLang="en-US" sz="1000" dirty="0">
                  <a:solidFill>
                    <a:schemeClr val="tx1">
                      <a:lumMod val="75000"/>
                      <a:lumOff val="25000"/>
                    </a:schemeClr>
                  </a:solidFill>
                </a:rPr>
                <a:t>机箱丝印检查；</a:t>
              </a:r>
              <a:endParaRPr lang="en-US" altLang="zh-CN" sz="1000" dirty="0">
                <a:solidFill>
                  <a:schemeClr val="tx1">
                    <a:lumMod val="75000"/>
                    <a:lumOff val="25000"/>
                  </a:schemeClr>
                </a:solidFill>
              </a:endParaRPr>
            </a:p>
          </p:txBody>
        </p:sp>
        <p:sp>
          <p:nvSpPr>
            <p:cNvPr id="24" name="ïṧľiḓé">
              <a:extLst>
                <a:ext uri="{FF2B5EF4-FFF2-40B4-BE49-F238E27FC236}">
                  <a16:creationId xmlns:a16="http://schemas.microsoft.com/office/drawing/2014/main" xmlns="" id="{7234598E-7D4D-4FE4-915E-D43290137316}"/>
                </a:ext>
              </a:extLst>
            </p:cNvPr>
            <p:cNvSpPr txBox="1"/>
            <p:nvPr/>
          </p:nvSpPr>
          <p:spPr>
            <a:xfrm>
              <a:off x="665389" y="2276872"/>
              <a:ext cx="3615354" cy="499703"/>
            </a:xfrm>
            <a:prstGeom prst="rect">
              <a:avLst/>
            </a:prstGeom>
            <a:noFill/>
          </p:spPr>
          <p:txBody>
            <a:bodyPr wrap="none" lIns="90000" tIns="46800" rIns="90000" bIns="46800" rtlCol="0" anchor="ctr" anchorCtr="0">
              <a:normAutofit/>
            </a:bodyPr>
            <a:lstStyle/>
            <a:p>
              <a:r>
                <a:rPr lang="zh-CN" altLang="en-US" sz="1400" b="1" dirty="0">
                  <a:solidFill>
                    <a:schemeClr val="tx1">
                      <a:lumMod val="75000"/>
                      <a:lumOff val="25000"/>
                    </a:schemeClr>
                  </a:solidFill>
                </a:rPr>
                <a:t>功能测试</a:t>
              </a:r>
              <a:endParaRPr lang="en-US" altLang="zh-CN" sz="1400" b="1" dirty="0">
                <a:solidFill>
                  <a:schemeClr val="tx1">
                    <a:lumMod val="75000"/>
                    <a:lumOff val="25000"/>
                  </a:schemeClr>
                </a:solidFill>
              </a:endParaRPr>
            </a:p>
          </p:txBody>
        </p:sp>
        <p:sp>
          <p:nvSpPr>
            <p:cNvPr id="25" name="iṡļîḋé">
              <a:extLst>
                <a:ext uri="{FF2B5EF4-FFF2-40B4-BE49-F238E27FC236}">
                  <a16:creationId xmlns:a16="http://schemas.microsoft.com/office/drawing/2014/main" xmlns="" id="{C5E3C547-2CC3-425F-BD43-214D24057DE4}"/>
                </a:ext>
              </a:extLst>
            </p:cNvPr>
            <p:cNvSpPr txBox="1"/>
            <p:nvPr/>
          </p:nvSpPr>
          <p:spPr>
            <a:xfrm>
              <a:off x="665390" y="2617136"/>
              <a:ext cx="3888494" cy="1395102"/>
            </a:xfrm>
            <a:prstGeom prst="rect">
              <a:avLst/>
            </a:prstGeom>
            <a:noFill/>
          </p:spPr>
          <p:txBody>
            <a:bodyPr wrap="square" lIns="90000" tIns="46800" rIns="90000" bIns="46800" rtlCol="0">
              <a:noAutofit/>
            </a:bodyPr>
            <a:lstStyle/>
            <a:p>
              <a:pPr marL="171450" indent="-171450">
                <a:lnSpc>
                  <a:spcPct val="150000"/>
                </a:lnSpc>
                <a:buFont typeface="Arial" panose="020B0604020202020204" pitchFamily="34" charset="0"/>
                <a:buChar char="•"/>
              </a:pPr>
              <a:r>
                <a:rPr lang="zh-CN" altLang="en-US" sz="900" dirty="0">
                  <a:solidFill>
                    <a:schemeClr val="tx1">
                      <a:lumMod val="75000"/>
                      <a:lumOff val="25000"/>
                    </a:schemeClr>
                  </a:solidFill>
                </a:rPr>
                <a:t>主板功能测试（数据链路</a:t>
              </a:r>
              <a:r>
                <a:rPr lang="en-US" altLang="zh-CN" sz="900" dirty="0">
                  <a:solidFill>
                    <a:schemeClr val="tx1">
                      <a:lumMod val="75000"/>
                      <a:lumOff val="25000"/>
                    </a:schemeClr>
                  </a:solidFill>
                </a:rPr>
                <a:t>/</a:t>
              </a:r>
              <a:r>
                <a:rPr lang="zh-CN" altLang="en-US" sz="900" dirty="0">
                  <a:solidFill>
                    <a:schemeClr val="tx1">
                      <a:lumMod val="75000"/>
                      <a:lumOff val="25000"/>
                    </a:schemeClr>
                  </a:solidFill>
                </a:rPr>
                <a:t>相关硬件设置的跳帽和开关</a:t>
              </a:r>
              <a:r>
                <a:rPr lang="en-US" altLang="zh-CN" sz="900" dirty="0">
                  <a:solidFill>
                    <a:schemeClr val="tx1">
                      <a:lumMod val="75000"/>
                      <a:lumOff val="25000"/>
                    </a:schemeClr>
                  </a:solidFill>
                </a:rPr>
                <a:t>/LED/Port/Slot</a:t>
              </a:r>
              <a:r>
                <a:rPr lang="zh-CN" altLang="en-US" sz="900" dirty="0">
                  <a:solidFill>
                    <a:schemeClr val="tx1">
                      <a:lumMod val="75000"/>
                      <a:lumOff val="25000"/>
                    </a:schemeClr>
                  </a:solidFill>
                </a:rPr>
                <a:t>；</a:t>
              </a:r>
              <a:endParaRPr lang="en-US" altLang="zh-CN" sz="900" dirty="0">
                <a:solidFill>
                  <a:schemeClr val="tx1">
                    <a:lumMod val="75000"/>
                    <a:lumOff val="25000"/>
                  </a:schemeClr>
                </a:solidFill>
              </a:endParaRPr>
            </a:p>
            <a:p>
              <a:pPr marL="171450" indent="-171450">
                <a:lnSpc>
                  <a:spcPct val="150000"/>
                </a:lnSpc>
                <a:buFont typeface="Arial" panose="020B0604020202020204" pitchFamily="34" charset="0"/>
                <a:buChar char="•"/>
              </a:pPr>
              <a:r>
                <a:rPr lang="zh-CN" altLang="en-US" sz="900" dirty="0">
                  <a:solidFill>
                    <a:schemeClr val="tx1">
                      <a:lumMod val="75000"/>
                      <a:lumOff val="25000"/>
                    </a:schemeClr>
                  </a:solidFill>
                </a:rPr>
                <a:t>自研板</a:t>
              </a:r>
              <a:r>
                <a:rPr lang="zh-CN" altLang="en-US" sz="900" dirty="0" smtClean="0">
                  <a:solidFill>
                    <a:schemeClr val="tx1">
                      <a:lumMod val="75000"/>
                      <a:lumOff val="25000"/>
                    </a:schemeClr>
                  </a:solidFill>
                </a:rPr>
                <a:t>卡功能测试</a:t>
              </a:r>
              <a:r>
                <a:rPr lang="zh-CN" altLang="en-US" sz="900" dirty="0">
                  <a:solidFill>
                    <a:schemeClr val="tx1">
                      <a:lumMod val="75000"/>
                      <a:lumOff val="25000"/>
                    </a:schemeClr>
                  </a:solidFill>
                </a:rPr>
                <a:t>（硬盘背板，</a:t>
              </a:r>
              <a:r>
                <a:rPr lang="en-US" altLang="zh-CN" sz="900" dirty="0">
                  <a:solidFill>
                    <a:schemeClr val="tx1">
                      <a:lumMod val="75000"/>
                      <a:lumOff val="25000"/>
                    </a:schemeClr>
                  </a:solidFill>
                </a:rPr>
                <a:t>PCIE riser</a:t>
              </a:r>
              <a:r>
                <a:rPr lang="zh-CN" altLang="en-US" sz="900" dirty="0">
                  <a:solidFill>
                    <a:schemeClr val="tx1">
                      <a:lumMod val="75000"/>
                      <a:lumOff val="25000"/>
                    </a:schemeClr>
                  </a:solidFill>
                </a:rPr>
                <a:t>卡等）；</a:t>
              </a:r>
              <a:endParaRPr lang="en-US" altLang="zh-CN" sz="900" dirty="0">
                <a:solidFill>
                  <a:schemeClr val="tx1">
                    <a:lumMod val="75000"/>
                    <a:lumOff val="25000"/>
                  </a:schemeClr>
                </a:solidFill>
              </a:endParaRPr>
            </a:p>
            <a:p>
              <a:pPr marL="171450" indent="-171450">
                <a:lnSpc>
                  <a:spcPct val="150000"/>
                </a:lnSpc>
                <a:buFont typeface="Arial" panose="020B0604020202020204" pitchFamily="34" charset="0"/>
                <a:buChar char="•"/>
              </a:pPr>
              <a:r>
                <a:rPr lang="en-US" altLang="zh-CN" sz="900" dirty="0" smtClean="0">
                  <a:solidFill>
                    <a:schemeClr val="tx1">
                      <a:lumMod val="75000"/>
                      <a:lumOff val="25000"/>
                    </a:schemeClr>
                  </a:solidFill>
                </a:rPr>
                <a:t>MAX</a:t>
              </a:r>
              <a:r>
                <a:rPr lang="zh-CN" altLang="en-US" sz="900" dirty="0" smtClean="0">
                  <a:solidFill>
                    <a:schemeClr val="tx1">
                      <a:lumMod val="75000"/>
                      <a:lumOff val="25000"/>
                    </a:schemeClr>
                  </a:solidFill>
                </a:rPr>
                <a:t>性能</a:t>
              </a:r>
              <a:r>
                <a:rPr lang="zh-CN" altLang="en-US" sz="900" dirty="0">
                  <a:solidFill>
                    <a:schemeClr val="tx1">
                      <a:lumMod val="75000"/>
                      <a:lumOff val="25000"/>
                    </a:schemeClr>
                  </a:solidFill>
                </a:rPr>
                <a:t>测试（主要验证</a:t>
              </a:r>
              <a:r>
                <a:rPr lang="en-US" altLang="zh-CN" sz="900" dirty="0" smtClean="0">
                  <a:solidFill>
                    <a:schemeClr val="tx1">
                      <a:lumMod val="75000"/>
                      <a:lumOff val="25000"/>
                    </a:schemeClr>
                  </a:solidFill>
                </a:rPr>
                <a:t>USB</a:t>
              </a:r>
              <a:r>
                <a:rPr lang="zh-CN" altLang="en-US" sz="900" dirty="0" smtClean="0">
                  <a:solidFill>
                    <a:schemeClr val="tx1">
                      <a:lumMod val="75000"/>
                      <a:lumOff val="25000"/>
                    </a:schemeClr>
                  </a:solidFill>
                </a:rPr>
                <a:t>，</a:t>
              </a:r>
              <a:r>
                <a:rPr lang="zh-CN" altLang="en-US" sz="900" dirty="0">
                  <a:solidFill>
                    <a:schemeClr val="tx1">
                      <a:lumMod val="75000"/>
                      <a:lumOff val="25000"/>
                    </a:schemeClr>
                  </a:solidFill>
                </a:rPr>
                <a:t>板载接口，</a:t>
              </a:r>
              <a:r>
                <a:rPr lang="en-US" altLang="zh-CN" sz="900" dirty="0" err="1">
                  <a:solidFill>
                    <a:schemeClr val="tx1">
                      <a:lumMod val="75000"/>
                      <a:lumOff val="25000"/>
                    </a:schemeClr>
                  </a:solidFill>
                </a:rPr>
                <a:t>PCIe</a:t>
              </a:r>
              <a:r>
                <a:rPr lang="zh-CN" altLang="en-US" sz="900" dirty="0">
                  <a:solidFill>
                    <a:schemeClr val="tx1">
                      <a:lumMod val="75000"/>
                      <a:lumOff val="25000"/>
                    </a:schemeClr>
                  </a:solidFill>
                </a:rPr>
                <a:t>接口等，是否影响整机性能</a:t>
              </a:r>
              <a:r>
                <a:rPr lang="en-US" altLang="zh-CN" sz="900" dirty="0">
                  <a:solidFill>
                    <a:schemeClr val="tx1">
                      <a:lumMod val="75000"/>
                      <a:lumOff val="25000"/>
                    </a:schemeClr>
                  </a:solidFill>
                </a:rPr>
                <a:t>)</a:t>
              </a:r>
              <a:r>
                <a:rPr lang="zh-CN" altLang="en-US" sz="900" dirty="0">
                  <a:solidFill>
                    <a:schemeClr val="tx1">
                      <a:lumMod val="75000"/>
                      <a:lumOff val="25000"/>
                    </a:schemeClr>
                  </a:solidFill>
                </a:rPr>
                <a:t>；</a:t>
              </a:r>
            </a:p>
          </p:txBody>
        </p:sp>
        <p:sp>
          <p:nvSpPr>
            <p:cNvPr id="26" name="iṣḷiḍê">
              <a:extLst>
                <a:ext uri="{FF2B5EF4-FFF2-40B4-BE49-F238E27FC236}">
                  <a16:creationId xmlns:a16="http://schemas.microsoft.com/office/drawing/2014/main" xmlns="" id="{C935129E-B542-41D8-9277-E4FC1E5DEB9B}"/>
                </a:ext>
              </a:extLst>
            </p:cNvPr>
            <p:cNvSpPr txBox="1"/>
            <p:nvPr/>
          </p:nvSpPr>
          <p:spPr>
            <a:xfrm>
              <a:off x="678376" y="4053115"/>
              <a:ext cx="3615355" cy="499703"/>
            </a:xfrm>
            <a:prstGeom prst="rect">
              <a:avLst/>
            </a:prstGeom>
            <a:noFill/>
          </p:spPr>
          <p:txBody>
            <a:bodyPr wrap="none" lIns="90000" tIns="46800" rIns="90000" bIns="46800" rtlCol="0" anchor="ctr" anchorCtr="0">
              <a:normAutofit/>
            </a:bodyPr>
            <a:lstStyle/>
            <a:p>
              <a:r>
                <a:rPr lang="zh-CN" altLang="en-US" sz="1400" b="1" dirty="0">
                  <a:solidFill>
                    <a:schemeClr val="tx1">
                      <a:lumMod val="75000"/>
                      <a:lumOff val="25000"/>
                    </a:schemeClr>
                  </a:solidFill>
                </a:rPr>
                <a:t>压力测试</a:t>
              </a:r>
              <a:endParaRPr lang="en-US" altLang="zh-CN" sz="1400" b="1" dirty="0">
                <a:solidFill>
                  <a:schemeClr val="tx1">
                    <a:lumMod val="75000"/>
                    <a:lumOff val="25000"/>
                  </a:schemeClr>
                </a:solidFill>
              </a:endParaRPr>
            </a:p>
          </p:txBody>
        </p:sp>
        <p:sp>
          <p:nvSpPr>
            <p:cNvPr id="27" name="iṡlîḓê">
              <a:extLst>
                <a:ext uri="{FF2B5EF4-FFF2-40B4-BE49-F238E27FC236}">
                  <a16:creationId xmlns:a16="http://schemas.microsoft.com/office/drawing/2014/main" xmlns="" id="{4BBD46F2-1D63-4EA4-9FBA-073BEAEE183F}"/>
                </a:ext>
              </a:extLst>
            </p:cNvPr>
            <p:cNvSpPr txBox="1"/>
            <p:nvPr/>
          </p:nvSpPr>
          <p:spPr>
            <a:xfrm>
              <a:off x="623391" y="4393378"/>
              <a:ext cx="3615353" cy="543484"/>
            </a:xfrm>
            <a:prstGeom prst="rect">
              <a:avLst/>
            </a:prstGeom>
            <a:noFill/>
          </p:spPr>
          <p:txBody>
            <a:bodyPr wrap="square" lIns="90000" tIns="46800" rIns="90000" bIns="46800" rtlCol="0">
              <a:noAutofit/>
            </a:bodyPr>
            <a:lstStyle/>
            <a:p>
              <a:pPr marL="171450" indent="-171450">
                <a:lnSpc>
                  <a:spcPct val="150000"/>
                </a:lnSpc>
                <a:buFont typeface="Arial" panose="020B0604020202020204" pitchFamily="34" charset="0"/>
                <a:buChar char="•"/>
              </a:pPr>
              <a:r>
                <a:rPr lang="zh-CN" altLang="en-US" sz="900" dirty="0" smtClean="0">
                  <a:solidFill>
                    <a:schemeClr val="tx1">
                      <a:lumMod val="75000"/>
                      <a:lumOff val="25000"/>
                    </a:schemeClr>
                  </a:solidFill>
                </a:rPr>
                <a:t>针对</a:t>
              </a:r>
              <a:r>
                <a:rPr lang="en-US" altLang="zh-CN" sz="900" dirty="0" smtClean="0">
                  <a:solidFill>
                    <a:schemeClr val="tx1">
                      <a:lumMod val="75000"/>
                      <a:lumOff val="25000"/>
                    </a:schemeClr>
                  </a:solidFill>
                </a:rPr>
                <a:t>A01</a:t>
              </a:r>
              <a:r>
                <a:rPr lang="zh-CN" altLang="en-US" sz="900" dirty="0" smtClean="0">
                  <a:solidFill>
                    <a:schemeClr val="tx1">
                      <a:lumMod val="75000"/>
                      <a:lumOff val="25000"/>
                    </a:schemeClr>
                  </a:solidFill>
                </a:rPr>
                <a:t>主板，对</a:t>
              </a:r>
              <a:r>
                <a:rPr lang="en-US" altLang="zh-CN" sz="900" dirty="0" smtClean="0">
                  <a:solidFill>
                    <a:schemeClr val="tx1">
                      <a:lumMod val="75000"/>
                      <a:lumOff val="25000"/>
                    </a:schemeClr>
                  </a:solidFill>
                </a:rPr>
                <a:t>CPU</a:t>
              </a:r>
              <a:r>
                <a:rPr lang="zh-CN" altLang="en-US" sz="900" dirty="0" smtClean="0">
                  <a:solidFill>
                    <a:schemeClr val="tx1">
                      <a:lumMod val="75000"/>
                      <a:lumOff val="25000"/>
                    </a:schemeClr>
                  </a:solidFill>
                </a:rPr>
                <a:t>，内存，硬盘，网络外接设备进行压力测试，验证系统兼容性稳定性</a:t>
              </a:r>
              <a:endParaRPr lang="en-US" altLang="zh-CN" sz="900" dirty="0">
                <a:solidFill>
                  <a:schemeClr val="tx1">
                    <a:lumMod val="75000"/>
                    <a:lumOff val="25000"/>
                  </a:schemeClr>
                </a:solidFill>
              </a:endParaRPr>
            </a:p>
          </p:txBody>
        </p:sp>
        <p:sp>
          <p:nvSpPr>
            <p:cNvPr id="28" name="ïŝļíḋê">
              <a:extLst>
                <a:ext uri="{FF2B5EF4-FFF2-40B4-BE49-F238E27FC236}">
                  <a16:creationId xmlns:a16="http://schemas.microsoft.com/office/drawing/2014/main" xmlns="" id="{2934DFF0-8A0A-44F9-947C-3FEE51EF4D37}"/>
                </a:ext>
              </a:extLst>
            </p:cNvPr>
            <p:cNvSpPr txBox="1"/>
            <p:nvPr/>
          </p:nvSpPr>
          <p:spPr>
            <a:xfrm>
              <a:off x="709959" y="4977739"/>
              <a:ext cx="3615354" cy="499703"/>
            </a:xfrm>
            <a:prstGeom prst="rect">
              <a:avLst/>
            </a:prstGeom>
            <a:noFill/>
          </p:spPr>
          <p:txBody>
            <a:bodyPr wrap="none" lIns="90000" tIns="46800" rIns="90000" bIns="46800" rtlCol="0" anchor="ctr" anchorCtr="0">
              <a:normAutofit/>
            </a:bodyPr>
            <a:lstStyle/>
            <a:p>
              <a:r>
                <a:rPr lang="zh-CN" altLang="en-US" sz="1400" b="1" dirty="0">
                  <a:solidFill>
                    <a:schemeClr val="tx1">
                      <a:lumMod val="75000"/>
                      <a:lumOff val="25000"/>
                    </a:schemeClr>
                  </a:solidFill>
                </a:rPr>
                <a:t>软件测试</a:t>
              </a:r>
              <a:endParaRPr lang="en-US" altLang="zh-CN" b="1" dirty="0">
                <a:solidFill>
                  <a:schemeClr val="tx1">
                    <a:lumMod val="75000"/>
                    <a:lumOff val="25000"/>
                  </a:schemeClr>
                </a:solidFill>
              </a:endParaRPr>
            </a:p>
          </p:txBody>
        </p:sp>
        <p:sp>
          <p:nvSpPr>
            <p:cNvPr id="29" name="îś1iḍé">
              <a:extLst>
                <a:ext uri="{FF2B5EF4-FFF2-40B4-BE49-F238E27FC236}">
                  <a16:creationId xmlns:a16="http://schemas.microsoft.com/office/drawing/2014/main" xmlns="" id="{34935AD4-0A6E-453A-8446-748FAD4D8E1C}"/>
                </a:ext>
              </a:extLst>
            </p:cNvPr>
            <p:cNvSpPr txBox="1"/>
            <p:nvPr/>
          </p:nvSpPr>
          <p:spPr>
            <a:xfrm>
              <a:off x="576519" y="5338293"/>
              <a:ext cx="3615353" cy="1230672"/>
            </a:xfrm>
            <a:prstGeom prst="rect">
              <a:avLst/>
            </a:prstGeom>
            <a:noFill/>
          </p:spPr>
          <p:txBody>
            <a:bodyPr wrap="square" lIns="90000" tIns="46800" rIns="90000" bIns="46800" rtlCol="0">
              <a:noAutofit/>
            </a:bodyPr>
            <a:lstStyle/>
            <a:p>
              <a:pPr marL="171450" indent="-171450">
                <a:lnSpc>
                  <a:spcPct val="150000"/>
                </a:lnSpc>
                <a:buFont typeface="Arial" panose="020B0604020202020204" pitchFamily="34" charset="0"/>
                <a:buChar char="•"/>
              </a:pPr>
              <a:r>
                <a:rPr lang="zh-CN" altLang="en-US" sz="1000" dirty="0">
                  <a:solidFill>
                    <a:schemeClr val="tx1">
                      <a:lumMod val="75000"/>
                      <a:lumOff val="25000"/>
                    </a:schemeClr>
                  </a:solidFill>
                </a:rPr>
                <a:t>根据迭代功能，与硬件相关的功能优先</a:t>
              </a:r>
              <a:r>
                <a:rPr lang="zh-CN" altLang="en-US" sz="1000" dirty="0" smtClean="0">
                  <a:solidFill>
                    <a:schemeClr val="tx1">
                      <a:lumMod val="75000"/>
                      <a:lumOff val="25000"/>
                    </a:schemeClr>
                  </a:solidFill>
                </a:rPr>
                <a:t>测试；</a:t>
              </a:r>
              <a:endParaRPr lang="en-US" altLang="zh-CN" sz="1000" dirty="0" smtClean="0">
                <a:solidFill>
                  <a:schemeClr val="tx1">
                    <a:lumMod val="75000"/>
                    <a:lumOff val="25000"/>
                  </a:schemeClr>
                </a:solidFill>
              </a:endParaRPr>
            </a:p>
            <a:p>
              <a:pPr marL="171450" indent="-171450">
                <a:lnSpc>
                  <a:spcPct val="150000"/>
                </a:lnSpc>
                <a:buFont typeface="Arial" panose="020B0604020202020204" pitchFamily="34" charset="0"/>
                <a:buChar char="•"/>
              </a:pPr>
              <a:r>
                <a:rPr lang="zh-CN" altLang="en-US" sz="1000" dirty="0" smtClean="0">
                  <a:solidFill>
                    <a:schemeClr val="tx1">
                      <a:lumMod val="75000"/>
                      <a:lumOff val="25000"/>
                    </a:schemeClr>
                  </a:solidFill>
                </a:rPr>
                <a:t>进行单元测试</a:t>
              </a:r>
              <a:r>
                <a:rPr lang="zh-CN" altLang="en-US" sz="1000" dirty="0">
                  <a:solidFill>
                    <a:schemeClr val="tx1">
                      <a:lumMod val="75000"/>
                      <a:lumOff val="25000"/>
                    </a:schemeClr>
                  </a:solidFill>
                </a:rPr>
                <a:t>；</a:t>
              </a:r>
              <a:endParaRPr lang="en-US" altLang="zh-CN" sz="1000" dirty="0">
                <a:solidFill>
                  <a:schemeClr val="tx1">
                    <a:lumMod val="75000"/>
                    <a:lumOff val="25000"/>
                  </a:schemeClr>
                </a:solidFill>
              </a:endParaRPr>
            </a:p>
          </p:txBody>
        </p:sp>
        <p:grpSp>
          <p:nvGrpSpPr>
            <p:cNvPr id="30" name="íṣľíḍe">
              <a:extLst>
                <a:ext uri="{FF2B5EF4-FFF2-40B4-BE49-F238E27FC236}">
                  <a16:creationId xmlns:a16="http://schemas.microsoft.com/office/drawing/2014/main" xmlns="" id="{DB56D8B2-DD5C-4C4A-8DEF-FB3036518DB2}"/>
                </a:ext>
              </a:extLst>
            </p:cNvPr>
            <p:cNvGrpSpPr/>
            <p:nvPr/>
          </p:nvGrpSpPr>
          <p:grpSpPr>
            <a:xfrm>
              <a:off x="687450" y="2276872"/>
              <a:ext cx="3606282" cy="2749479"/>
              <a:chOff x="8032360" y="2276872"/>
              <a:chExt cx="3670974" cy="2749479"/>
            </a:xfrm>
          </p:grpSpPr>
          <p:cxnSp>
            <p:nvCxnSpPr>
              <p:cNvPr id="39" name="直接连接符 38">
                <a:extLst>
                  <a:ext uri="{FF2B5EF4-FFF2-40B4-BE49-F238E27FC236}">
                    <a16:creationId xmlns:a16="http://schemas.microsoft.com/office/drawing/2014/main" xmlns="" id="{758815CE-2C6F-4AE4-A431-09B1314937B9}"/>
                  </a:ext>
                </a:extLst>
              </p:cNvPr>
              <p:cNvCxnSpPr>
                <a:cxnSpLocks/>
              </p:cNvCxnSpPr>
              <p:nvPr/>
            </p:nvCxnSpPr>
            <p:spPr>
              <a:xfrm>
                <a:off x="8032360" y="2276872"/>
                <a:ext cx="3555547" cy="0"/>
              </a:xfrm>
              <a:prstGeom prst="line">
                <a:avLst/>
              </a:prstGeom>
              <a:ln w="3175" cap="rnd">
                <a:solidFill>
                  <a:schemeClr val="bg1">
                    <a:lumMod val="75000"/>
                  </a:schemeClr>
                </a:solidFill>
                <a:round/>
                <a:headEnd type="none"/>
                <a:tailEnd type="none" w="med" len="med"/>
              </a:ln>
            </p:spPr>
            <p:style>
              <a:lnRef idx="1">
                <a:schemeClr val="accent1"/>
              </a:lnRef>
              <a:fillRef idx="0">
                <a:schemeClr val="accent1"/>
              </a:fillRef>
              <a:effectRef idx="0">
                <a:schemeClr val="accent1"/>
              </a:effectRef>
              <a:fontRef idx="minor">
                <a:schemeClr val="tx1"/>
              </a:fontRef>
            </p:style>
          </p:cxnSp>
          <p:cxnSp>
            <p:nvCxnSpPr>
              <p:cNvPr id="40" name="直接连接符 39">
                <a:extLst>
                  <a:ext uri="{FF2B5EF4-FFF2-40B4-BE49-F238E27FC236}">
                    <a16:creationId xmlns:a16="http://schemas.microsoft.com/office/drawing/2014/main" xmlns="" id="{22F3A271-016A-4B4E-9E64-525741C3DCA8}"/>
                  </a:ext>
                </a:extLst>
              </p:cNvPr>
              <p:cNvCxnSpPr>
                <a:cxnSpLocks/>
              </p:cNvCxnSpPr>
              <p:nvPr/>
            </p:nvCxnSpPr>
            <p:spPr>
              <a:xfrm>
                <a:off x="8134564" y="4101074"/>
                <a:ext cx="3555547" cy="0"/>
              </a:xfrm>
              <a:prstGeom prst="line">
                <a:avLst/>
              </a:prstGeom>
              <a:ln w="3175" cap="rnd">
                <a:solidFill>
                  <a:schemeClr val="bg1">
                    <a:lumMod val="75000"/>
                  </a:schemeClr>
                </a:solidFill>
                <a:round/>
                <a:headEnd type="none"/>
                <a:tailEnd type="none" w="med" len="med"/>
              </a:ln>
            </p:spPr>
            <p:style>
              <a:lnRef idx="1">
                <a:schemeClr val="accent1"/>
              </a:lnRef>
              <a:fillRef idx="0">
                <a:schemeClr val="accent1"/>
              </a:fillRef>
              <a:effectRef idx="0">
                <a:schemeClr val="accent1"/>
              </a:effectRef>
              <a:fontRef idx="minor">
                <a:schemeClr val="tx1"/>
              </a:fontRef>
            </p:style>
          </p:cxnSp>
          <p:cxnSp>
            <p:nvCxnSpPr>
              <p:cNvPr id="41" name="直接连接符 40">
                <a:extLst>
                  <a:ext uri="{FF2B5EF4-FFF2-40B4-BE49-F238E27FC236}">
                    <a16:creationId xmlns:a16="http://schemas.microsoft.com/office/drawing/2014/main" xmlns="" id="{94A99F26-AA98-4801-947B-E7D4A7B67085}"/>
                  </a:ext>
                </a:extLst>
              </p:cNvPr>
              <p:cNvCxnSpPr>
                <a:cxnSpLocks/>
              </p:cNvCxnSpPr>
              <p:nvPr/>
            </p:nvCxnSpPr>
            <p:spPr>
              <a:xfrm>
                <a:off x="8147787" y="5026351"/>
                <a:ext cx="3555547" cy="0"/>
              </a:xfrm>
              <a:prstGeom prst="line">
                <a:avLst/>
              </a:prstGeom>
              <a:ln w="3175" cap="rnd">
                <a:solidFill>
                  <a:schemeClr val="bg1">
                    <a:lumMod val="75000"/>
                  </a:schemeClr>
                </a:solidFill>
                <a:round/>
                <a:headEnd type="none"/>
                <a:tailEnd type="none" w="med" len="med"/>
              </a:ln>
            </p:spPr>
            <p:style>
              <a:lnRef idx="1">
                <a:schemeClr val="accent1"/>
              </a:lnRef>
              <a:fillRef idx="0">
                <a:schemeClr val="accent1"/>
              </a:fillRef>
              <a:effectRef idx="0">
                <a:schemeClr val="accent1"/>
              </a:effectRef>
              <a:fontRef idx="minor">
                <a:schemeClr val="tx1"/>
              </a:fontRef>
            </p:style>
          </p:cxnSp>
        </p:grpSp>
        <p:sp>
          <p:nvSpPr>
            <p:cNvPr id="31" name="iṧľîdè">
              <a:extLst>
                <a:ext uri="{FF2B5EF4-FFF2-40B4-BE49-F238E27FC236}">
                  <a16:creationId xmlns:a16="http://schemas.microsoft.com/office/drawing/2014/main" xmlns="" id="{3303EB76-CA31-4B61-AE41-496ADD96EE12}"/>
                </a:ext>
              </a:extLst>
            </p:cNvPr>
            <p:cNvSpPr/>
            <p:nvPr/>
          </p:nvSpPr>
          <p:spPr>
            <a:xfrm>
              <a:off x="4398162" y="1471152"/>
              <a:ext cx="421488" cy="421486"/>
            </a:xfrm>
            <a:prstGeom prst="roundRect">
              <a:avLst>
                <a:gd name="adj" fmla="val 50000"/>
              </a:avLst>
            </a:prstGeom>
            <a:solidFill>
              <a:schemeClr val="accent1"/>
            </a:solidFill>
            <a:ln w="57150" cap="flat">
              <a:solidFill>
                <a:schemeClr val="bg1"/>
              </a:solidFill>
              <a:miter lim="400000"/>
            </a:ln>
            <a:effectLst/>
          </p:spPr>
          <p:txBody>
            <a:bodyPr wrap="none" lIns="0" tIns="0" rIns="0" bIns="0" numCol="1" anchor="ctr">
              <a:normAutofit lnSpcReduction="10000"/>
            </a:bodyPr>
            <a:lstStyle>
              <a:defPPr>
                <a:defRPr lang="zh-CN"/>
              </a:defPPr>
              <a:lvl1pPr marL="0" algn="l" defTabSz="914377" rtl="0" eaLnBrk="1" latinLnBrk="0" hangingPunct="1">
                <a:defRPr sz="1800" kern="1200">
                  <a:solidFill>
                    <a:schemeClr val="tx1"/>
                  </a:solidFill>
                </a:defRPr>
              </a:lvl1pPr>
              <a:lvl2pPr marL="457189" algn="l" defTabSz="914377" rtl="0" eaLnBrk="1" latinLnBrk="0" hangingPunct="1">
                <a:defRPr sz="1800" kern="1200">
                  <a:solidFill>
                    <a:schemeClr val="tx1"/>
                  </a:solidFill>
                </a:defRPr>
              </a:lvl2pPr>
              <a:lvl3pPr marL="914377" algn="l" defTabSz="914377" rtl="0" eaLnBrk="1" latinLnBrk="0" hangingPunct="1">
                <a:defRPr sz="1800" kern="1200">
                  <a:solidFill>
                    <a:schemeClr val="tx1"/>
                  </a:solidFill>
                </a:defRPr>
              </a:lvl3pPr>
              <a:lvl4pPr marL="1371566" algn="l" defTabSz="914377" rtl="0" eaLnBrk="1" latinLnBrk="0" hangingPunct="1">
                <a:defRPr sz="1800" kern="1200">
                  <a:solidFill>
                    <a:schemeClr val="tx1"/>
                  </a:solidFill>
                </a:defRPr>
              </a:lvl4pPr>
              <a:lvl5pPr marL="1828754" algn="l" defTabSz="914377" rtl="0" eaLnBrk="1" latinLnBrk="0" hangingPunct="1">
                <a:defRPr sz="1800" kern="1200">
                  <a:solidFill>
                    <a:schemeClr val="tx1"/>
                  </a:solidFill>
                </a:defRPr>
              </a:lvl5pPr>
              <a:lvl6pPr marL="2285943" algn="l" defTabSz="914377" rtl="0" eaLnBrk="1" latinLnBrk="0" hangingPunct="1">
                <a:defRPr sz="1800" kern="1200">
                  <a:solidFill>
                    <a:schemeClr val="tx1"/>
                  </a:solidFill>
                </a:defRPr>
              </a:lvl6pPr>
              <a:lvl7pPr marL="2743131" algn="l" defTabSz="914377" rtl="0" eaLnBrk="1" latinLnBrk="0" hangingPunct="1">
                <a:defRPr sz="1800" kern="1200">
                  <a:solidFill>
                    <a:schemeClr val="tx1"/>
                  </a:solidFill>
                </a:defRPr>
              </a:lvl7pPr>
              <a:lvl8pPr marL="3200320" algn="l" defTabSz="914377" rtl="0" eaLnBrk="1" latinLnBrk="0" hangingPunct="1">
                <a:defRPr sz="1800" kern="1200">
                  <a:solidFill>
                    <a:schemeClr val="tx1"/>
                  </a:solidFill>
                </a:defRPr>
              </a:lvl8pPr>
              <a:lvl9pPr marL="3657509" algn="l" defTabSz="914377" rtl="0" eaLnBrk="1" latinLnBrk="0" hangingPunct="1">
                <a:defRPr sz="1800" kern="1200">
                  <a:solidFill>
                    <a:schemeClr val="tx1"/>
                  </a:solidFill>
                </a:defRPr>
              </a:lvl9pPr>
            </a:lstStyle>
            <a:p>
              <a:pPr lvl="0" algn="ctr">
                <a:defRPr sz="3200"/>
              </a:pPr>
              <a:r>
                <a:rPr lang="en-US" altLang="zh-CN" sz="1600" b="1" dirty="0">
                  <a:solidFill>
                    <a:schemeClr val="bg1"/>
                  </a:solidFill>
                </a:rPr>
                <a:t>1</a:t>
              </a:r>
              <a:endParaRPr sz="1600" b="1" dirty="0">
                <a:solidFill>
                  <a:schemeClr val="bg1"/>
                </a:solidFill>
              </a:endParaRPr>
            </a:p>
          </p:txBody>
        </p:sp>
        <p:sp>
          <p:nvSpPr>
            <p:cNvPr id="32" name="íšḷîde">
              <a:extLst>
                <a:ext uri="{FF2B5EF4-FFF2-40B4-BE49-F238E27FC236}">
                  <a16:creationId xmlns:a16="http://schemas.microsoft.com/office/drawing/2014/main" xmlns="" id="{AD9B880C-1446-4E38-99E4-D58DE8C06DA9}"/>
                </a:ext>
              </a:extLst>
            </p:cNvPr>
            <p:cNvSpPr/>
            <p:nvPr/>
          </p:nvSpPr>
          <p:spPr>
            <a:xfrm>
              <a:off x="7385371" y="1471152"/>
              <a:ext cx="421488" cy="421486"/>
            </a:xfrm>
            <a:prstGeom prst="roundRect">
              <a:avLst>
                <a:gd name="adj" fmla="val 50000"/>
              </a:avLst>
            </a:prstGeom>
            <a:solidFill>
              <a:schemeClr val="accent1"/>
            </a:solidFill>
            <a:ln w="57150" cap="flat">
              <a:solidFill>
                <a:schemeClr val="bg1"/>
              </a:solidFill>
              <a:miter lim="400000"/>
            </a:ln>
            <a:effectLst/>
          </p:spPr>
          <p:txBody>
            <a:bodyPr wrap="none" lIns="0" tIns="0" rIns="0" bIns="0" numCol="1" anchor="ctr">
              <a:normAutofit lnSpcReduction="10000"/>
            </a:bodyPr>
            <a:lstStyle>
              <a:defPPr>
                <a:defRPr lang="zh-CN"/>
              </a:defPPr>
              <a:lvl1pPr marL="0" algn="l" defTabSz="914377" rtl="0" eaLnBrk="1" latinLnBrk="0" hangingPunct="1">
                <a:defRPr sz="1800" kern="1200">
                  <a:solidFill>
                    <a:schemeClr val="tx1"/>
                  </a:solidFill>
                </a:defRPr>
              </a:lvl1pPr>
              <a:lvl2pPr marL="457189" algn="l" defTabSz="914377" rtl="0" eaLnBrk="1" latinLnBrk="0" hangingPunct="1">
                <a:defRPr sz="1800" kern="1200">
                  <a:solidFill>
                    <a:schemeClr val="tx1"/>
                  </a:solidFill>
                </a:defRPr>
              </a:lvl2pPr>
              <a:lvl3pPr marL="914377" algn="l" defTabSz="914377" rtl="0" eaLnBrk="1" latinLnBrk="0" hangingPunct="1">
                <a:defRPr sz="1800" kern="1200">
                  <a:solidFill>
                    <a:schemeClr val="tx1"/>
                  </a:solidFill>
                </a:defRPr>
              </a:lvl3pPr>
              <a:lvl4pPr marL="1371566" algn="l" defTabSz="914377" rtl="0" eaLnBrk="1" latinLnBrk="0" hangingPunct="1">
                <a:defRPr sz="1800" kern="1200">
                  <a:solidFill>
                    <a:schemeClr val="tx1"/>
                  </a:solidFill>
                </a:defRPr>
              </a:lvl4pPr>
              <a:lvl5pPr marL="1828754" algn="l" defTabSz="914377" rtl="0" eaLnBrk="1" latinLnBrk="0" hangingPunct="1">
                <a:defRPr sz="1800" kern="1200">
                  <a:solidFill>
                    <a:schemeClr val="tx1"/>
                  </a:solidFill>
                </a:defRPr>
              </a:lvl5pPr>
              <a:lvl6pPr marL="2285943" algn="l" defTabSz="914377" rtl="0" eaLnBrk="1" latinLnBrk="0" hangingPunct="1">
                <a:defRPr sz="1800" kern="1200">
                  <a:solidFill>
                    <a:schemeClr val="tx1"/>
                  </a:solidFill>
                </a:defRPr>
              </a:lvl6pPr>
              <a:lvl7pPr marL="2743131" algn="l" defTabSz="914377" rtl="0" eaLnBrk="1" latinLnBrk="0" hangingPunct="1">
                <a:defRPr sz="1800" kern="1200">
                  <a:solidFill>
                    <a:schemeClr val="tx1"/>
                  </a:solidFill>
                </a:defRPr>
              </a:lvl7pPr>
              <a:lvl8pPr marL="3200320" algn="l" defTabSz="914377" rtl="0" eaLnBrk="1" latinLnBrk="0" hangingPunct="1">
                <a:defRPr sz="1800" kern="1200">
                  <a:solidFill>
                    <a:schemeClr val="tx1"/>
                  </a:solidFill>
                </a:defRPr>
              </a:lvl8pPr>
              <a:lvl9pPr marL="3657509" algn="l" defTabSz="914377" rtl="0" eaLnBrk="1" latinLnBrk="0" hangingPunct="1">
                <a:defRPr sz="1800" kern="1200">
                  <a:solidFill>
                    <a:schemeClr val="tx1"/>
                  </a:solidFill>
                </a:defRPr>
              </a:lvl9pPr>
            </a:lstStyle>
            <a:p>
              <a:pPr lvl="0" algn="ctr">
                <a:defRPr sz="3200"/>
              </a:pPr>
              <a:r>
                <a:rPr lang="en-US" altLang="zh-CN" sz="1600" b="1" dirty="0">
                  <a:solidFill>
                    <a:schemeClr val="bg1"/>
                  </a:solidFill>
                </a:rPr>
                <a:t>1</a:t>
              </a:r>
              <a:endParaRPr sz="1600" b="1" dirty="0">
                <a:solidFill>
                  <a:schemeClr val="bg1"/>
                </a:solidFill>
              </a:endParaRPr>
            </a:p>
          </p:txBody>
        </p:sp>
        <p:sp>
          <p:nvSpPr>
            <p:cNvPr id="33" name="îşliḓê">
              <a:extLst>
                <a:ext uri="{FF2B5EF4-FFF2-40B4-BE49-F238E27FC236}">
                  <a16:creationId xmlns:a16="http://schemas.microsoft.com/office/drawing/2014/main" xmlns="" id="{895A8D6E-A49E-4400-BC1A-595B9D987900}"/>
                </a:ext>
              </a:extLst>
            </p:cNvPr>
            <p:cNvSpPr/>
            <p:nvPr/>
          </p:nvSpPr>
          <p:spPr>
            <a:xfrm>
              <a:off x="4398162" y="2767134"/>
              <a:ext cx="421488" cy="421486"/>
            </a:xfrm>
            <a:prstGeom prst="roundRect">
              <a:avLst>
                <a:gd name="adj" fmla="val 50000"/>
              </a:avLst>
            </a:prstGeom>
            <a:solidFill>
              <a:schemeClr val="accent1"/>
            </a:solidFill>
            <a:ln w="57150" cap="flat">
              <a:solidFill>
                <a:schemeClr val="bg1"/>
              </a:solidFill>
              <a:miter lim="400000"/>
            </a:ln>
            <a:effectLst/>
          </p:spPr>
          <p:txBody>
            <a:bodyPr wrap="none" lIns="0" tIns="0" rIns="0" bIns="0" numCol="1" anchor="ctr">
              <a:normAutofit lnSpcReduction="10000"/>
            </a:bodyPr>
            <a:lstStyle>
              <a:defPPr>
                <a:defRPr lang="zh-CN"/>
              </a:defPPr>
              <a:lvl1pPr marL="0" algn="l" defTabSz="914377" rtl="0" eaLnBrk="1" latinLnBrk="0" hangingPunct="1">
                <a:defRPr sz="1800" kern="1200">
                  <a:solidFill>
                    <a:schemeClr val="tx1"/>
                  </a:solidFill>
                </a:defRPr>
              </a:lvl1pPr>
              <a:lvl2pPr marL="457189" algn="l" defTabSz="914377" rtl="0" eaLnBrk="1" latinLnBrk="0" hangingPunct="1">
                <a:defRPr sz="1800" kern="1200">
                  <a:solidFill>
                    <a:schemeClr val="tx1"/>
                  </a:solidFill>
                </a:defRPr>
              </a:lvl2pPr>
              <a:lvl3pPr marL="914377" algn="l" defTabSz="914377" rtl="0" eaLnBrk="1" latinLnBrk="0" hangingPunct="1">
                <a:defRPr sz="1800" kern="1200">
                  <a:solidFill>
                    <a:schemeClr val="tx1"/>
                  </a:solidFill>
                </a:defRPr>
              </a:lvl3pPr>
              <a:lvl4pPr marL="1371566" algn="l" defTabSz="914377" rtl="0" eaLnBrk="1" latinLnBrk="0" hangingPunct="1">
                <a:defRPr sz="1800" kern="1200">
                  <a:solidFill>
                    <a:schemeClr val="tx1"/>
                  </a:solidFill>
                </a:defRPr>
              </a:lvl4pPr>
              <a:lvl5pPr marL="1828754" algn="l" defTabSz="914377" rtl="0" eaLnBrk="1" latinLnBrk="0" hangingPunct="1">
                <a:defRPr sz="1800" kern="1200">
                  <a:solidFill>
                    <a:schemeClr val="tx1"/>
                  </a:solidFill>
                </a:defRPr>
              </a:lvl5pPr>
              <a:lvl6pPr marL="2285943" algn="l" defTabSz="914377" rtl="0" eaLnBrk="1" latinLnBrk="0" hangingPunct="1">
                <a:defRPr sz="1800" kern="1200">
                  <a:solidFill>
                    <a:schemeClr val="tx1"/>
                  </a:solidFill>
                </a:defRPr>
              </a:lvl6pPr>
              <a:lvl7pPr marL="2743131" algn="l" defTabSz="914377" rtl="0" eaLnBrk="1" latinLnBrk="0" hangingPunct="1">
                <a:defRPr sz="1800" kern="1200">
                  <a:solidFill>
                    <a:schemeClr val="tx1"/>
                  </a:solidFill>
                </a:defRPr>
              </a:lvl7pPr>
              <a:lvl8pPr marL="3200320" algn="l" defTabSz="914377" rtl="0" eaLnBrk="1" latinLnBrk="0" hangingPunct="1">
                <a:defRPr sz="1800" kern="1200">
                  <a:solidFill>
                    <a:schemeClr val="tx1"/>
                  </a:solidFill>
                </a:defRPr>
              </a:lvl8pPr>
              <a:lvl9pPr marL="3657509" algn="l" defTabSz="914377" rtl="0" eaLnBrk="1" latinLnBrk="0" hangingPunct="1">
                <a:defRPr sz="1800" kern="1200">
                  <a:solidFill>
                    <a:schemeClr val="tx1"/>
                  </a:solidFill>
                </a:defRPr>
              </a:lvl9pPr>
            </a:lstStyle>
            <a:p>
              <a:pPr lvl="0" algn="ctr">
                <a:defRPr sz="3200"/>
              </a:pPr>
              <a:r>
                <a:rPr lang="en-US" altLang="zh-CN" sz="1600" b="1" dirty="0">
                  <a:solidFill>
                    <a:schemeClr val="bg1"/>
                  </a:solidFill>
                </a:rPr>
                <a:t>2</a:t>
              </a:r>
              <a:endParaRPr sz="1600" b="1" dirty="0">
                <a:solidFill>
                  <a:schemeClr val="bg1"/>
                </a:solidFill>
              </a:endParaRPr>
            </a:p>
          </p:txBody>
        </p:sp>
        <p:sp>
          <p:nvSpPr>
            <p:cNvPr id="34" name="ïṡ1íḍe">
              <a:extLst>
                <a:ext uri="{FF2B5EF4-FFF2-40B4-BE49-F238E27FC236}">
                  <a16:creationId xmlns:a16="http://schemas.microsoft.com/office/drawing/2014/main" xmlns="" id="{9241C360-D611-44BB-8C7F-F25767BBC545}"/>
                </a:ext>
              </a:extLst>
            </p:cNvPr>
            <p:cNvSpPr/>
            <p:nvPr/>
          </p:nvSpPr>
          <p:spPr>
            <a:xfrm>
              <a:off x="7385371" y="2767134"/>
              <a:ext cx="421488" cy="421486"/>
            </a:xfrm>
            <a:prstGeom prst="roundRect">
              <a:avLst>
                <a:gd name="adj" fmla="val 50000"/>
              </a:avLst>
            </a:prstGeom>
            <a:solidFill>
              <a:schemeClr val="accent1"/>
            </a:solidFill>
            <a:ln w="57150" cap="flat">
              <a:solidFill>
                <a:schemeClr val="bg1"/>
              </a:solidFill>
              <a:miter lim="400000"/>
            </a:ln>
            <a:effectLst/>
          </p:spPr>
          <p:txBody>
            <a:bodyPr wrap="none" lIns="0" tIns="0" rIns="0" bIns="0" numCol="1" anchor="ctr">
              <a:normAutofit lnSpcReduction="10000"/>
            </a:bodyPr>
            <a:lstStyle>
              <a:defPPr>
                <a:defRPr lang="zh-CN"/>
              </a:defPPr>
              <a:lvl1pPr marL="0" algn="l" defTabSz="914377" rtl="0" eaLnBrk="1" latinLnBrk="0" hangingPunct="1">
                <a:defRPr sz="1800" kern="1200">
                  <a:solidFill>
                    <a:schemeClr val="tx1"/>
                  </a:solidFill>
                </a:defRPr>
              </a:lvl1pPr>
              <a:lvl2pPr marL="457189" algn="l" defTabSz="914377" rtl="0" eaLnBrk="1" latinLnBrk="0" hangingPunct="1">
                <a:defRPr sz="1800" kern="1200">
                  <a:solidFill>
                    <a:schemeClr val="tx1"/>
                  </a:solidFill>
                </a:defRPr>
              </a:lvl2pPr>
              <a:lvl3pPr marL="914377" algn="l" defTabSz="914377" rtl="0" eaLnBrk="1" latinLnBrk="0" hangingPunct="1">
                <a:defRPr sz="1800" kern="1200">
                  <a:solidFill>
                    <a:schemeClr val="tx1"/>
                  </a:solidFill>
                </a:defRPr>
              </a:lvl3pPr>
              <a:lvl4pPr marL="1371566" algn="l" defTabSz="914377" rtl="0" eaLnBrk="1" latinLnBrk="0" hangingPunct="1">
                <a:defRPr sz="1800" kern="1200">
                  <a:solidFill>
                    <a:schemeClr val="tx1"/>
                  </a:solidFill>
                </a:defRPr>
              </a:lvl4pPr>
              <a:lvl5pPr marL="1828754" algn="l" defTabSz="914377" rtl="0" eaLnBrk="1" latinLnBrk="0" hangingPunct="1">
                <a:defRPr sz="1800" kern="1200">
                  <a:solidFill>
                    <a:schemeClr val="tx1"/>
                  </a:solidFill>
                </a:defRPr>
              </a:lvl5pPr>
              <a:lvl6pPr marL="2285943" algn="l" defTabSz="914377" rtl="0" eaLnBrk="1" latinLnBrk="0" hangingPunct="1">
                <a:defRPr sz="1800" kern="1200">
                  <a:solidFill>
                    <a:schemeClr val="tx1"/>
                  </a:solidFill>
                </a:defRPr>
              </a:lvl6pPr>
              <a:lvl7pPr marL="2743131" algn="l" defTabSz="914377" rtl="0" eaLnBrk="1" latinLnBrk="0" hangingPunct="1">
                <a:defRPr sz="1800" kern="1200">
                  <a:solidFill>
                    <a:schemeClr val="tx1"/>
                  </a:solidFill>
                </a:defRPr>
              </a:lvl7pPr>
              <a:lvl8pPr marL="3200320" algn="l" defTabSz="914377" rtl="0" eaLnBrk="1" latinLnBrk="0" hangingPunct="1">
                <a:defRPr sz="1800" kern="1200">
                  <a:solidFill>
                    <a:schemeClr val="tx1"/>
                  </a:solidFill>
                </a:defRPr>
              </a:lvl8pPr>
              <a:lvl9pPr marL="3657509" algn="l" defTabSz="914377" rtl="0" eaLnBrk="1" latinLnBrk="0" hangingPunct="1">
                <a:defRPr sz="1800" kern="1200">
                  <a:solidFill>
                    <a:schemeClr val="tx1"/>
                  </a:solidFill>
                </a:defRPr>
              </a:lvl9pPr>
            </a:lstStyle>
            <a:p>
              <a:pPr lvl="0" algn="ctr">
                <a:defRPr sz="3200"/>
              </a:pPr>
              <a:r>
                <a:rPr lang="en-US" altLang="zh-CN" sz="1600" b="1" dirty="0">
                  <a:solidFill>
                    <a:schemeClr val="bg1"/>
                  </a:solidFill>
                </a:rPr>
                <a:t>2</a:t>
              </a:r>
              <a:endParaRPr sz="1600" b="1" dirty="0">
                <a:solidFill>
                  <a:schemeClr val="bg1"/>
                </a:solidFill>
              </a:endParaRPr>
            </a:p>
          </p:txBody>
        </p:sp>
        <p:sp>
          <p:nvSpPr>
            <p:cNvPr id="35" name="işlîdê">
              <a:extLst>
                <a:ext uri="{FF2B5EF4-FFF2-40B4-BE49-F238E27FC236}">
                  <a16:creationId xmlns:a16="http://schemas.microsoft.com/office/drawing/2014/main" xmlns="" id="{EE4F8494-13E4-4274-BCD0-F511C3E85E32}"/>
                </a:ext>
              </a:extLst>
            </p:cNvPr>
            <p:cNvSpPr/>
            <p:nvPr/>
          </p:nvSpPr>
          <p:spPr>
            <a:xfrm>
              <a:off x="4398162" y="4063116"/>
              <a:ext cx="421488" cy="421486"/>
            </a:xfrm>
            <a:prstGeom prst="roundRect">
              <a:avLst>
                <a:gd name="adj" fmla="val 50000"/>
              </a:avLst>
            </a:prstGeom>
            <a:solidFill>
              <a:schemeClr val="accent1"/>
            </a:solidFill>
            <a:ln w="57150" cap="flat">
              <a:solidFill>
                <a:schemeClr val="bg1"/>
              </a:solidFill>
              <a:miter lim="400000"/>
            </a:ln>
            <a:effectLst/>
          </p:spPr>
          <p:txBody>
            <a:bodyPr wrap="none" lIns="0" tIns="0" rIns="0" bIns="0" numCol="1" anchor="ctr">
              <a:normAutofit lnSpcReduction="10000"/>
            </a:bodyPr>
            <a:lstStyle>
              <a:defPPr>
                <a:defRPr lang="zh-CN"/>
              </a:defPPr>
              <a:lvl1pPr marL="0" algn="l" defTabSz="914377" rtl="0" eaLnBrk="1" latinLnBrk="0" hangingPunct="1">
                <a:defRPr sz="1800" kern="1200">
                  <a:solidFill>
                    <a:schemeClr val="tx1"/>
                  </a:solidFill>
                </a:defRPr>
              </a:lvl1pPr>
              <a:lvl2pPr marL="457189" algn="l" defTabSz="914377" rtl="0" eaLnBrk="1" latinLnBrk="0" hangingPunct="1">
                <a:defRPr sz="1800" kern="1200">
                  <a:solidFill>
                    <a:schemeClr val="tx1"/>
                  </a:solidFill>
                </a:defRPr>
              </a:lvl2pPr>
              <a:lvl3pPr marL="914377" algn="l" defTabSz="914377" rtl="0" eaLnBrk="1" latinLnBrk="0" hangingPunct="1">
                <a:defRPr sz="1800" kern="1200">
                  <a:solidFill>
                    <a:schemeClr val="tx1"/>
                  </a:solidFill>
                </a:defRPr>
              </a:lvl3pPr>
              <a:lvl4pPr marL="1371566" algn="l" defTabSz="914377" rtl="0" eaLnBrk="1" latinLnBrk="0" hangingPunct="1">
                <a:defRPr sz="1800" kern="1200">
                  <a:solidFill>
                    <a:schemeClr val="tx1"/>
                  </a:solidFill>
                </a:defRPr>
              </a:lvl4pPr>
              <a:lvl5pPr marL="1828754" algn="l" defTabSz="914377" rtl="0" eaLnBrk="1" latinLnBrk="0" hangingPunct="1">
                <a:defRPr sz="1800" kern="1200">
                  <a:solidFill>
                    <a:schemeClr val="tx1"/>
                  </a:solidFill>
                </a:defRPr>
              </a:lvl5pPr>
              <a:lvl6pPr marL="2285943" algn="l" defTabSz="914377" rtl="0" eaLnBrk="1" latinLnBrk="0" hangingPunct="1">
                <a:defRPr sz="1800" kern="1200">
                  <a:solidFill>
                    <a:schemeClr val="tx1"/>
                  </a:solidFill>
                </a:defRPr>
              </a:lvl6pPr>
              <a:lvl7pPr marL="2743131" algn="l" defTabSz="914377" rtl="0" eaLnBrk="1" latinLnBrk="0" hangingPunct="1">
                <a:defRPr sz="1800" kern="1200">
                  <a:solidFill>
                    <a:schemeClr val="tx1"/>
                  </a:solidFill>
                </a:defRPr>
              </a:lvl7pPr>
              <a:lvl8pPr marL="3200320" algn="l" defTabSz="914377" rtl="0" eaLnBrk="1" latinLnBrk="0" hangingPunct="1">
                <a:defRPr sz="1800" kern="1200">
                  <a:solidFill>
                    <a:schemeClr val="tx1"/>
                  </a:solidFill>
                </a:defRPr>
              </a:lvl8pPr>
              <a:lvl9pPr marL="3657509" algn="l" defTabSz="914377" rtl="0" eaLnBrk="1" latinLnBrk="0" hangingPunct="1">
                <a:defRPr sz="1800" kern="1200">
                  <a:solidFill>
                    <a:schemeClr val="tx1"/>
                  </a:solidFill>
                </a:defRPr>
              </a:lvl9pPr>
            </a:lstStyle>
            <a:p>
              <a:pPr lvl="0" algn="ctr">
                <a:defRPr sz="3200"/>
              </a:pPr>
              <a:r>
                <a:rPr lang="en-US" altLang="zh-CN" sz="1600" b="1" dirty="0">
                  <a:solidFill>
                    <a:schemeClr val="bg1"/>
                  </a:solidFill>
                </a:rPr>
                <a:t>3</a:t>
              </a:r>
              <a:endParaRPr sz="1600" b="1" dirty="0">
                <a:solidFill>
                  <a:schemeClr val="bg1"/>
                </a:solidFill>
              </a:endParaRPr>
            </a:p>
          </p:txBody>
        </p:sp>
        <p:sp>
          <p:nvSpPr>
            <p:cNvPr id="36" name="îslidé">
              <a:extLst>
                <a:ext uri="{FF2B5EF4-FFF2-40B4-BE49-F238E27FC236}">
                  <a16:creationId xmlns:a16="http://schemas.microsoft.com/office/drawing/2014/main" xmlns="" id="{5CB884A6-E243-4091-B82A-EC32172B7177}"/>
                </a:ext>
              </a:extLst>
            </p:cNvPr>
            <p:cNvSpPr/>
            <p:nvPr/>
          </p:nvSpPr>
          <p:spPr>
            <a:xfrm>
              <a:off x="7385371" y="4063116"/>
              <a:ext cx="421488" cy="421486"/>
            </a:xfrm>
            <a:prstGeom prst="roundRect">
              <a:avLst>
                <a:gd name="adj" fmla="val 50000"/>
              </a:avLst>
            </a:prstGeom>
            <a:solidFill>
              <a:schemeClr val="accent1"/>
            </a:solidFill>
            <a:ln w="57150" cap="flat">
              <a:solidFill>
                <a:schemeClr val="bg1"/>
              </a:solidFill>
              <a:miter lim="400000"/>
            </a:ln>
            <a:effectLst/>
          </p:spPr>
          <p:txBody>
            <a:bodyPr wrap="none" lIns="0" tIns="0" rIns="0" bIns="0" numCol="1" anchor="ctr">
              <a:normAutofit lnSpcReduction="10000"/>
            </a:bodyPr>
            <a:lstStyle>
              <a:defPPr>
                <a:defRPr lang="zh-CN"/>
              </a:defPPr>
              <a:lvl1pPr marL="0" algn="l" defTabSz="914377" rtl="0" eaLnBrk="1" latinLnBrk="0" hangingPunct="1">
                <a:defRPr sz="1800" kern="1200">
                  <a:solidFill>
                    <a:schemeClr val="tx1"/>
                  </a:solidFill>
                </a:defRPr>
              </a:lvl1pPr>
              <a:lvl2pPr marL="457189" algn="l" defTabSz="914377" rtl="0" eaLnBrk="1" latinLnBrk="0" hangingPunct="1">
                <a:defRPr sz="1800" kern="1200">
                  <a:solidFill>
                    <a:schemeClr val="tx1"/>
                  </a:solidFill>
                </a:defRPr>
              </a:lvl2pPr>
              <a:lvl3pPr marL="914377" algn="l" defTabSz="914377" rtl="0" eaLnBrk="1" latinLnBrk="0" hangingPunct="1">
                <a:defRPr sz="1800" kern="1200">
                  <a:solidFill>
                    <a:schemeClr val="tx1"/>
                  </a:solidFill>
                </a:defRPr>
              </a:lvl3pPr>
              <a:lvl4pPr marL="1371566" algn="l" defTabSz="914377" rtl="0" eaLnBrk="1" latinLnBrk="0" hangingPunct="1">
                <a:defRPr sz="1800" kern="1200">
                  <a:solidFill>
                    <a:schemeClr val="tx1"/>
                  </a:solidFill>
                </a:defRPr>
              </a:lvl4pPr>
              <a:lvl5pPr marL="1828754" algn="l" defTabSz="914377" rtl="0" eaLnBrk="1" latinLnBrk="0" hangingPunct="1">
                <a:defRPr sz="1800" kern="1200">
                  <a:solidFill>
                    <a:schemeClr val="tx1"/>
                  </a:solidFill>
                </a:defRPr>
              </a:lvl5pPr>
              <a:lvl6pPr marL="2285943" algn="l" defTabSz="914377" rtl="0" eaLnBrk="1" latinLnBrk="0" hangingPunct="1">
                <a:defRPr sz="1800" kern="1200">
                  <a:solidFill>
                    <a:schemeClr val="tx1"/>
                  </a:solidFill>
                </a:defRPr>
              </a:lvl6pPr>
              <a:lvl7pPr marL="2743131" algn="l" defTabSz="914377" rtl="0" eaLnBrk="1" latinLnBrk="0" hangingPunct="1">
                <a:defRPr sz="1800" kern="1200">
                  <a:solidFill>
                    <a:schemeClr val="tx1"/>
                  </a:solidFill>
                </a:defRPr>
              </a:lvl7pPr>
              <a:lvl8pPr marL="3200320" algn="l" defTabSz="914377" rtl="0" eaLnBrk="1" latinLnBrk="0" hangingPunct="1">
                <a:defRPr sz="1800" kern="1200">
                  <a:solidFill>
                    <a:schemeClr val="tx1"/>
                  </a:solidFill>
                </a:defRPr>
              </a:lvl8pPr>
              <a:lvl9pPr marL="3657509" algn="l" defTabSz="914377" rtl="0" eaLnBrk="1" latinLnBrk="0" hangingPunct="1">
                <a:defRPr sz="1800" kern="1200">
                  <a:solidFill>
                    <a:schemeClr val="tx1"/>
                  </a:solidFill>
                </a:defRPr>
              </a:lvl9pPr>
            </a:lstStyle>
            <a:p>
              <a:pPr lvl="0" algn="ctr">
                <a:defRPr sz="3200"/>
              </a:pPr>
              <a:r>
                <a:rPr lang="en-US" altLang="zh-CN" sz="1600" b="1" dirty="0">
                  <a:solidFill>
                    <a:schemeClr val="bg1"/>
                  </a:solidFill>
                </a:rPr>
                <a:t>3</a:t>
              </a:r>
              <a:endParaRPr sz="1600" b="1" dirty="0">
                <a:solidFill>
                  <a:schemeClr val="bg1"/>
                </a:solidFill>
              </a:endParaRPr>
            </a:p>
          </p:txBody>
        </p:sp>
        <p:sp>
          <p:nvSpPr>
            <p:cNvPr id="37" name="íŝlïdê">
              <a:extLst>
                <a:ext uri="{FF2B5EF4-FFF2-40B4-BE49-F238E27FC236}">
                  <a16:creationId xmlns:a16="http://schemas.microsoft.com/office/drawing/2014/main" xmlns="" id="{1A63D38C-A055-4A30-9EDD-0699658E2432}"/>
                </a:ext>
              </a:extLst>
            </p:cNvPr>
            <p:cNvSpPr/>
            <p:nvPr/>
          </p:nvSpPr>
          <p:spPr>
            <a:xfrm>
              <a:off x="4398162" y="5359098"/>
              <a:ext cx="421488" cy="421486"/>
            </a:xfrm>
            <a:prstGeom prst="roundRect">
              <a:avLst>
                <a:gd name="adj" fmla="val 50000"/>
              </a:avLst>
            </a:prstGeom>
            <a:solidFill>
              <a:schemeClr val="accent1"/>
            </a:solidFill>
            <a:ln w="57150" cap="flat">
              <a:solidFill>
                <a:schemeClr val="bg1"/>
              </a:solidFill>
              <a:miter lim="400000"/>
            </a:ln>
            <a:effectLst/>
          </p:spPr>
          <p:txBody>
            <a:bodyPr wrap="none" lIns="0" tIns="0" rIns="0" bIns="0" numCol="1" anchor="ctr">
              <a:normAutofit lnSpcReduction="10000"/>
            </a:bodyPr>
            <a:lstStyle>
              <a:defPPr>
                <a:defRPr lang="zh-CN"/>
              </a:defPPr>
              <a:lvl1pPr marL="0" algn="l" defTabSz="914377" rtl="0" eaLnBrk="1" latinLnBrk="0" hangingPunct="1">
                <a:defRPr sz="1800" kern="1200">
                  <a:solidFill>
                    <a:schemeClr val="tx1"/>
                  </a:solidFill>
                </a:defRPr>
              </a:lvl1pPr>
              <a:lvl2pPr marL="457189" algn="l" defTabSz="914377" rtl="0" eaLnBrk="1" latinLnBrk="0" hangingPunct="1">
                <a:defRPr sz="1800" kern="1200">
                  <a:solidFill>
                    <a:schemeClr val="tx1"/>
                  </a:solidFill>
                </a:defRPr>
              </a:lvl2pPr>
              <a:lvl3pPr marL="914377" algn="l" defTabSz="914377" rtl="0" eaLnBrk="1" latinLnBrk="0" hangingPunct="1">
                <a:defRPr sz="1800" kern="1200">
                  <a:solidFill>
                    <a:schemeClr val="tx1"/>
                  </a:solidFill>
                </a:defRPr>
              </a:lvl3pPr>
              <a:lvl4pPr marL="1371566" algn="l" defTabSz="914377" rtl="0" eaLnBrk="1" latinLnBrk="0" hangingPunct="1">
                <a:defRPr sz="1800" kern="1200">
                  <a:solidFill>
                    <a:schemeClr val="tx1"/>
                  </a:solidFill>
                </a:defRPr>
              </a:lvl4pPr>
              <a:lvl5pPr marL="1828754" algn="l" defTabSz="914377" rtl="0" eaLnBrk="1" latinLnBrk="0" hangingPunct="1">
                <a:defRPr sz="1800" kern="1200">
                  <a:solidFill>
                    <a:schemeClr val="tx1"/>
                  </a:solidFill>
                </a:defRPr>
              </a:lvl5pPr>
              <a:lvl6pPr marL="2285943" algn="l" defTabSz="914377" rtl="0" eaLnBrk="1" latinLnBrk="0" hangingPunct="1">
                <a:defRPr sz="1800" kern="1200">
                  <a:solidFill>
                    <a:schemeClr val="tx1"/>
                  </a:solidFill>
                </a:defRPr>
              </a:lvl6pPr>
              <a:lvl7pPr marL="2743131" algn="l" defTabSz="914377" rtl="0" eaLnBrk="1" latinLnBrk="0" hangingPunct="1">
                <a:defRPr sz="1800" kern="1200">
                  <a:solidFill>
                    <a:schemeClr val="tx1"/>
                  </a:solidFill>
                </a:defRPr>
              </a:lvl7pPr>
              <a:lvl8pPr marL="3200320" algn="l" defTabSz="914377" rtl="0" eaLnBrk="1" latinLnBrk="0" hangingPunct="1">
                <a:defRPr sz="1800" kern="1200">
                  <a:solidFill>
                    <a:schemeClr val="tx1"/>
                  </a:solidFill>
                </a:defRPr>
              </a:lvl8pPr>
              <a:lvl9pPr marL="3657509" algn="l" defTabSz="914377" rtl="0" eaLnBrk="1" latinLnBrk="0" hangingPunct="1">
                <a:defRPr sz="1800" kern="1200">
                  <a:solidFill>
                    <a:schemeClr val="tx1"/>
                  </a:solidFill>
                </a:defRPr>
              </a:lvl9pPr>
            </a:lstStyle>
            <a:p>
              <a:pPr lvl="0" algn="ctr">
                <a:defRPr sz="3200"/>
              </a:pPr>
              <a:r>
                <a:rPr lang="en-US" altLang="zh-CN" sz="1600" b="1" dirty="0">
                  <a:solidFill>
                    <a:schemeClr val="bg1"/>
                  </a:solidFill>
                </a:rPr>
                <a:t>4</a:t>
              </a:r>
              <a:endParaRPr sz="1600" b="1" dirty="0">
                <a:solidFill>
                  <a:schemeClr val="bg1"/>
                </a:solidFill>
              </a:endParaRPr>
            </a:p>
          </p:txBody>
        </p:sp>
        <p:sp>
          <p:nvSpPr>
            <p:cNvPr id="38" name="ísļíḑe">
              <a:extLst>
                <a:ext uri="{FF2B5EF4-FFF2-40B4-BE49-F238E27FC236}">
                  <a16:creationId xmlns:a16="http://schemas.microsoft.com/office/drawing/2014/main" xmlns="" id="{CD95BBFA-7376-4E92-9354-56A9D2F6F475}"/>
                </a:ext>
              </a:extLst>
            </p:cNvPr>
            <p:cNvSpPr/>
            <p:nvPr/>
          </p:nvSpPr>
          <p:spPr>
            <a:xfrm>
              <a:off x="7385371" y="5359098"/>
              <a:ext cx="421488" cy="421486"/>
            </a:xfrm>
            <a:prstGeom prst="roundRect">
              <a:avLst>
                <a:gd name="adj" fmla="val 50000"/>
              </a:avLst>
            </a:prstGeom>
            <a:solidFill>
              <a:schemeClr val="accent1"/>
            </a:solidFill>
            <a:ln w="57150" cap="flat">
              <a:solidFill>
                <a:schemeClr val="bg1"/>
              </a:solidFill>
              <a:miter lim="400000"/>
            </a:ln>
            <a:effectLst/>
          </p:spPr>
          <p:txBody>
            <a:bodyPr wrap="none" lIns="0" tIns="0" rIns="0" bIns="0" numCol="1" anchor="ctr">
              <a:normAutofit lnSpcReduction="10000"/>
            </a:bodyPr>
            <a:lstStyle>
              <a:defPPr>
                <a:defRPr lang="zh-CN"/>
              </a:defPPr>
              <a:lvl1pPr marL="0" algn="l" defTabSz="914377" rtl="0" eaLnBrk="1" latinLnBrk="0" hangingPunct="1">
                <a:defRPr sz="1800" kern="1200">
                  <a:solidFill>
                    <a:schemeClr val="tx1"/>
                  </a:solidFill>
                </a:defRPr>
              </a:lvl1pPr>
              <a:lvl2pPr marL="457189" algn="l" defTabSz="914377" rtl="0" eaLnBrk="1" latinLnBrk="0" hangingPunct="1">
                <a:defRPr sz="1800" kern="1200">
                  <a:solidFill>
                    <a:schemeClr val="tx1"/>
                  </a:solidFill>
                </a:defRPr>
              </a:lvl2pPr>
              <a:lvl3pPr marL="914377" algn="l" defTabSz="914377" rtl="0" eaLnBrk="1" latinLnBrk="0" hangingPunct="1">
                <a:defRPr sz="1800" kern="1200">
                  <a:solidFill>
                    <a:schemeClr val="tx1"/>
                  </a:solidFill>
                </a:defRPr>
              </a:lvl3pPr>
              <a:lvl4pPr marL="1371566" algn="l" defTabSz="914377" rtl="0" eaLnBrk="1" latinLnBrk="0" hangingPunct="1">
                <a:defRPr sz="1800" kern="1200">
                  <a:solidFill>
                    <a:schemeClr val="tx1"/>
                  </a:solidFill>
                </a:defRPr>
              </a:lvl4pPr>
              <a:lvl5pPr marL="1828754" algn="l" defTabSz="914377" rtl="0" eaLnBrk="1" latinLnBrk="0" hangingPunct="1">
                <a:defRPr sz="1800" kern="1200">
                  <a:solidFill>
                    <a:schemeClr val="tx1"/>
                  </a:solidFill>
                </a:defRPr>
              </a:lvl5pPr>
              <a:lvl6pPr marL="2285943" algn="l" defTabSz="914377" rtl="0" eaLnBrk="1" latinLnBrk="0" hangingPunct="1">
                <a:defRPr sz="1800" kern="1200">
                  <a:solidFill>
                    <a:schemeClr val="tx1"/>
                  </a:solidFill>
                </a:defRPr>
              </a:lvl6pPr>
              <a:lvl7pPr marL="2743131" algn="l" defTabSz="914377" rtl="0" eaLnBrk="1" latinLnBrk="0" hangingPunct="1">
                <a:defRPr sz="1800" kern="1200">
                  <a:solidFill>
                    <a:schemeClr val="tx1"/>
                  </a:solidFill>
                </a:defRPr>
              </a:lvl7pPr>
              <a:lvl8pPr marL="3200320" algn="l" defTabSz="914377" rtl="0" eaLnBrk="1" latinLnBrk="0" hangingPunct="1">
                <a:defRPr sz="1800" kern="1200">
                  <a:solidFill>
                    <a:schemeClr val="tx1"/>
                  </a:solidFill>
                </a:defRPr>
              </a:lvl8pPr>
              <a:lvl9pPr marL="3657509" algn="l" defTabSz="914377" rtl="0" eaLnBrk="1" latinLnBrk="0" hangingPunct="1">
                <a:defRPr sz="1800" kern="1200">
                  <a:solidFill>
                    <a:schemeClr val="tx1"/>
                  </a:solidFill>
                </a:defRPr>
              </a:lvl9pPr>
            </a:lstStyle>
            <a:p>
              <a:pPr lvl="0" algn="ctr">
                <a:defRPr sz="3200"/>
              </a:pPr>
              <a:r>
                <a:rPr lang="en-US" altLang="zh-CN" sz="1600" b="1" dirty="0">
                  <a:solidFill>
                    <a:schemeClr val="bg1"/>
                  </a:solidFill>
                </a:rPr>
                <a:t>4</a:t>
              </a:r>
              <a:endParaRPr sz="1600" b="1" dirty="0">
                <a:solidFill>
                  <a:schemeClr val="bg1"/>
                </a:solidFill>
              </a:endParaRPr>
            </a:p>
          </p:txBody>
        </p:sp>
      </p:grpSp>
      <p:sp>
        <p:nvSpPr>
          <p:cNvPr id="45" name="îSḷîḍê">
            <a:extLst>
              <a:ext uri="{FF2B5EF4-FFF2-40B4-BE49-F238E27FC236}">
                <a16:creationId xmlns:a16="http://schemas.microsoft.com/office/drawing/2014/main" xmlns="" id="{A198BC76-B567-4134-BF31-2B43718DB6F3}"/>
              </a:ext>
            </a:extLst>
          </p:cNvPr>
          <p:cNvSpPr/>
          <p:nvPr/>
        </p:nvSpPr>
        <p:spPr bwMode="auto">
          <a:xfrm>
            <a:off x="4584334" y="1995686"/>
            <a:ext cx="506226" cy="1033346"/>
          </a:xfrm>
          <a:prstGeom prst="rect">
            <a:avLst/>
          </a:prstGeom>
          <a:solidFill>
            <a:schemeClr val="tx2"/>
          </a:solidFill>
          <a:ln>
            <a:noFill/>
          </a:ln>
          <a:effectLst/>
        </p:spPr>
        <p:txBody>
          <a:bodyPr wrap="none" lIns="0" tIns="0" rIns="0" bIns="0" anchor="ctr">
            <a:normAutofit/>
          </a:bodyPr>
          <a:lstStyle>
            <a:lvl1pPr>
              <a:defRPr sz="1300" b="1">
                <a:solidFill>
                  <a:srgbClr val="000000"/>
                </a:solidFill>
              </a:defRPr>
            </a:lvl1pPr>
            <a:lvl2pPr marL="742950" indent="-285750">
              <a:defRPr sz="1300" b="1">
                <a:solidFill>
                  <a:srgbClr val="000000"/>
                </a:solidFill>
              </a:defRPr>
            </a:lvl2pPr>
            <a:lvl3pPr marL="1143000" indent="-228600">
              <a:defRPr sz="1300" b="1">
                <a:solidFill>
                  <a:srgbClr val="000000"/>
                </a:solidFill>
              </a:defRPr>
            </a:lvl3pPr>
            <a:lvl4pPr marL="1600200" indent="-228600">
              <a:defRPr sz="1300" b="1">
                <a:solidFill>
                  <a:srgbClr val="000000"/>
                </a:solidFill>
              </a:defRPr>
            </a:lvl4pPr>
            <a:lvl5pPr marL="2057400" indent="-228600">
              <a:defRPr sz="1300" b="1">
                <a:solidFill>
                  <a:srgbClr val="000000"/>
                </a:solidFill>
              </a:defRPr>
            </a:lvl5pPr>
            <a:lvl6pPr marL="2514600" indent="-228600" eaLnBrk="0" fontAlgn="base" hangingPunct="0">
              <a:spcBef>
                <a:spcPct val="0"/>
              </a:spcBef>
              <a:spcAft>
                <a:spcPct val="0"/>
              </a:spcAft>
              <a:defRPr sz="1300" b="1">
                <a:solidFill>
                  <a:srgbClr val="000000"/>
                </a:solidFill>
              </a:defRPr>
            </a:lvl6pPr>
            <a:lvl7pPr marL="2971800" indent="-228600" eaLnBrk="0" fontAlgn="base" hangingPunct="0">
              <a:spcBef>
                <a:spcPct val="0"/>
              </a:spcBef>
              <a:spcAft>
                <a:spcPct val="0"/>
              </a:spcAft>
              <a:defRPr sz="1300" b="1">
                <a:solidFill>
                  <a:srgbClr val="000000"/>
                </a:solidFill>
              </a:defRPr>
            </a:lvl7pPr>
            <a:lvl8pPr marL="3429000" indent="-228600" eaLnBrk="0" fontAlgn="base" hangingPunct="0">
              <a:spcBef>
                <a:spcPct val="0"/>
              </a:spcBef>
              <a:spcAft>
                <a:spcPct val="0"/>
              </a:spcAft>
              <a:defRPr sz="1300" b="1">
                <a:solidFill>
                  <a:srgbClr val="000000"/>
                </a:solidFill>
              </a:defRPr>
            </a:lvl8pPr>
            <a:lvl9pPr marL="3886200" indent="-228600" eaLnBrk="0" fontAlgn="base" hangingPunct="0">
              <a:spcBef>
                <a:spcPct val="0"/>
              </a:spcBef>
              <a:spcAft>
                <a:spcPct val="0"/>
              </a:spcAft>
              <a:defRPr sz="1300" b="1">
                <a:solidFill>
                  <a:srgbClr val="000000"/>
                </a:solidFill>
              </a:defRPr>
            </a:lvl9pPr>
          </a:lstStyle>
          <a:p>
            <a:pPr algn="ctr"/>
            <a:r>
              <a:rPr lang="en-US" altLang="zh-CN" sz="1600" dirty="0">
                <a:solidFill>
                  <a:schemeClr val="bg1"/>
                </a:solidFill>
              </a:rPr>
              <a:t>DVT </a:t>
            </a:r>
          </a:p>
        </p:txBody>
      </p:sp>
      <p:sp>
        <p:nvSpPr>
          <p:cNvPr id="3" name="文本框 2">
            <a:extLst>
              <a:ext uri="{FF2B5EF4-FFF2-40B4-BE49-F238E27FC236}">
                <a16:creationId xmlns:a16="http://schemas.microsoft.com/office/drawing/2014/main" xmlns="" id="{C4A271AB-E829-42FB-81E1-01CBF4612AD9}"/>
              </a:ext>
            </a:extLst>
          </p:cNvPr>
          <p:cNvSpPr txBox="1"/>
          <p:nvPr/>
        </p:nvSpPr>
        <p:spPr>
          <a:xfrm>
            <a:off x="3995936" y="1347614"/>
            <a:ext cx="1224136" cy="587084"/>
          </a:xfrm>
          <a:prstGeom prst="rect">
            <a:avLst/>
          </a:prstGeom>
          <a:noFill/>
        </p:spPr>
        <p:txBody>
          <a:bodyPr wrap="square" rtlCol="0">
            <a:spAutoFit/>
          </a:bodyPr>
          <a:lstStyle/>
          <a:p>
            <a:pPr algn="ctr">
              <a:lnSpc>
                <a:spcPct val="120000"/>
              </a:lnSpc>
            </a:pPr>
            <a:r>
              <a:rPr lang="zh-CN" altLang="en-US" sz="1400" b="1" dirty="0">
                <a:solidFill>
                  <a:schemeClr val="tx1">
                    <a:lumMod val="75000"/>
                    <a:lumOff val="25000"/>
                  </a:schemeClr>
                </a:solidFill>
              </a:rPr>
              <a:t>测试着重点对比</a:t>
            </a:r>
          </a:p>
        </p:txBody>
      </p:sp>
    </p:spTree>
    <p:extLst>
      <p:ext uri="{BB962C8B-B14F-4D97-AF65-F5344CB8AC3E}">
        <p14:creationId xmlns:p14="http://schemas.microsoft.com/office/powerpoint/2010/main" val="92020396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占位符 1"/>
          <p:cNvSpPr>
            <a:spLocks noGrp="1"/>
          </p:cNvSpPr>
          <p:nvPr>
            <p:ph type="body" sz="quarter" idx="13"/>
          </p:nvPr>
        </p:nvSpPr>
        <p:spPr/>
        <p:txBody>
          <a:bodyPr/>
          <a:lstStyle/>
          <a:p>
            <a:r>
              <a:rPr lang="en-US" altLang="zh-CN" dirty="0">
                <a:latin typeface="+mn-lt"/>
                <a:ea typeface="+mn-ea"/>
                <a:cs typeface="+mn-ea"/>
                <a:sym typeface="+mn-lt"/>
              </a:rPr>
              <a:t>DVT</a:t>
            </a:r>
            <a:r>
              <a:rPr lang="zh-CN" altLang="en-US" dirty="0">
                <a:latin typeface="+mn-lt"/>
                <a:ea typeface="+mn-ea"/>
                <a:cs typeface="+mn-ea"/>
                <a:sym typeface="+mn-lt"/>
              </a:rPr>
              <a:t>测试</a:t>
            </a:r>
            <a:r>
              <a:rPr lang="en-US" altLang="zh-CN" dirty="0">
                <a:latin typeface="+mn-lt"/>
                <a:ea typeface="+mn-ea"/>
                <a:cs typeface="+mn-ea"/>
                <a:sym typeface="+mn-lt"/>
              </a:rPr>
              <a:t>——</a:t>
            </a:r>
            <a:r>
              <a:rPr lang="zh-CN" altLang="en-US" dirty="0">
                <a:latin typeface="+mn-lt"/>
                <a:ea typeface="+mn-ea"/>
                <a:cs typeface="+mn-ea"/>
                <a:sym typeface="+mn-lt"/>
              </a:rPr>
              <a:t>散热测试</a:t>
            </a:r>
          </a:p>
        </p:txBody>
      </p:sp>
      <p:sp>
        <p:nvSpPr>
          <p:cNvPr id="4" name="文本框 3"/>
          <p:cNvSpPr txBox="1"/>
          <p:nvPr/>
        </p:nvSpPr>
        <p:spPr>
          <a:xfrm>
            <a:off x="395536" y="699542"/>
            <a:ext cx="6998452" cy="2215350"/>
          </a:xfrm>
          <a:prstGeom prst="rect">
            <a:avLst/>
          </a:prstGeom>
          <a:noFill/>
        </p:spPr>
        <p:txBody>
          <a:bodyPr wrap="square" rtlCol="0">
            <a:spAutoFit/>
          </a:bodyPr>
          <a:lstStyle/>
          <a:p>
            <a:pPr marL="285750" indent="-285750">
              <a:lnSpc>
                <a:spcPct val="120000"/>
              </a:lnSpc>
              <a:buFont typeface="Wingdings" panose="05000000000000000000" pitchFamily="2" charset="2"/>
              <a:buChar char="l"/>
            </a:pPr>
            <a:r>
              <a:rPr lang="zh-CN" altLang="en-US" sz="1400" b="1" dirty="0">
                <a:solidFill>
                  <a:schemeClr val="tx1">
                    <a:lumMod val="95000"/>
                    <a:lumOff val="5000"/>
                  </a:schemeClr>
                </a:solidFill>
                <a:cs typeface="+mn-ea"/>
                <a:sym typeface="+mn-lt"/>
              </a:rPr>
              <a:t>测试目的：</a:t>
            </a:r>
            <a:endParaRPr lang="en-US" altLang="zh-CN" sz="1400" b="1" dirty="0">
              <a:solidFill>
                <a:schemeClr val="tx1">
                  <a:lumMod val="95000"/>
                  <a:lumOff val="5000"/>
                </a:schemeClr>
              </a:solidFill>
              <a:cs typeface="+mn-ea"/>
              <a:sym typeface="+mn-lt"/>
            </a:endParaRPr>
          </a:p>
          <a:p>
            <a:pPr marL="742950" lvl="1" indent="-285750">
              <a:lnSpc>
                <a:spcPct val="120000"/>
              </a:lnSpc>
              <a:buFont typeface="Arial" panose="020B0604020202020204" pitchFamily="34" charset="0"/>
              <a:buChar char="•"/>
            </a:pPr>
            <a:r>
              <a:rPr lang="zh-CN" altLang="en-US" sz="1200" dirty="0">
                <a:solidFill>
                  <a:schemeClr val="tx1">
                    <a:lumMod val="95000"/>
                    <a:lumOff val="5000"/>
                  </a:schemeClr>
                </a:solidFill>
                <a:cs typeface="+mn-ea"/>
                <a:sym typeface="+mn-lt"/>
              </a:rPr>
              <a:t>验证</a:t>
            </a:r>
            <a:r>
              <a:rPr lang="en-US" altLang="zh-CN" sz="1200" dirty="0">
                <a:solidFill>
                  <a:schemeClr val="tx1">
                    <a:lumMod val="95000"/>
                    <a:lumOff val="5000"/>
                  </a:schemeClr>
                </a:solidFill>
                <a:cs typeface="+mn-ea"/>
                <a:sym typeface="+mn-lt"/>
              </a:rPr>
              <a:t>EVT</a:t>
            </a:r>
            <a:r>
              <a:rPr lang="zh-CN" altLang="en-US" sz="1200" dirty="0">
                <a:solidFill>
                  <a:schemeClr val="tx1">
                    <a:lumMod val="95000"/>
                    <a:lumOff val="5000"/>
                  </a:schemeClr>
                </a:solidFill>
                <a:cs typeface="+mn-ea"/>
                <a:sym typeface="+mn-lt"/>
              </a:rPr>
              <a:t>修改后整机系统的散热，是否达到</a:t>
            </a:r>
            <a:r>
              <a:rPr lang="en-US" altLang="zh-CN" sz="1200" dirty="0">
                <a:solidFill>
                  <a:schemeClr val="tx1">
                    <a:lumMod val="95000"/>
                    <a:lumOff val="5000"/>
                  </a:schemeClr>
                </a:solidFill>
                <a:cs typeface="+mn-ea"/>
                <a:sym typeface="+mn-lt"/>
              </a:rPr>
              <a:t>PRD</a:t>
            </a:r>
            <a:r>
              <a:rPr lang="zh-CN" altLang="en-US" sz="1200" dirty="0">
                <a:solidFill>
                  <a:schemeClr val="tx1">
                    <a:lumMod val="95000"/>
                    <a:lumOff val="5000"/>
                  </a:schemeClr>
                </a:solidFill>
                <a:cs typeface="+mn-ea"/>
                <a:sym typeface="+mn-lt"/>
              </a:rPr>
              <a:t>规定的环境温度（高温）标准；</a:t>
            </a:r>
            <a:endParaRPr lang="en-US" altLang="zh-CN" sz="1200" dirty="0">
              <a:solidFill>
                <a:schemeClr val="tx1">
                  <a:lumMod val="95000"/>
                  <a:lumOff val="5000"/>
                </a:schemeClr>
              </a:solidFill>
              <a:cs typeface="+mn-ea"/>
              <a:sym typeface="+mn-lt"/>
            </a:endParaRPr>
          </a:p>
          <a:p>
            <a:pPr marL="742950" lvl="1" indent="-285750">
              <a:lnSpc>
                <a:spcPct val="120000"/>
              </a:lnSpc>
              <a:buFont typeface="Arial" panose="020B0604020202020204" pitchFamily="34" charset="0"/>
              <a:buChar char="•"/>
            </a:pPr>
            <a:r>
              <a:rPr lang="zh-CN" altLang="en-US" sz="1200" dirty="0">
                <a:solidFill>
                  <a:srgbClr val="3333CC"/>
                </a:solidFill>
                <a:cs typeface="+mn-ea"/>
                <a:sym typeface="+mn-lt"/>
              </a:rPr>
              <a:t>完善风扇调速策略，完成风扇调试优化</a:t>
            </a:r>
            <a:r>
              <a:rPr lang="en-US" altLang="zh-CN" sz="1200" dirty="0">
                <a:solidFill>
                  <a:srgbClr val="3333CC"/>
                </a:solidFill>
                <a:cs typeface="+mn-ea"/>
                <a:sym typeface="+mn-lt"/>
              </a:rPr>
              <a:t> </a:t>
            </a:r>
            <a:r>
              <a:rPr lang="zh-CN" altLang="en-US" sz="1200" dirty="0">
                <a:solidFill>
                  <a:srgbClr val="3333CC"/>
                </a:solidFill>
                <a:cs typeface="+mn-ea"/>
                <a:sym typeface="+mn-lt"/>
              </a:rPr>
              <a:t>；</a:t>
            </a:r>
            <a:r>
              <a:rPr lang="en-US" altLang="zh-CN" sz="1200" dirty="0">
                <a:solidFill>
                  <a:srgbClr val="3333CC"/>
                </a:solidFill>
                <a:cs typeface="+mn-ea"/>
                <a:sym typeface="+mn-lt"/>
              </a:rPr>
              <a:t>         </a:t>
            </a:r>
          </a:p>
          <a:p>
            <a:pPr marL="285750" indent="-285750">
              <a:lnSpc>
                <a:spcPct val="120000"/>
              </a:lnSpc>
              <a:buFont typeface="Wingdings" panose="05000000000000000000" pitchFamily="2" charset="2"/>
              <a:buChar char="l"/>
            </a:pPr>
            <a:r>
              <a:rPr lang="zh-CN" altLang="en-US" sz="1400" b="1" dirty="0">
                <a:solidFill>
                  <a:schemeClr val="tx1">
                    <a:lumMod val="95000"/>
                    <a:lumOff val="5000"/>
                  </a:schemeClr>
                </a:solidFill>
                <a:cs typeface="+mn-ea"/>
                <a:sym typeface="+mn-lt"/>
              </a:rPr>
              <a:t>测试内容：</a:t>
            </a:r>
            <a:endParaRPr lang="en-US" altLang="zh-CN" sz="1400" b="1" dirty="0">
              <a:solidFill>
                <a:schemeClr val="tx1">
                  <a:lumMod val="95000"/>
                  <a:lumOff val="5000"/>
                </a:schemeClr>
              </a:solidFill>
              <a:cs typeface="+mn-ea"/>
              <a:sym typeface="+mn-lt"/>
            </a:endParaRPr>
          </a:p>
          <a:p>
            <a:pPr marL="742950" lvl="1" indent="-285750">
              <a:lnSpc>
                <a:spcPct val="120000"/>
              </a:lnSpc>
              <a:buFont typeface="Arial" panose="020B0604020202020204" pitchFamily="34" charset="0"/>
              <a:buChar char="•"/>
            </a:pPr>
            <a:r>
              <a:rPr lang="zh-CN" altLang="en-US" sz="1200" dirty="0">
                <a:solidFill>
                  <a:schemeClr val="tx1">
                    <a:lumMod val="95000"/>
                    <a:lumOff val="5000"/>
                  </a:schemeClr>
                </a:solidFill>
                <a:cs typeface="+mn-ea"/>
                <a:sym typeface="+mn-lt"/>
              </a:rPr>
              <a:t>验证</a:t>
            </a:r>
            <a:r>
              <a:rPr lang="zh-CN" altLang="en-US" sz="1200" dirty="0">
                <a:solidFill>
                  <a:srgbClr val="3333CC"/>
                </a:solidFill>
                <a:cs typeface="+mn-ea"/>
                <a:sym typeface="+mn-lt"/>
              </a:rPr>
              <a:t>改版后</a:t>
            </a:r>
            <a:r>
              <a:rPr lang="zh-CN" altLang="en-US" sz="1200" dirty="0">
                <a:solidFill>
                  <a:schemeClr val="tx1">
                    <a:lumMod val="95000"/>
                    <a:lumOff val="5000"/>
                  </a:schemeClr>
                </a:solidFill>
                <a:cs typeface="+mn-ea"/>
                <a:sym typeface="+mn-lt"/>
              </a:rPr>
              <a:t>不同厂商的风扇、散热器性能，选取最优风扇、散热器方案；（</a:t>
            </a:r>
            <a:r>
              <a:rPr lang="en-US" altLang="zh-CN" sz="1200" dirty="0">
                <a:solidFill>
                  <a:schemeClr val="tx1">
                    <a:lumMod val="95000"/>
                    <a:lumOff val="5000"/>
                  </a:schemeClr>
                </a:solidFill>
                <a:cs typeface="+mn-ea"/>
                <a:sym typeface="+mn-lt"/>
              </a:rPr>
              <a:t>1w</a:t>
            </a:r>
            <a:r>
              <a:rPr lang="zh-CN" altLang="en-US" sz="1200" dirty="0">
                <a:solidFill>
                  <a:schemeClr val="tx1">
                    <a:lumMod val="95000"/>
                    <a:lumOff val="5000"/>
                  </a:schemeClr>
                </a:solidFill>
                <a:cs typeface="+mn-ea"/>
                <a:sym typeface="+mn-lt"/>
              </a:rPr>
              <a:t>）</a:t>
            </a:r>
            <a:endParaRPr lang="en-US" altLang="zh-CN" sz="1200" dirty="0">
              <a:solidFill>
                <a:schemeClr val="tx1">
                  <a:lumMod val="95000"/>
                  <a:lumOff val="5000"/>
                </a:schemeClr>
              </a:solidFill>
              <a:cs typeface="+mn-ea"/>
              <a:sym typeface="+mn-lt"/>
            </a:endParaRPr>
          </a:p>
          <a:p>
            <a:pPr marL="742950" lvl="1" indent="-285750">
              <a:lnSpc>
                <a:spcPct val="120000"/>
              </a:lnSpc>
              <a:buFont typeface="Arial" panose="020B0604020202020204" pitchFamily="34" charset="0"/>
              <a:buChar char="•"/>
            </a:pPr>
            <a:r>
              <a:rPr lang="zh-CN" altLang="en-US" sz="1200" dirty="0">
                <a:solidFill>
                  <a:schemeClr val="tx1">
                    <a:lumMod val="95000"/>
                    <a:lumOff val="5000"/>
                  </a:schemeClr>
                </a:solidFill>
                <a:cs typeface="+mn-ea"/>
                <a:sym typeface="+mn-lt"/>
              </a:rPr>
              <a:t>验证</a:t>
            </a:r>
            <a:r>
              <a:rPr lang="zh-CN" altLang="en-US" sz="1200" dirty="0">
                <a:solidFill>
                  <a:srgbClr val="3333CC"/>
                </a:solidFill>
                <a:cs typeface="+mn-ea"/>
                <a:sym typeface="+mn-lt"/>
              </a:rPr>
              <a:t>改版后</a:t>
            </a:r>
            <a:r>
              <a:rPr lang="zh-CN" altLang="en-US" sz="1200" dirty="0">
                <a:solidFill>
                  <a:schemeClr val="tx1">
                    <a:lumMod val="95000"/>
                    <a:lumOff val="5000"/>
                  </a:schemeClr>
                </a:solidFill>
                <a:cs typeface="+mn-ea"/>
                <a:sym typeface="+mn-lt"/>
              </a:rPr>
              <a:t>导风罩设计方案，是否满足散热要求；（</a:t>
            </a:r>
            <a:r>
              <a:rPr lang="en-US" altLang="zh-CN" sz="1200" dirty="0">
                <a:solidFill>
                  <a:schemeClr val="tx1">
                    <a:lumMod val="95000"/>
                    <a:lumOff val="5000"/>
                  </a:schemeClr>
                </a:solidFill>
                <a:cs typeface="+mn-ea"/>
                <a:sym typeface="+mn-lt"/>
              </a:rPr>
              <a:t> 1w</a:t>
            </a:r>
            <a:r>
              <a:rPr lang="zh-CN" altLang="en-US" sz="1200" dirty="0">
                <a:solidFill>
                  <a:schemeClr val="tx1">
                    <a:lumMod val="95000"/>
                    <a:lumOff val="5000"/>
                  </a:schemeClr>
                </a:solidFill>
                <a:cs typeface="+mn-ea"/>
                <a:sym typeface="+mn-lt"/>
              </a:rPr>
              <a:t>）</a:t>
            </a:r>
            <a:endParaRPr lang="en-US" altLang="zh-CN" sz="1200" dirty="0">
              <a:solidFill>
                <a:schemeClr val="tx1">
                  <a:lumMod val="95000"/>
                  <a:lumOff val="5000"/>
                </a:schemeClr>
              </a:solidFill>
              <a:cs typeface="+mn-ea"/>
              <a:sym typeface="+mn-lt"/>
            </a:endParaRPr>
          </a:p>
          <a:p>
            <a:pPr marL="742950" lvl="1" indent="-285750">
              <a:lnSpc>
                <a:spcPct val="120000"/>
              </a:lnSpc>
              <a:buFont typeface="Arial" panose="020B0604020202020204" pitchFamily="34" charset="0"/>
              <a:buChar char="•"/>
            </a:pPr>
            <a:r>
              <a:rPr lang="zh-CN" altLang="en-US" sz="1200" dirty="0">
                <a:solidFill>
                  <a:schemeClr val="tx1">
                    <a:lumMod val="95000"/>
                    <a:lumOff val="5000"/>
                  </a:schemeClr>
                </a:solidFill>
                <a:cs typeface="+mn-ea"/>
                <a:sym typeface="+mn-lt"/>
              </a:rPr>
              <a:t>根据方案调整风扇转速（不同转速），在规定的最高环境温度下观察不同配置、不同部件是否达到散热要求；（</a:t>
            </a:r>
            <a:r>
              <a:rPr lang="en-US" altLang="zh-CN" sz="1200" dirty="0">
                <a:solidFill>
                  <a:schemeClr val="tx1">
                    <a:lumMod val="95000"/>
                    <a:lumOff val="5000"/>
                  </a:schemeClr>
                </a:solidFill>
                <a:cs typeface="+mn-ea"/>
                <a:sym typeface="+mn-lt"/>
              </a:rPr>
              <a:t>3~4w</a:t>
            </a:r>
            <a:r>
              <a:rPr lang="zh-CN" altLang="en-US" sz="1200" dirty="0">
                <a:solidFill>
                  <a:schemeClr val="tx1">
                    <a:lumMod val="95000"/>
                    <a:lumOff val="5000"/>
                  </a:schemeClr>
                </a:solidFill>
                <a:cs typeface="+mn-ea"/>
                <a:sym typeface="+mn-lt"/>
              </a:rPr>
              <a:t>）</a:t>
            </a:r>
            <a:endParaRPr lang="en-US" altLang="zh-CN" sz="1200" dirty="0">
              <a:solidFill>
                <a:schemeClr val="tx1">
                  <a:lumMod val="95000"/>
                  <a:lumOff val="5000"/>
                </a:schemeClr>
              </a:solidFill>
              <a:cs typeface="+mn-ea"/>
              <a:sym typeface="+mn-lt"/>
            </a:endParaRPr>
          </a:p>
          <a:p>
            <a:pPr marL="742950" lvl="1" indent="-285750">
              <a:lnSpc>
                <a:spcPct val="120000"/>
              </a:lnSpc>
              <a:buFont typeface="Arial" panose="020B0604020202020204" pitchFamily="34" charset="0"/>
              <a:buChar char="•"/>
            </a:pPr>
            <a:r>
              <a:rPr lang="zh-CN" altLang="en-US" sz="1200" dirty="0">
                <a:solidFill>
                  <a:schemeClr val="tx1">
                    <a:lumMod val="95000"/>
                    <a:lumOff val="5000"/>
                  </a:schemeClr>
                </a:solidFill>
                <a:cs typeface="+mn-ea"/>
                <a:sym typeface="+mn-lt"/>
              </a:rPr>
              <a:t>高低温下拉载不同风扇转速，压力状态下收集调试测试数据；（</a:t>
            </a:r>
            <a:r>
              <a:rPr lang="en-US" altLang="zh-CN" sz="1200" dirty="0">
                <a:solidFill>
                  <a:schemeClr val="tx1">
                    <a:lumMod val="95000"/>
                    <a:lumOff val="5000"/>
                  </a:schemeClr>
                </a:solidFill>
                <a:cs typeface="+mn-ea"/>
                <a:sym typeface="+mn-lt"/>
              </a:rPr>
              <a:t>1w)</a:t>
            </a:r>
          </a:p>
        </p:txBody>
      </p:sp>
      <p:sp>
        <p:nvSpPr>
          <p:cNvPr id="11" name="文本框 10"/>
          <p:cNvSpPr txBox="1"/>
          <p:nvPr/>
        </p:nvSpPr>
        <p:spPr>
          <a:xfrm>
            <a:off x="468313" y="3003798"/>
            <a:ext cx="1959191" cy="328551"/>
          </a:xfrm>
          <a:prstGeom prst="rect">
            <a:avLst/>
          </a:prstGeom>
          <a:noFill/>
        </p:spPr>
        <p:txBody>
          <a:bodyPr wrap="none" rtlCol="0">
            <a:spAutoFit/>
          </a:bodyPr>
          <a:lstStyle/>
          <a:p>
            <a:pPr marL="285750" indent="-285750">
              <a:lnSpc>
                <a:spcPct val="120000"/>
              </a:lnSpc>
              <a:buFont typeface="Wingdings" panose="05000000000000000000" pitchFamily="2" charset="2"/>
              <a:buChar char="l"/>
            </a:pPr>
            <a:r>
              <a:rPr lang="zh-CN" altLang="en-US" sz="1400" b="1" dirty="0">
                <a:solidFill>
                  <a:schemeClr val="tx1">
                    <a:lumMod val="95000"/>
                    <a:lumOff val="5000"/>
                  </a:schemeClr>
                </a:solidFill>
                <a:cs typeface="+mn-ea"/>
              </a:rPr>
              <a:t>散热器</a:t>
            </a:r>
            <a:r>
              <a:rPr lang="en-US" altLang="zh-CN" sz="1400" b="1" dirty="0">
                <a:solidFill>
                  <a:schemeClr val="tx1">
                    <a:lumMod val="95000"/>
                    <a:lumOff val="5000"/>
                  </a:schemeClr>
                </a:solidFill>
                <a:cs typeface="+mn-ea"/>
              </a:rPr>
              <a:t>/</a:t>
            </a:r>
            <a:r>
              <a:rPr lang="zh-CN" altLang="en-US" sz="1400" b="1" dirty="0">
                <a:solidFill>
                  <a:schemeClr val="tx1">
                    <a:lumMod val="95000"/>
                    <a:lumOff val="5000"/>
                  </a:schemeClr>
                </a:solidFill>
                <a:cs typeface="+mn-ea"/>
              </a:rPr>
              <a:t>风扇开模：</a:t>
            </a:r>
          </a:p>
        </p:txBody>
      </p:sp>
      <p:sp>
        <p:nvSpPr>
          <p:cNvPr id="12" name="文本框 11"/>
          <p:cNvSpPr txBox="1"/>
          <p:nvPr/>
        </p:nvSpPr>
        <p:spPr>
          <a:xfrm>
            <a:off x="827584" y="3291830"/>
            <a:ext cx="2517036" cy="738023"/>
          </a:xfrm>
          <a:prstGeom prst="rect">
            <a:avLst/>
          </a:prstGeom>
          <a:noFill/>
        </p:spPr>
        <p:txBody>
          <a:bodyPr wrap="none" rtlCol="0">
            <a:spAutoFit/>
          </a:bodyPr>
          <a:lstStyle/>
          <a:p>
            <a:pPr marL="285750" indent="-285750">
              <a:lnSpc>
                <a:spcPct val="120000"/>
              </a:lnSpc>
              <a:buFont typeface="Arial" panose="020B0604020202020204" pitchFamily="34" charset="0"/>
              <a:buChar char="•"/>
            </a:pPr>
            <a:r>
              <a:rPr lang="zh-CN" altLang="en-US" sz="1200" dirty="0">
                <a:solidFill>
                  <a:schemeClr val="tx1">
                    <a:lumMod val="95000"/>
                    <a:lumOff val="5000"/>
                  </a:schemeClr>
                </a:solidFill>
              </a:rPr>
              <a:t>申请物料正品料号；</a:t>
            </a:r>
            <a:endParaRPr lang="en-US" altLang="zh-CN" sz="1200" dirty="0">
              <a:solidFill>
                <a:schemeClr val="tx1">
                  <a:lumMod val="95000"/>
                  <a:lumOff val="5000"/>
                </a:schemeClr>
              </a:solidFill>
            </a:endParaRPr>
          </a:p>
          <a:p>
            <a:pPr marL="285750" indent="-285750">
              <a:lnSpc>
                <a:spcPct val="120000"/>
              </a:lnSpc>
              <a:buFont typeface="Arial" panose="020B0604020202020204" pitchFamily="34" charset="0"/>
              <a:buChar char="•"/>
            </a:pPr>
            <a:r>
              <a:rPr lang="zh-CN" altLang="en-US" sz="1200" dirty="0">
                <a:solidFill>
                  <a:schemeClr val="tx1">
                    <a:lumMod val="95000"/>
                    <a:lumOff val="5000"/>
                  </a:schemeClr>
                </a:solidFill>
              </a:rPr>
              <a:t>散热器</a:t>
            </a:r>
            <a:r>
              <a:rPr lang="en-US" altLang="zh-CN" sz="1200" dirty="0">
                <a:solidFill>
                  <a:schemeClr val="tx1">
                    <a:lumMod val="95000"/>
                    <a:lumOff val="5000"/>
                  </a:schemeClr>
                </a:solidFill>
              </a:rPr>
              <a:t>/</a:t>
            </a:r>
            <a:r>
              <a:rPr lang="zh-CN" altLang="en-US" sz="1200" dirty="0">
                <a:solidFill>
                  <a:schemeClr val="tx1">
                    <a:lumMod val="95000"/>
                    <a:lumOff val="5000"/>
                  </a:schemeClr>
                </a:solidFill>
              </a:rPr>
              <a:t>风扇开模；</a:t>
            </a:r>
            <a:endParaRPr lang="en-US" altLang="zh-CN" sz="1200" dirty="0">
              <a:solidFill>
                <a:schemeClr val="tx1">
                  <a:lumMod val="95000"/>
                  <a:lumOff val="5000"/>
                </a:schemeClr>
              </a:solidFill>
            </a:endParaRPr>
          </a:p>
          <a:p>
            <a:pPr marL="285750" indent="-285750">
              <a:lnSpc>
                <a:spcPct val="120000"/>
              </a:lnSpc>
              <a:buFont typeface="Arial" panose="020B0604020202020204" pitchFamily="34" charset="0"/>
              <a:buChar char="•"/>
            </a:pPr>
            <a:r>
              <a:rPr lang="zh-CN" altLang="en-US" sz="1200" dirty="0">
                <a:solidFill>
                  <a:schemeClr val="tx1">
                    <a:lumMod val="95000"/>
                    <a:lumOff val="5000"/>
                  </a:schemeClr>
                </a:solidFill>
              </a:rPr>
              <a:t>散热器</a:t>
            </a:r>
            <a:r>
              <a:rPr lang="en-US" altLang="zh-CN" sz="1200" dirty="0">
                <a:solidFill>
                  <a:schemeClr val="tx1">
                    <a:lumMod val="95000"/>
                    <a:lumOff val="5000"/>
                  </a:schemeClr>
                </a:solidFill>
              </a:rPr>
              <a:t>/</a:t>
            </a:r>
            <a:r>
              <a:rPr lang="zh-CN" altLang="en-US" sz="1200" dirty="0">
                <a:solidFill>
                  <a:schemeClr val="tx1">
                    <a:lumMod val="95000"/>
                    <a:lumOff val="5000"/>
                  </a:schemeClr>
                </a:solidFill>
              </a:rPr>
              <a:t>风扇模具品性能测试；</a:t>
            </a:r>
          </a:p>
        </p:txBody>
      </p:sp>
      <p:sp>
        <p:nvSpPr>
          <p:cNvPr id="13" name="文本框 12"/>
          <p:cNvSpPr txBox="1"/>
          <p:nvPr/>
        </p:nvSpPr>
        <p:spPr>
          <a:xfrm>
            <a:off x="3635896" y="3003798"/>
            <a:ext cx="1370888" cy="328551"/>
          </a:xfrm>
          <a:prstGeom prst="rect">
            <a:avLst/>
          </a:prstGeom>
          <a:noFill/>
        </p:spPr>
        <p:txBody>
          <a:bodyPr wrap="none" rtlCol="0">
            <a:spAutoFit/>
          </a:bodyPr>
          <a:lstStyle/>
          <a:p>
            <a:pPr marL="285750" indent="-285750">
              <a:lnSpc>
                <a:spcPct val="120000"/>
              </a:lnSpc>
              <a:buFont typeface="Wingdings" panose="05000000000000000000" pitchFamily="2" charset="2"/>
              <a:buChar char="l"/>
            </a:pPr>
            <a:r>
              <a:rPr lang="zh-CN" altLang="en-US" sz="1400" b="1" dirty="0">
                <a:solidFill>
                  <a:schemeClr val="tx1">
                    <a:lumMod val="95000"/>
                    <a:lumOff val="5000"/>
                  </a:schemeClr>
                </a:solidFill>
              </a:rPr>
              <a:t>输出内容：</a:t>
            </a:r>
          </a:p>
        </p:txBody>
      </p:sp>
      <p:sp>
        <p:nvSpPr>
          <p:cNvPr id="14" name="文本框 13"/>
          <p:cNvSpPr txBox="1"/>
          <p:nvPr/>
        </p:nvSpPr>
        <p:spPr>
          <a:xfrm>
            <a:off x="3995936" y="3291830"/>
            <a:ext cx="2448272" cy="959622"/>
          </a:xfrm>
          <a:prstGeom prst="rect">
            <a:avLst/>
          </a:prstGeom>
          <a:noFill/>
        </p:spPr>
        <p:txBody>
          <a:bodyPr wrap="square" rtlCol="0">
            <a:spAutoFit/>
          </a:bodyPr>
          <a:lstStyle/>
          <a:p>
            <a:pPr marL="285750" indent="-285750">
              <a:lnSpc>
                <a:spcPct val="120000"/>
              </a:lnSpc>
              <a:buFont typeface="Arial" panose="020B0604020202020204" pitchFamily="34" charset="0"/>
              <a:buChar char="•"/>
            </a:pPr>
            <a:r>
              <a:rPr lang="en-US" altLang="zh-CN" sz="1200" dirty="0">
                <a:solidFill>
                  <a:schemeClr val="tx1">
                    <a:lumMod val="95000"/>
                    <a:lumOff val="5000"/>
                  </a:schemeClr>
                </a:solidFill>
              </a:rPr>
              <a:t>DVT</a:t>
            </a:r>
            <a:r>
              <a:rPr lang="zh-CN" altLang="en-US" sz="1200" dirty="0">
                <a:solidFill>
                  <a:schemeClr val="tx1">
                    <a:lumMod val="95000"/>
                    <a:lumOff val="5000"/>
                  </a:schemeClr>
                </a:solidFill>
              </a:rPr>
              <a:t>散热测试报告；</a:t>
            </a:r>
          </a:p>
          <a:p>
            <a:pPr marL="285750" indent="-285750">
              <a:lnSpc>
                <a:spcPct val="120000"/>
              </a:lnSpc>
              <a:buFont typeface="Arial" panose="020B0604020202020204" pitchFamily="34" charset="0"/>
              <a:buChar char="•"/>
            </a:pPr>
            <a:r>
              <a:rPr lang="zh-CN" altLang="en-US" sz="1200" dirty="0">
                <a:solidFill>
                  <a:schemeClr val="tx1">
                    <a:lumMod val="95000"/>
                    <a:lumOff val="5000"/>
                  </a:schemeClr>
                </a:solidFill>
              </a:rPr>
              <a:t>风扇控速表</a:t>
            </a:r>
            <a:r>
              <a:rPr lang="en-US" altLang="zh-CN" sz="1200" dirty="0">
                <a:solidFill>
                  <a:schemeClr val="tx1">
                    <a:lumMod val="95000"/>
                    <a:lumOff val="5000"/>
                  </a:schemeClr>
                </a:solidFill>
              </a:rPr>
              <a:t>V1.0</a:t>
            </a:r>
            <a:r>
              <a:rPr lang="zh-CN" altLang="en-US" sz="1200" dirty="0">
                <a:solidFill>
                  <a:schemeClr val="tx1">
                    <a:lumMod val="95000"/>
                    <a:lumOff val="5000"/>
                  </a:schemeClr>
                </a:solidFill>
              </a:rPr>
              <a:t>；</a:t>
            </a:r>
            <a:endParaRPr lang="en-US" altLang="zh-CN" sz="1200" dirty="0">
              <a:solidFill>
                <a:schemeClr val="tx1">
                  <a:lumMod val="95000"/>
                  <a:lumOff val="5000"/>
                </a:schemeClr>
              </a:solidFill>
            </a:endParaRPr>
          </a:p>
          <a:p>
            <a:pPr marL="285750" indent="-285750">
              <a:lnSpc>
                <a:spcPct val="120000"/>
              </a:lnSpc>
              <a:buFont typeface="Arial" panose="020B0604020202020204" pitchFamily="34" charset="0"/>
              <a:buChar char="•"/>
            </a:pPr>
            <a:r>
              <a:rPr lang="zh-CN" altLang="en-US" sz="1200" dirty="0">
                <a:solidFill>
                  <a:schemeClr val="tx1">
                    <a:lumMod val="95000"/>
                    <a:lumOff val="5000"/>
                  </a:schemeClr>
                </a:solidFill>
              </a:rPr>
              <a:t>散热器、风扇规格书；</a:t>
            </a:r>
            <a:endParaRPr lang="en-US" altLang="zh-CN" sz="1200" dirty="0">
              <a:solidFill>
                <a:schemeClr val="tx1">
                  <a:lumMod val="95000"/>
                  <a:lumOff val="5000"/>
                </a:schemeClr>
              </a:solidFill>
            </a:endParaRPr>
          </a:p>
          <a:p>
            <a:pPr marL="285750" indent="-285750">
              <a:lnSpc>
                <a:spcPct val="120000"/>
              </a:lnSpc>
              <a:buFont typeface="Arial" panose="020B0604020202020204" pitchFamily="34" charset="0"/>
              <a:buChar char="•"/>
            </a:pPr>
            <a:r>
              <a:rPr lang="zh-CN" altLang="en-US" sz="1200" dirty="0">
                <a:solidFill>
                  <a:schemeClr val="tx1">
                    <a:lumMod val="95000"/>
                    <a:lumOff val="5000"/>
                  </a:schemeClr>
                </a:solidFill>
              </a:rPr>
              <a:t>散热器模具品限度样品；</a:t>
            </a:r>
          </a:p>
        </p:txBody>
      </p:sp>
      <p:sp>
        <p:nvSpPr>
          <p:cNvPr id="3" name="矩形: 圆角 2">
            <a:extLst>
              <a:ext uri="{FF2B5EF4-FFF2-40B4-BE49-F238E27FC236}">
                <a16:creationId xmlns:a16="http://schemas.microsoft.com/office/drawing/2014/main" xmlns="" id="{33D97C9A-521A-4AB1-A817-D4FDC5241C05}"/>
              </a:ext>
            </a:extLst>
          </p:cNvPr>
          <p:cNvSpPr/>
          <p:nvPr/>
        </p:nvSpPr>
        <p:spPr>
          <a:xfrm>
            <a:off x="468313" y="2931790"/>
            <a:ext cx="7560840" cy="1656184"/>
          </a:xfrm>
          <a:prstGeom prst="roundRect">
            <a:avLst/>
          </a:prstGeom>
          <a:noFill/>
          <a:ln>
            <a:solidFill>
              <a:srgbClr val="AD2830"/>
            </a:solidFill>
          </a:ln>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endParaRPr lang="zh-CN" altLang="en-US"/>
          </a:p>
        </p:txBody>
      </p:sp>
    </p:spTree>
    <p:extLst>
      <p:ext uri="{BB962C8B-B14F-4D97-AF65-F5344CB8AC3E}">
        <p14:creationId xmlns:p14="http://schemas.microsoft.com/office/powerpoint/2010/main" val="240653728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占位符 1"/>
          <p:cNvSpPr>
            <a:spLocks noGrp="1"/>
          </p:cNvSpPr>
          <p:nvPr>
            <p:ph type="body" sz="quarter" idx="13"/>
          </p:nvPr>
        </p:nvSpPr>
        <p:spPr/>
        <p:txBody>
          <a:bodyPr/>
          <a:lstStyle/>
          <a:p>
            <a:r>
              <a:rPr lang="en-US" altLang="zh-CN" dirty="0">
                <a:latin typeface="+mn-lt"/>
                <a:ea typeface="+mn-ea"/>
                <a:cs typeface="+mn-ea"/>
                <a:sym typeface="+mn-lt"/>
              </a:rPr>
              <a:t>DVT</a:t>
            </a:r>
            <a:r>
              <a:rPr lang="zh-CN" altLang="en-US" dirty="0">
                <a:latin typeface="+mn-lt"/>
                <a:ea typeface="+mn-ea"/>
                <a:cs typeface="+mn-ea"/>
                <a:sym typeface="+mn-lt"/>
              </a:rPr>
              <a:t>测试</a:t>
            </a:r>
            <a:r>
              <a:rPr lang="en-US" altLang="zh-CN" dirty="0">
                <a:latin typeface="+mn-lt"/>
                <a:ea typeface="+mn-ea"/>
                <a:cs typeface="+mn-ea"/>
                <a:sym typeface="+mn-lt"/>
              </a:rPr>
              <a:t>——</a:t>
            </a:r>
            <a:r>
              <a:rPr lang="zh-CN" altLang="en-US" dirty="0">
                <a:latin typeface="+mn-lt"/>
                <a:ea typeface="+mn-ea"/>
                <a:cs typeface="+mn-ea"/>
                <a:sym typeface="+mn-lt"/>
              </a:rPr>
              <a:t>可靠性</a:t>
            </a:r>
            <a:r>
              <a:rPr lang="en-US" altLang="zh-CN" dirty="0">
                <a:latin typeface="+mn-lt"/>
                <a:ea typeface="+mn-ea"/>
                <a:cs typeface="+mn-ea"/>
                <a:sym typeface="+mn-lt"/>
              </a:rPr>
              <a:t>/PA</a:t>
            </a:r>
            <a:r>
              <a:rPr lang="zh-CN" altLang="en-US" dirty="0">
                <a:latin typeface="+mn-lt"/>
                <a:ea typeface="+mn-ea"/>
                <a:cs typeface="+mn-ea"/>
                <a:sym typeface="+mn-lt"/>
              </a:rPr>
              <a:t>测试</a:t>
            </a:r>
          </a:p>
        </p:txBody>
      </p:sp>
      <p:sp>
        <p:nvSpPr>
          <p:cNvPr id="3" name="文本框 2"/>
          <p:cNvSpPr txBox="1"/>
          <p:nvPr/>
        </p:nvSpPr>
        <p:spPr>
          <a:xfrm>
            <a:off x="827584" y="1059582"/>
            <a:ext cx="6624736" cy="1200329"/>
          </a:xfrm>
          <a:prstGeom prst="rect">
            <a:avLst/>
          </a:prstGeom>
          <a:noFill/>
        </p:spPr>
        <p:txBody>
          <a:bodyPr wrap="square" rtlCol="0">
            <a:spAutoFit/>
          </a:bodyPr>
          <a:lstStyle/>
          <a:p>
            <a:pPr marL="171450" indent="-171450">
              <a:lnSpc>
                <a:spcPct val="150000"/>
              </a:lnSpc>
              <a:buFont typeface="Arial" panose="020B0604020202020204" pitchFamily="34" charset="0"/>
              <a:buChar char="•"/>
            </a:pPr>
            <a:r>
              <a:rPr lang="zh-CN" altLang="en-US" sz="1200" dirty="0">
                <a:solidFill>
                  <a:schemeClr val="tx1">
                    <a:lumMod val="95000"/>
                    <a:lumOff val="5000"/>
                  </a:schemeClr>
                </a:solidFill>
                <a:cs typeface="+mn-ea"/>
                <a:sym typeface="+mn-lt"/>
              </a:rPr>
              <a:t>包装测试（</a:t>
            </a:r>
            <a:r>
              <a:rPr lang="en-US" altLang="zh-CN" sz="1200" dirty="0">
                <a:solidFill>
                  <a:schemeClr val="tx1">
                    <a:lumMod val="95000"/>
                    <a:lumOff val="5000"/>
                  </a:schemeClr>
                </a:solidFill>
                <a:cs typeface="+mn-ea"/>
                <a:sym typeface="+mn-lt"/>
              </a:rPr>
              <a:t>2days</a:t>
            </a:r>
            <a:r>
              <a:rPr lang="zh-CN" altLang="en-US" sz="1200" dirty="0">
                <a:solidFill>
                  <a:schemeClr val="tx1">
                    <a:lumMod val="95000"/>
                    <a:lumOff val="5000"/>
                  </a:schemeClr>
                </a:solidFill>
                <a:cs typeface="+mn-ea"/>
                <a:sym typeface="+mn-lt"/>
              </a:rPr>
              <a:t>）：包括振动、碰撞、跌落，开机验证功能与结构；</a:t>
            </a:r>
            <a:endParaRPr lang="en-US" altLang="zh-CN" sz="1200" dirty="0">
              <a:solidFill>
                <a:schemeClr val="tx1">
                  <a:lumMod val="95000"/>
                  <a:lumOff val="5000"/>
                </a:schemeClr>
              </a:solidFill>
              <a:cs typeface="+mn-ea"/>
              <a:sym typeface="+mn-lt"/>
            </a:endParaRPr>
          </a:p>
          <a:p>
            <a:pPr marL="171450" indent="-171450">
              <a:lnSpc>
                <a:spcPct val="150000"/>
              </a:lnSpc>
              <a:buFont typeface="Arial" panose="020B0604020202020204" pitchFamily="34" charset="0"/>
              <a:buChar char="•"/>
            </a:pPr>
            <a:r>
              <a:rPr lang="zh-CN" altLang="en-US" sz="1200" dirty="0">
                <a:solidFill>
                  <a:schemeClr val="tx1">
                    <a:lumMod val="95000"/>
                    <a:lumOff val="5000"/>
                  </a:schemeClr>
                </a:solidFill>
                <a:cs typeface="+mn-ea"/>
                <a:sym typeface="+mn-lt"/>
              </a:rPr>
              <a:t>力学测试</a:t>
            </a:r>
            <a:r>
              <a:rPr lang="zh-CN" altLang="en-US" sz="1200" dirty="0" smtClean="0">
                <a:solidFill>
                  <a:schemeClr val="tx1">
                    <a:lumMod val="95000"/>
                    <a:lumOff val="5000"/>
                  </a:schemeClr>
                </a:solidFill>
                <a:cs typeface="+mn-ea"/>
                <a:sym typeface="+mn-lt"/>
              </a:rPr>
              <a:t>（</a:t>
            </a:r>
            <a:r>
              <a:rPr lang="en-US" altLang="zh-CN" sz="1200" dirty="0" smtClean="0">
                <a:solidFill>
                  <a:schemeClr val="tx1">
                    <a:lumMod val="95000"/>
                    <a:lumOff val="5000"/>
                  </a:schemeClr>
                </a:solidFill>
                <a:cs typeface="+mn-ea"/>
                <a:sym typeface="+mn-lt"/>
              </a:rPr>
              <a:t>10</a:t>
            </a:r>
            <a:r>
              <a:rPr lang="en-US" altLang="zh-CN" sz="1200" dirty="0" smtClean="0">
                <a:solidFill>
                  <a:schemeClr val="tx1">
                    <a:lumMod val="95000"/>
                    <a:lumOff val="5000"/>
                  </a:schemeClr>
                </a:solidFill>
                <a:cs typeface="+mn-ea"/>
                <a:sym typeface="+mn-lt"/>
              </a:rPr>
              <a:t>days</a:t>
            </a:r>
            <a:r>
              <a:rPr lang="zh-CN" altLang="en-US" sz="1200" dirty="0">
                <a:solidFill>
                  <a:schemeClr val="tx1">
                    <a:lumMod val="95000"/>
                    <a:lumOff val="5000"/>
                  </a:schemeClr>
                </a:solidFill>
                <a:cs typeface="+mn-ea"/>
                <a:sym typeface="+mn-lt"/>
              </a:rPr>
              <a:t>）</a:t>
            </a:r>
            <a:r>
              <a:rPr lang="zh-CN" altLang="en-US" sz="1200" dirty="0" smtClean="0">
                <a:solidFill>
                  <a:schemeClr val="tx1">
                    <a:lumMod val="95000"/>
                    <a:lumOff val="5000"/>
                  </a:schemeClr>
                </a:solidFill>
                <a:cs typeface="+mn-ea"/>
                <a:sym typeface="+mn-lt"/>
              </a:rPr>
              <a:t>：</a:t>
            </a:r>
            <a:r>
              <a:rPr lang="zh-CN" altLang="en-US" sz="1200" dirty="0">
                <a:solidFill>
                  <a:schemeClr val="tx1">
                    <a:lumMod val="95000"/>
                    <a:lumOff val="5000"/>
                  </a:schemeClr>
                </a:solidFill>
                <a:cs typeface="+mn-ea"/>
                <a:sym typeface="+mn-lt"/>
              </a:rPr>
              <a:t>包括裸机振动、裸机扫描、裸机冲击，开机验证功能与结构；</a:t>
            </a:r>
            <a:endParaRPr lang="en-US" altLang="zh-CN" sz="1200" dirty="0">
              <a:solidFill>
                <a:schemeClr val="tx1">
                  <a:lumMod val="95000"/>
                  <a:lumOff val="5000"/>
                </a:schemeClr>
              </a:solidFill>
              <a:cs typeface="+mn-ea"/>
              <a:sym typeface="+mn-lt"/>
            </a:endParaRPr>
          </a:p>
          <a:p>
            <a:pPr marL="171450" indent="-171450">
              <a:lnSpc>
                <a:spcPct val="150000"/>
              </a:lnSpc>
              <a:buFont typeface="Arial" panose="020B0604020202020204" pitchFamily="34" charset="0"/>
              <a:buChar char="•"/>
            </a:pPr>
            <a:r>
              <a:rPr lang="zh-CN" altLang="en-US" sz="1200" dirty="0">
                <a:solidFill>
                  <a:schemeClr val="tx1">
                    <a:lumMod val="75000"/>
                    <a:lumOff val="25000"/>
                  </a:schemeClr>
                </a:solidFill>
                <a:cs typeface="+mn-ea"/>
                <a:sym typeface="+mn-lt"/>
              </a:rPr>
              <a:t>环境测试（</a:t>
            </a:r>
            <a:r>
              <a:rPr lang="en-US" altLang="zh-CN" sz="1200" dirty="0">
                <a:solidFill>
                  <a:schemeClr val="tx1">
                    <a:lumMod val="75000"/>
                    <a:lumOff val="25000"/>
                  </a:schemeClr>
                </a:solidFill>
                <a:cs typeface="+mn-ea"/>
                <a:sym typeface="+mn-lt"/>
              </a:rPr>
              <a:t>2w</a:t>
            </a:r>
            <a:r>
              <a:rPr lang="zh-CN" altLang="en-US" sz="1200" dirty="0">
                <a:solidFill>
                  <a:schemeClr val="tx1">
                    <a:lumMod val="75000"/>
                    <a:lumOff val="25000"/>
                  </a:schemeClr>
                </a:solidFill>
                <a:cs typeface="+mn-ea"/>
                <a:sym typeface="+mn-lt"/>
              </a:rPr>
              <a:t>）：包括高温存储、低温存储、高温工作、低温工作、高温高湿存储、高温高湿工作，验证环境适应性，</a:t>
            </a:r>
            <a:r>
              <a:rPr lang="en-US" altLang="zh-CN" sz="1200" dirty="0" err="1">
                <a:solidFill>
                  <a:schemeClr val="tx1">
                    <a:lumMod val="75000"/>
                    <a:lumOff val="25000"/>
                  </a:schemeClr>
                </a:solidFill>
                <a:cs typeface="+mn-ea"/>
                <a:sym typeface="+mn-lt"/>
              </a:rPr>
              <a:t>prd</a:t>
            </a:r>
            <a:r>
              <a:rPr lang="zh-CN" altLang="en-US" sz="1200" dirty="0">
                <a:solidFill>
                  <a:schemeClr val="tx1">
                    <a:lumMod val="75000"/>
                    <a:lumOff val="25000"/>
                  </a:schemeClr>
                </a:solidFill>
                <a:cs typeface="+mn-ea"/>
                <a:sym typeface="+mn-lt"/>
              </a:rPr>
              <a:t>高低温规定），验证环境温度对测试机的影响；</a:t>
            </a:r>
            <a:endParaRPr lang="en-US" altLang="zh-CN" sz="1200" dirty="0">
              <a:solidFill>
                <a:schemeClr val="tx2">
                  <a:lumMod val="60000"/>
                  <a:lumOff val="40000"/>
                </a:schemeClr>
              </a:solidFill>
              <a:cs typeface="+mn-ea"/>
              <a:sym typeface="+mn-lt"/>
            </a:endParaRPr>
          </a:p>
        </p:txBody>
      </p:sp>
      <p:sp>
        <p:nvSpPr>
          <p:cNvPr id="4" name="文本框 3"/>
          <p:cNvSpPr txBox="1"/>
          <p:nvPr/>
        </p:nvSpPr>
        <p:spPr>
          <a:xfrm>
            <a:off x="827584" y="2715766"/>
            <a:ext cx="6480720" cy="1366528"/>
          </a:xfrm>
          <a:prstGeom prst="rect">
            <a:avLst/>
          </a:prstGeom>
          <a:noFill/>
        </p:spPr>
        <p:txBody>
          <a:bodyPr wrap="square" rtlCol="0">
            <a:spAutoFit/>
          </a:bodyPr>
          <a:lstStyle/>
          <a:p>
            <a:pPr marL="171450" indent="-171450">
              <a:lnSpc>
                <a:spcPct val="130000"/>
              </a:lnSpc>
              <a:buFont typeface="Arial" panose="020B0604020202020204" pitchFamily="34" charset="0"/>
              <a:buChar char="•"/>
            </a:pPr>
            <a:r>
              <a:rPr lang="zh-CN" altLang="en-US" sz="1200" dirty="0">
                <a:solidFill>
                  <a:schemeClr val="tx1">
                    <a:lumMod val="75000"/>
                    <a:lumOff val="25000"/>
                  </a:schemeClr>
                </a:solidFill>
                <a:cs typeface="+mn-ea"/>
                <a:sym typeface="+mn-lt"/>
              </a:rPr>
              <a:t>开关机稳定性测试（</a:t>
            </a:r>
            <a:r>
              <a:rPr lang="en-US" altLang="zh-CN" sz="1200" dirty="0">
                <a:solidFill>
                  <a:schemeClr val="tx1">
                    <a:lumMod val="75000"/>
                    <a:lumOff val="25000"/>
                  </a:schemeClr>
                </a:solidFill>
                <a:cs typeface="+mn-ea"/>
                <a:sym typeface="+mn-lt"/>
              </a:rPr>
              <a:t>2w</a:t>
            </a:r>
            <a:r>
              <a:rPr lang="zh-CN" altLang="en-US" sz="1200" dirty="0">
                <a:solidFill>
                  <a:schemeClr val="tx1">
                    <a:lumMod val="75000"/>
                    <a:lumOff val="25000"/>
                  </a:schemeClr>
                </a:solidFill>
                <a:cs typeface="+mn-ea"/>
                <a:sym typeface="+mn-lt"/>
              </a:rPr>
              <a:t>） ：</a:t>
            </a:r>
            <a:endParaRPr lang="en-US" altLang="zh-CN" sz="1200" dirty="0">
              <a:solidFill>
                <a:schemeClr val="tx1">
                  <a:lumMod val="75000"/>
                  <a:lumOff val="25000"/>
                </a:schemeClr>
              </a:solidFill>
              <a:cs typeface="+mn-ea"/>
              <a:sym typeface="+mn-lt"/>
            </a:endParaRPr>
          </a:p>
          <a:p>
            <a:pPr marL="573750" indent="-180000">
              <a:lnSpc>
                <a:spcPct val="130000"/>
              </a:lnSpc>
              <a:buFont typeface="Arial" panose="020B0604020202020204" pitchFamily="34" charset="0"/>
              <a:buChar char="•"/>
            </a:pPr>
            <a:r>
              <a:rPr lang="en-US" altLang="zh-CN" sz="1200" dirty="0">
                <a:solidFill>
                  <a:schemeClr val="tx1">
                    <a:lumMod val="85000"/>
                    <a:lumOff val="15000"/>
                  </a:schemeClr>
                </a:solidFill>
                <a:cs typeface="+mn-ea"/>
                <a:sym typeface="+mn-lt"/>
              </a:rPr>
              <a:t>AC——</a:t>
            </a:r>
            <a:r>
              <a:rPr lang="zh-CN" altLang="en-US" sz="1200" dirty="0">
                <a:solidFill>
                  <a:schemeClr val="tx1">
                    <a:lumMod val="85000"/>
                    <a:lumOff val="15000"/>
                  </a:schemeClr>
                </a:solidFill>
                <a:cs typeface="+mn-ea"/>
                <a:sym typeface="+mn-lt"/>
              </a:rPr>
              <a:t>高温、低温</a:t>
            </a:r>
            <a:r>
              <a:rPr lang="en-US" altLang="zh-CN" sz="1200" dirty="0">
                <a:solidFill>
                  <a:schemeClr val="tx1">
                    <a:lumMod val="85000"/>
                    <a:lumOff val="15000"/>
                  </a:schemeClr>
                </a:solidFill>
                <a:cs typeface="+mn-ea"/>
                <a:sym typeface="+mn-lt"/>
              </a:rPr>
              <a:t>AC</a:t>
            </a:r>
            <a:r>
              <a:rPr lang="zh-CN" altLang="en-US" sz="1200" dirty="0">
                <a:solidFill>
                  <a:schemeClr val="tx1">
                    <a:lumMod val="85000"/>
                    <a:lumOff val="15000"/>
                  </a:schemeClr>
                </a:solidFill>
                <a:cs typeface="+mn-ea"/>
                <a:sym typeface="+mn-lt"/>
              </a:rPr>
              <a:t>测试</a:t>
            </a:r>
            <a:r>
              <a:rPr lang="en-US" altLang="zh-CN" sz="1200" dirty="0">
                <a:solidFill>
                  <a:schemeClr val="tx1">
                    <a:lumMod val="85000"/>
                    <a:lumOff val="15000"/>
                  </a:schemeClr>
                </a:solidFill>
                <a:cs typeface="+mn-ea"/>
                <a:sym typeface="+mn-lt"/>
              </a:rPr>
              <a:t>500</a:t>
            </a:r>
            <a:r>
              <a:rPr lang="zh-CN" altLang="en-US" sz="1200" dirty="0">
                <a:solidFill>
                  <a:schemeClr val="tx1">
                    <a:lumMod val="85000"/>
                    <a:lumOff val="15000"/>
                  </a:schemeClr>
                </a:solidFill>
                <a:cs typeface="+mn-ea"/>
                <a:sym typeface="+mn-lt"/>
              </a:rPr>
              <a:t>圈；</a:t>
            </a:r>
            <a:endParaRPr lang="en-US" altLang="zh-CN" sz="1200" dirty="0">
              <a:solidFill>
                <a:schemeClr val="tx1">
                  <a:lumMod val="85000"/>
                  <a:lumOff val="15000"/>
                </a:schemeClr>
              </a:solidFill>
              <a:cs typeface="+mn-ea"/>
              <a:sym typeface="+mn-lt"/>
            </a:endParaRPr>
          </a:p>
          <a:p>
            <a:pPr marL="573750" indent="-180000">
              <a:lnSpc>
                <a:spcPct val="130000"/>
              </a:lnSpc>
              <a:buFont typeface="Arial" panose="020B0604020202020204" pitchFamily="34" charset="0"/>
              <a:buChar char="•"/>
            </a:pPr>
            <a:r>
              <a:rPr lang="en-US" altLang="zh-CN" sz="1200" dirty="0">
                <a:solidFill>
                  <a:schemeClr val="tx1">
                    <a:lumMod val="85000"/>
                    <a:lumOff val="15000"/>
                  </a:schemeClr>
                </a:solidFill>
                <a:cs typeface="+mn-ea"/>
                <a:sym typeface="+mn-lt"/>
              </a:rPr>
              <a:t>DC——</a:t>
            </a:r>
            <a:r>
              <a:rPr lang="zh-CN" altLang="en-US" sz="1200" dirty="0">
                <a:solidFill>
                  <a:schemeClr val="tx1">
                    <a:lumMod val="85000"/>
                    <a:lumOff val="15000"/>
                  </a:schemeClr>
                </a:solidFill>
                <a:cs typeface="+mn-ea"/>
                <a:sym typeface="+mn-lt"/>
              </a:rPr>
              <a:t>高温、低温</a:t>
            </a:r>
            <a:r>
              <a:rPr lang="en-US" altLang="zh-CN" sz="1200" dirty="0">
                <a:solidFill>
                  <a:schemeClr val="tx1">
                    <a:lumMod val="85000"/>
                    <a:lumOff val="15000"/>
                  </a:schemeClr>
                </a:solidFill>
                <a:cs typeface="+mn-ea"/>
                <a:sym typeface="+mn-lt"/>
              </a:rPr>
              <a:t>DC</a:t>
            </a:r>
            <a:r>
              <a:rPr lang="zh-CN" altLang="en-US" sz="1200" dirty="0">
                <a:solidFill>
                  <a:schemeClr val="tx1">
                    <a:lumMod val="85000"/>
                    <a:lumOff val="15000"/>
                  </a:schemeClr>
                </a:solidFill>
                <a:cs typeface="+mn-ea"/>
                <a:sym typeface="+mn-lt"/>
              </a:rPr>
              <a:t>测试</a:t>
            </a:r>
            <a:r>
              <a:rPr lang="en-US" altLang="zh-CN" sz="1200" dirty="0">
                <a:solidFill>
                  <a:schemeClr val="tx1">
                    <a:lumMod val="85000"/>
                    <a:lumOff val="15000"/>
                  </a:schemeClr>
                </a:solidFill>
                <a:cs typeface="+mn-ea"/>
                <a:sym typeface="+mn-lt"/>
              </a:rPr>
              <a:t>500</a:t>
            </a:r>
            <a:r>
              <a:rPr lang="zh-CN" altLang="en-US" sz="1200" dirty="0">
                <a:solidFill>
                  <a:schemeClr val="tx1">
                    <a:lumMod val="85000"/>
                    <a:lumOff val="15000"/>
                  </a:schemeClr>
                </a:solidFill>
                <a:cs typeface="+mn-ea"/>
                <a:sym typeface="+mn-lt"/>
              </a:rPr>
              <a:t>圈；</a:t>
            </a:r>
            <a:endParaRPr lang="en-US" altLang="zh-CN" sz="1200" dirty="0">
              <a:solidFill>
                <a:schemeClr val="tx1">
                  <a:lumMod val="85000"/>
                  <a:lumOff val="15000"/>
                </a:schemeClr>
              </a:solidFill>
              <a:cs typeface="+mn-ea"/>
              <a:sym typeface="+mn-lt"/>
            </a:endParaRPr>
          </a:p>
          <a:p>
            <a:pPr marL="171450" indent="-171450">
              <a:lnSpc>
                <a:spcPct val="150000"/>
              </a:lnSpc>
              <a:buFont typeface="Arial" panose="020B0604020202020204" pitchFamily="34" charset="0"/>
              <a:buChar char="•"/>
            </a:pPr>
            <a:r>
              <a:rPr lang="zh-CN" altLang="en-US" sz="1200" dirty="0">
                <a:solidFill>
                  <a:schemeClr val="tx1">
                    <a:lumMod val="75000"/>
                    <a:lumOff val="25000"/>
                  </a:schemeClr>
                </a:solidFill>
                <a:cs typeface="+mn-ea"/>
                <a:sym typeface="+mn-lt"/>
              </a:rPr>
              <a:t>运行稳定性测试（</a:t>
            </a:r>
            <a:r>
              <a:rPr lang="en-US" altLang="zh-CN" sz="1200" dirty="0">
                <a:solidFill>
                  <a:schemeClr val="tx1">
                    <a:lumMod val="75000"/>
                    <a:lumOff val="25000"/>
                  </a:schemeClr>
                </a:solidFill>
                <a:cs typeface="+mn-ea"/>
                <a:sym typeface="+mn-lt"/>
              </a:rPr>
              <a:t>2.5days</a:t>
            </a:r>
            <a:r>
              <a:rPr lang="zh-CN" altLang="en-US" sz="1200" dirty="0">
                <a:solidFill>
                  <a:schemeClr val="tx1">
                    <a:lumMod val="75000"/>
                    <a:lumOff val="25000"/>
                  </a:schemeClr>
                </a:solidFill>
                <a:cs typeface="+mn-ea"/>
                <a:sym typeface="+mn-lt"/>
              </a:rPr>
              <a:t>） ：测试高</a:t>
            </a:r>
            <a:r>
              <a:rPr lang="en-US" altLang="zh-CN" sz="1200" dirty="0">
                <a:solidFill>
                  <a:schemeClr val="tx1">
                    <a:lumMod val="75000"/>
                    <a:lumOff val="25000"/>
                  </a:schemeClr>
                </a:solidFill>
                <a:cs typeface="+mn-ea"/>
                <a:sym typeface="+mn-lt"/>
              </a:rPr>
              <a:t>/</a:t>
            </a:r>
            <a:r>
              <a:rPr lang="zh-CN" altLang="en-US" sz="1200" dirty="0">
                <a:solidFill>
                  <a:schemeClr val="tx1">
                    <a:lumMod val="75000"/>
                    <a:lumOff val="25000"/>
                  </a:schemeClr>
                </a:solidFill>
                <a:cs typeface="+mn-ea"/>
                <a:sym typeface="+mn-lt"/>
              </a:rPr>
              <a:t>底温满负载时的稳定性；</a:t>
            </a:r>
            <a:endParaRPr lang="en-US" altLang="zh-CN" sz="1200" dirty="0">
              <a:solidFill>
                <a:schemeClr val="tx1">
                  <a:lumMod val="75000"/>
                  <a:lumOff val="25000"/>
                </a:schemeClr>
              </a:solidFill>
              <a:cs typeface="+mn-ea"/>
              <a:sym typeface="+mn-lt"/>
            </a:endParaRPr>
          </a:p>
          <a:p>
            <a:pPr marL="171450" indent="-171450">
              <a:lnSpc>
                <a:spcPct val="150000"/>
              </a:lnSpc>
              <a:buFont typeface="Arial" panose="020B0604020202020204" pitchFamily="34" charset="0"/>
              <a:buChar char="•"/>
            </a:pPr>
            <a:r>
              <a:rPr lang="zh-CN" altLang="en-US" sz="1200" dirty="0">
                <a:solidFill>
                  <a:schemeClr val="tx1">
                    <a:lumMod val="75000"/>
                    <a:lumOff val="25000"/>
                  </a:schemeClr>
                </a:solidFill>
                <a:cs typeface="+mn-ea"/>
                <a:sym typeface="+mn-lt"/>
              </a:rPr>
              <a:t>四角拉偏测试（</a:t>
            </a:r>
            <a:r>
              <a:rPr lang="en-US" altLang="zh-CN" sz="1200" dirty="0">
                <a:solidFill>
                  <a:schemeClr val="tx1">
                    <a:lumMod val="75000"/>
                    <a:lumOff val="25000"/>
                  </a:schemeClr>
                </a:solidFill>
                <a:cs typeface="+mn-ea"/>
                <a:sym typeface="+mn-lt"/>
              </a:rPr>
              <a:t>3days</a:t>
            </a:r>
            <a:r>
              <a:rPr lang="zh-CN" altLang="en-US" sz="1200" dirty="0">
                <a:solidFill>
                  <a:schemeClr val="tx1">
                    <a:lumMod val="75000"/>
                    <a:lumOff val="25000"/>
                  </a:schemeClr>
                </a:solidFill>
                <a:cs typeface="+mn-ea"/>
                <a:sym typeface="+mn-lt"/>
              </a:rPr>
              <a:t>）：测试高</a:t>
            </a:r>
            <a:r>
              <a:rPr lang="en-US" altLang="zh-CN" sz="1200" dirty="0">
                <a:solidFill>
                  <a:schemeClr val="tx1">
                    <a:lumMod val="75000"/>
                    <a:lumOff val="25000"/>
                  </a:schemeClr>
                </a:solidFill>
                <a:cs typeface="+mn-ea"/>
                <a:sym typeface="+mn-lt"/>
              </a:rPr>
              <a:t>/</a:t>
            </a:r>
            <a:r>
              <a:rPr lang="zh-CN" altLang="en-US" sz="1200" dirty="0">
                <a:solidFill>
                  <a:schemeClr val="tx1">
                    <a:lumMod val="75000"/>
                    <a:lumOff val="25000"/>
                  </a:schemeClr>
                </a:solidFill>
                <a:cs typeface="+mn-ea"/>
                <a:sym typeface="+mn-lt"/>
              </a:rPr>
              <a:t>低温环境下，部件电压和温度误差内变化时的稳定性；</a:t>
            </a:r>
            <a:endParaRPr lang="en-US" altLang="zh-CN" sz="1200" dirty="0">
              <a:solidFill>
                <a:schemeClr val="tx2">
                  <a:lumMod val="60000"/>
                  <a:lumOff val="40000"/>
                </a:schemeClr>
              </a:solidFill>
              <a:cs typeface="+mn-ea"/>
              <a:sym typeface="+mn-lt"/>
            </a:endParaRPr>
          </a:p>
        </p:txBody>
      </p:sp>
      <p:sp>
        <p:nvSpPr>
          <p:cNvPr id="5" name="文本占位符 1"/>
          <p:cNvSpPr txBox="1">
            <a:spLocks/>
          </p:cNvSpPr>
          <p:nvPr/>
        </p:nvSpPr>
        <p:spPr>
          <a:xfrm>
            <a:off x="476298" y="2427734"/>
            <a:ext cx="7416824" cy="504056"/>
          </a:xfrm>
          <a:prstGeom prst="rect">
            <a:avLst/>
          </a:prstGeom>
        </p:spPr>
        <p:txBody>
          <a:bodyPr/>
          <a:lstStyle>
            <a:lvl1pPr marL="342900" indent="-342900" algn="l" defTabSz="914400" rtl="0" eaLnBrk="1" latinLnBrk="0" hangingPunct="1">
              <a:spcBef>
                <a:spcPct val="20000"/>
              </a:spcBef>
              <a:buFont typeface="Arial" panose="020B0604020202020204" pitchFamily="34" charset="0"/>
              <a:buNone/>
              <a:defRPr sz="2800" b="1" kern="1200">
                <a:solidFill>
                  <a:schemeClr val="tx1">
                    <a:lumMod val="65000"/>
                    <a:lumOff val="35000"/>
                  </a:schemeClr>
                </a:solidFill>
                <a:latin typeface="微软雅黑" panose="020B0503020204020204" pitchFamily="34" charset="-122"/>
                <a:ea typeface="微软雅黑" panose="020B0503020204020204" pitchFamily="34" charset="-122"/>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a:buFont typeface="Wingdings" panose="05000000000000000000" pitchFamily="2" charset="2"/>
              <a:buChar char="l"/>
            </a:pPr>
            <a:r>
              <a:rPr lang="en-US" altLang="zh-CN" sz="1400" dirty="0">
                <a:solidFill>
                  <a:schemeClr val="tx1">
                    <a:lumMod val="75000"/>
                    <a:lumOff val="25000"/>
                  </a:schemeClr>
                </a:solidFill>
                <a:latin typeface="+mn-lt"/>
                <a:ea typeface="+mn-ea"/>
                <a:cs typeface="+mn-ea"/>
                <a:sym typeface="+mn-lt"/>
              </a:rPr>
              <a:t>PA</a:t>
            </a:r>
            <a:r>
              <a:rPr lang="zh-CN" altLang="en-US" sz="1400" dirty="0">
                <a:solidFill>
                  <a:schemeClr val="tx1">
                    <a:lumMod val="75000"/>
                    <a:lumOff val="25000"/>
                  </a:schemeClr>
                </a:solidFill>
                <a:latin typeface="+mn-lt"/>
                <a:ea typeface="+mn-ea"/>
                <a:cs typeface="+mn-ea"/>
                <a:sym typeface="+mn-lt"/>
              </a:rPr>
              <a:t>测试：</a:t>
            </a:r>
          </a:p>
        </p:txBody>
      </p:sp>
      <p:sp>
        <p:nvSpPr>
          <p:cNvPr id="6" name="文本占位符 1"/>
          <p:cNvSpPr txBox="1">
            <a:spLocks/>
          </p:cNvSpPr>
          <p:nvPr/>
        </p:nvSpPr>
        <p:spPr>
          <a:xfrm>
            <a:off x="437826" y="771525"/>
            <a:ext cx="7416824" cy="504056"/>
          </a:xfrm>
          <a:prstGeom prst="rect">
            <a:avLst/>
          </a:prstGeom>
        </p:spPr>
        <p:txBody>
          <a:bodyPr/>
          <a:lstStyle>
            <a:lvl1pPr marL="342900" indent="-342900" algn="l" defTabSz="914400" rtl="0" eaLnBrk="1" latinLnBrk="0" hangingPunct="1">
              <a:spcBef>
                <a:spcPct val="20000"/>
              </a:spcBef>
              <a:buFont typeface="Arial" panose="020B0604020202020204" pitchFamily="34" charset="0"/>
              <a:buNone/>
              <a:defRPr sz="2800" b="1" kern="1200">
                <a:solidFill>
                  <a:schemeClr val="tx1">
                    <a:lumMod val="65000"/>
                    <a:lumOff val="35000"/>
                  </a:schemeClr>
                </a:solidFill>
                <a:latin typeface="微软雅黑" panose="020B0503020204020204" pitchFamily="34" charset="-122"/>
                <a:ea typeface="微软雅黑" panose="020B0503020204020204" pitchFamily="34" charset="-122"/>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a:buFont typeface="Wingdings" panose="05000000000000000000" pitchFamily="2" charset="2"/>
              <a:buChar char="l"/>
            </a:pPr>
            <a:r>
              <a:rPr lang="zh-CN" altLang="en-US" sz="1400" dirty="0">
                <a:solidFill>
                  <a:schemeClr val="tx1">
                    <a:lumMod val="75000"/>
                    <a:lumOff val="25000"/>
                  </a:schemeClr>
                </a:solidFill>
                <a:latin typeface="+mn-lt"/>
                <a:ea typeface="+mn-ea"/>
                <a:cs typeface="+mn-ea"/>
                <a:sym typeface="+mn-lt"/>
              </a:rPr>
              <a:t>可靠性测试：</a:t>
            </a:r>
          </a:p>
        </p:txBody>
      </p:sp>
      <p:sp>
        <p:nvSpPr>
          <p:cNvPr id="7" name="文本框 6"/>
          <p:cNvSpPr txBox="1"/>
          <p:nvPr/>
        </p:nvSpPr>
        <p:spPr>
          <a:xfrm>
            <a:off x="461163" y="4781157"/>
            <a:ext cx="3248005" cy="362343"/>
          </a:xfrm>
          <a:prstGeom prst="rect">
            <a:avLst/>
          </a:prstGeom>
          <a:noFill/>
        </p:spPr>
        <p:txBody>
          <a:bodyPr wrap="none" rtlCol="0">
            <a:spAutoFit/>
          </a:bodyPr>
          <a:lstStyle/>
          <a:p>
            <a:pPr>
              <a:lnSpc>
                <a:spcPct val="120000"/>
              </a:lnSpc>
            </a:pPr>
            <a:r>
              <a:rPr lang="en-US" altLang="zh-CN" sz="1600" dirty="0">
                <a:solidFill>
                  <a:srgbClr val="3333CC"/>
                </a:solidFill>
              </a:rPr>
              <a:t>DVT</a:t>
            </a:r>
            <a:r>
              <a:rPr lang="zh-CN" altLang="en-US" sz="1600" dirty="0">
                <a:solidFill>
                  <a:srgbClr val="3333CC"/>
                </a:solidFill>
              </a:rPr>
              <a:t>可靠性测试参考</a:t>
            </a:r>
            <a:r>
              <a:rPr lang="en-US" altLang="zh-CN" sz="1600" dirty="0">
                <a:solidFill>
                  <a:srgbClr val="3333CC"/>
                </a:solidFill>
              </a:rPr>
              <a:t>EVT</a:t>
            </a:r>
            <a:r>
              <a:rPr lang="zh-CN" altLang="en-US" sz="1600" dirty="0">
                <a:solidFill>
                  <a:srgbClr val="3333CC"/>
                </a:solidFill>
              </a:rPr>
              <a:t>测试内容</a:t>
            </a:r>
          </a:p>
        </p:txBody>
      </p:sp>
    </p:spTree>
    <p:extLst>
      <p:ext uri="{BB962C8B-B14F-4D97-AF65-F5344CB8AC3E}">
        <p14:creationId xmlns:p14="http://schemas.microsoft.com/office/powerpoint/2010/main" val="224886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占位符 1"/>
          <p:cNvSpPr>
            <a:spLocks noGrp="1"/>
          </p:cNvSpPr>
          <p:nvPr>
            <p:ph type="body" sz="quarter" idx="13"/>
          </p:nvPr>
        </p:nvSpPr>
        <p:spPr/>
        <p:txBody>
          <a:bodyPr/>
          <a:lstStyle/>
          <a:p>
            <a:r>
              <a:rPr lang="en-US" altLang="zh-CN" dirty="0">
                <a:latin typeface="+mn-lt"/>
                <a:ea typeface="+mn-ea"/>
                <a:cs typeface="+mn-ea"/>
                <a:sym typeface="+mn-lt"/>
              </a:rPr>
              <a:t>DVT——</a:t>
            </a:r>
            <a:r>
              <a:rPr lang="zh-CN" altLang="en-US" dirty="0">
                <a:latin typeface="+mn-lt"/>
                <a:ea typeface="+mn-ea"/>
                <a:cs typeface="+mn-ea"/>
                <a:sym typeface="+mn-lt"/>
              </a:rPr>
              <a:t>硬件开发</a:t>
            </a:r>
          </a:p>
        </p:txBody>
      </p:sp>
      <p:sp>
        <p:nvSpPr>
          <p:cNvPr id="4" name="ïŝļîḍê"/>
          <p:cNvSpPr/>
          <p:nvPr/>
        </p:nvSpPr>
        <p:spPr bwMode="auto">
          <a:xfrm>
            <a:off x="502537" y="1119118"/>
            <a:ext cx="648072" cy="648072"/>
          </a:xfrm>
          <a:custGeom>
            <a:avLst/>
            <a:gdLst/>
            <a:ahLst/>
            <a:cxnLst>
              <a:cxn ang="0">
                <a:pos x="55" y="44"/>
              </a:cxn>
              <a:cxn ang="0">
                <a:pos x="44" y="55"/>
              </a:cxn>
              <a:cxn ang="0">
                <a:pos x="10" y="55"/>
              </a:cxn>
              <a:cxn ang="0">
                <a:pos x="0" y="44"/>
              </a:cxn>
              <a:cxn ang="0">
                <a:pos x="0" y="10"/>
              </a:cxn>
              <a:cxn ang="0">
                <a:pos x="10" y="0"/>
              </a:cxn>
              <a:cxn ang="0">
                <a:pos x="44" y="0"/>
              </a:cxn>
              <a:cxn ang="0">
                <a:pos x="55" y="10"/>
              </a:cxn>
              <a:cxn ang="0">
                <a:pos x="55" y="44"/>
              </a:cxn>
              <a:cxn ang="0">
                <a:pos x="46" y="20"/>
              </a:cxn>
              <a:cxn ang="0">
                <a:pos x="46" y="17"/>
              </a:cxn>
              <a:cxn ang="0">
                <a:pos x="42" y="13"/>
              </a:cxn>
              <a:cxn ang="0">
                <a:pos x="39" y="13"/>
              </a:cxn>
              <a:cxn ang="0">
                <a:pos x="23" y="30"/>
              </a:cxn>
              <a:cxn ang="0">
                <a:pos x="15" y="22"/>
              </a:cxn>
              <a:cxn ang="0">
                <a:pos x="12" y="22"/>
              </a:cxn>
              <a:cxn ang="0">
                <a:pos x="8" y="26"/>
              </a:cxn>
              <a:cxn ang="0">
                <a:pos x="8" y="29"/>
              </a:cxn>
              <a:cxn ang="0">
                <a:pos x="21" y="42"/>
              </a:cxn>
              <a:cxn ang="0">
                <a:pos x="24" y="42"/>
              </a:cxn>
              <a:cxn ang="0">
                <a:pos x="46" y="20"/>
              </a:cxn>
            </a:cxnLst>
            <a:rect l="0" t="0" r="r" b="b"/>
            <a:pathLst>
              <a:path w="55" h="55">
                <a:moveTo>
                  <a:pt x="55" y="44"/>
                </a:moveTo>
                <a:cubicBezTo>
                  <a:pt x="55" y="50"/>
                  <a:pt x="50" y="55"/>
                  <a:pt x="44" y="55"/>
                </a:cubicBezTo>
                <a:cubicBezTo>
                  <a:pt x="10" y="55"/>
                  <a:pt x="10" y="55"/>
                  <a:pt x="10" y="55"/>
                </a:cubicBezTo>
                <a:cubicBezTo>
                  <a:pt x="4" y="55"/>
                  <a:pt x="0" y="50"/>
                  <a:pt x="0" y="44"/>
                </a:cubicBezTo>
                <a:cubicBezTo>
                  <a:pt x="0" y="10"/>
                  <a:pt x="0" y="10"/>
                  <a:pt x="0" y="10"/>
                </a:cubicBezTo>
                <a:cubicBezTo>
                  <a:pt x="0" y="5"/>
                  <a:pt x="4" y="0"/>
                  <a:pt x="10" y="0"/>
                </a:cubicBezTo>
                <a:cubicBezTo>
                  <a:pt x="44" y="0"/>
                  <a:pt x="44" y="0"/>
                  <a:pt x="44" y="0"/>
                </a:cubicBezTo>
                <a:cubicBezTo>
                  <a:pt x="50" y="0"/>
                  <a:pt x="55" y="5"/>
                  <a:pt x="55" y="10"/>
                </a:cubicBezTo>
                <a:lnTo>
                  <a:pt x="55" y="44"/>
                </a:lnTo>
                <a:close/>
                <a:moveTo>
                  <a:pt x="46" y="20"/>
                </a:moveTo>
                <a:cubicBezTo>
                  <a:pt x="47" y="19"/>
                  <a:pt x="47" y="17"/>
                  <a:pt x="46" y="17"/>
                </a:cubicBezTo>
                <a:cubicBezTo>
                  <a:pt x="42" y="13"/>
                  <a:pt x="42" y="13"/>
                  <a:pt x="42" y="13"/>
                </a:cubicBezTo>
                <a:cubicBezTo>
                  <a:pt x="42" y="12"/>
                  <a:pt x="40" y="12"/>
                  <a:pt x="39" y="13"/>
                </a:cubicBezTo>
                <a:cubicBezTo>
                  <a:pt x="23" y="30"/>
                  <a:pt x="23" y="30"/>
                  <a:pt x="23" y="30"/>
                </a:cubicBezTo>
                <a:cubicBezTo>
                  <a:pt x="15" y="22"/>
                  <a:pt x="15" y="22"/>
                  <a:pt x="15" y="22"/>
                </a:cubicBezTo>
                <a:cubicBezTo>
                  <a:pt x="14" y="21"/>
                  <a:pt x="13" y="21"/>
                  <a:pt x="12" y="22"/>
                </a:cubicBezTo>
                <a:cubicBezTo>
                  <a:pt x="8" y="26"/>
                  <a:pt x="8" y="26"/>
                  <a:pt x="8" y="26"/>
                </a:cubicBezTo>
                <a:cubicBezTo>
                  <a:pt x="7" y="27"/>
                  <a:pt x="7" y="28"/>
                  <a:pt x="8" y="29"/>
                </a:cubicBezTo>
                <a:cubicBezTo>
                  <a:pt x="21" y="42"/>
                  <a:pt x="21" y="42"/>
                  <a:pt x="21" y="42"/>
                </a:cubicBezTo>
                <a:cubicBezTo>
                  <a:pt x="22" y="43"/>
                  <a:pt x="23" y="43"/>
                  <a:pt x="24" y="42"/>
                </a:cubicBezTo>
                <a:lnTo>
                  <a:pt x="46" y="20"/>
                </a:lnTo>
                <a:close/>
              </a:path>
            </a:pathLst>
          </a:custGeom>
          <a:solidFill>
            <a:srgbClr val="A31B2B"/>
          </a:solidFill>
          <a:ln w="9525">
            <a:noFill/>
            <a:round/>
            <a:headEnd/>
            <a:tailEnd/>
          </a:ln>
        </p:spPr>
        <p:txBody>
          <a:bodyPr anchor="ctr"/>
          <a:lstStyle/>
          <a:p>
            <a:pPr algn="ctr"/>
            <a:endParaRPr sz="2000">
              <a:solidFill>
                <a:schemeClr val="tx1">
                  <a:lumMod val="75000"/>
                  <a:lumOff val="25000"/>
                </a:schemeClr>
              </a:solidFill>
            </a:endParaRPr>
          </a:p>
        </p:txBody>
      </p:sp>
      <p:sp>
        <p:nvSpPr>
          <p:cNvPr id="6" name="íṣḻíḓè"/>
          <p:cNvSpPr/>
          <p:nvPr/>
        </p:nvSpPr>
        <p:spPr bwMode="auto">
          <a:xfrm>
            <a:off x="502538" y="3729021"/>
            <a:ext cx="645049" cy="645049"/>
          </a:xfrm>
          <a:custGeom>
            <a:avLst/>
            <a:gdLst/>
            <a:ahLst/>
            <a:cxnLst>
              <a:cxn ang="0">
                <a:pos x="55" y="44"/>
              </a:cxn>
              <a:cxn ang="0">
                <a:pos x="44" y="55"/>
              </a:cxn>
              <a:cxn ang="0">
                <a:pos x="10" y="55"/>
              </a:cxn>
              <a:cxn ang="0">
                <a:pos x="0" y="44"/>
              </a:cxn>
              <a:cxn ang="0">
                <a:pos x="0" y="10"/>
              </a:cxn>
              <a:cxn ang="0">
                <a:pos x="10" y="0"/>
              </a:cxn>
              <a:cxn ang="0">
                <a:pos x="44" y="0"/>
              </a:cxn>
              <a:cxn ang="0">
                <a:pos x="55" y="10"/>
              </a:cxn>
              <a:cxn ang="0">
                <a:pos x="55" y="44"/>
              </a:cxn>
              <a:cxn ang="0">
                <a:pos x="46" y="20"/>
              </a:cxn>
              <a:cxn ang="0">
                <a:pos x="46" y="17"/>
              </a:cxn>
              <a:cxn ang="0">
                <a:pos x="42" y="13"/>
              </a:cxn>
              <a:cxn ang="0">
                <a:pos x="39" y="13"/>
              </a:cxn>
              <a:cxn ang="0">
                <a:pos x="23" y="30"/>
              </a:cxn>
              <a:cxn ang="0">
                <a:pos x="15" y="22"/>
              </a:cxn>
              <a:cxn ang="0">
                <a:pos x="12" y="22"/>
              </a:cxn>
              <a:cxn ang="0">
                <a:pos x="8" y="26"/>
              </a:cxn>
              <a:cxn ang="0">
                <a:pos x="8" y="29"/>
              </a:cxn>
              <a:cxn ang="0">
                <a:pos x="21" y="42"/>
              </a:cxn>
              <a:cxn ang="0">
                <a:pos x="24" y="42"/>
              </a:cxn>
              <a:cxn ang="0">
                <a:pos x="46" y="20"/>
              </a:cxn>
            </a:cxnLst>
            <a:rect l="0" t="0" r="r" b="b"/>
            <a:pathLst>
              <a:path w="55" h="55">
                <a:moveTo>
                  <a:pt x="55" y="44"/>
                </a:moveTo>
                <a:cubicBezTo>
                  <a:pt x="55" y="50"/>
                  <a:pt x="50" y="55"/>
                  <a:pt x="44" y="55"/>
                </a:cubicBezTo>
                <a:cubicBezTo>
                  <a:pt x="10" y="55"/>
                  <a:pt x="10" y="55"/>
                  <a:pt x="10" y="55"/>
                </a:cubicBezTo>
                <a:cubicBezTo>
                  <a:pt x="4" y="55"/>
                  <a:pt x="0" y="50"/>
                  <a:pt x="0" y="44"/>
                </a:cubicBezTo>
                <a:cubicBezTo>
                  <a:pt x="0" y="10"/>
                  <a:pt x="0" y="10"/>
                  <a:pt x="0" y="10"/>
                </a:cubicBezTo>
                <a:cubicBezTo>
                  <a:pt x="0" y="5"/>
                  <a:pt x="4" y="0"/>
                  <a:pt x="10" y="0"/>
                </a:cubicBezTo>
                <a:cubicBezTo>
                  <a:pt x="44" y="0"/>
                  <a:pt x="44" y="0"/>
                  <a:pt x="44" y="0"/>
                </a:cubicBezTo>
                <a:cubicBezTo>
                  <a:pt x="50" y="0"/>
                  <a:pt x="55" y="5"/>
                  <a:pt x="55" y="10"/>
                </a:cubicBezTo>
                <a:lnTo>
                  <a:pt x="55" y="44"/>
                </a:lnTo>
                <a:close/>
                <a:moveTo>
                  <a:pt x="46" y="20"/>
                </a:moveTo>
                <a:cubicBezTo>
                  <a:pt x="47" y="19"/>
                  <a:pt x="47" y="17"/>
                  <a:pt x="46" y="17"/>
                </a:cubicBezTo>
                <a:cubicBezTo>
                  <a:pt x="42" y="13"/>
                  <a:pt x="42" y="13"/>
                  <a:pt x="42" y="13"/>
                </a:cubicBezTo>
                <a:cubicBezTo>
                  <a:pt x="42" y="12"/>
                  <a:pt x="40" y="12"/>
                  <a:pt x="39" y="13"/>
                </a:cubicBezTo>
                <a:cubicBezTo>
                  <a:pt x="23" y="30"/>
                  <a:pt x="23" y="30"/>
                  <a:pt x="23" y="30"/>
                </a:cubicBezTo>
                <a:cubicBezTo>
                  <a:pt x="15" y="22"/>
                  <a:pt x="15" y="22"/>
                  <a:pt x="15" y="22"/>
                </a:cubicBezTo>
                <a:cubicBezTo>
                  <a:pt x="14" y="21"/>
                  <a:pt x="13" y="21"/>
                  <a:pt x="12" y="22"/>
                </a:cubicBezTo>
                <a:cubicBezTo>
                  <a:pt x="8" y="26"/>
                  <a:pt x="8" y="26"/>
                  <a:pt x="8" y="26"/>
                </a:cubicBezTo>
                <a:cubicBezTo>
                  <a:pt x="7" y="27"/>
                  <a:pt x="7" y="28"/>
                  <a:pt x="8" y="29"/>
                </a:cubicBezTo>
                <a:cubicBezTo>
                  <a:pt x="21" y="42"/>
                  <a:pt x="21" y="42"/>
                  <a:pt x="21" y="42"/>
                </a:cubicBezTo>
                <a:cubicBezTo>
                  <a:pt x="22" y="43"/>
                  <a:pt x="23" y="43"/>
                  <a:pt x="24" y="42"/>
                </a:cubicBezTo>
                <a:lnTo>
                  <a:pt x="46" y="20"/>
                </a:lnTo>
                <a:close/>
              </a:path>
            </a:pathLst>
          </a:custGeom>
          <a:solidFill>
            <a:srgbClr val="A6A6A6"/>
          </a:solidFill>
          <a:ln w="9525">
            <a:noFill/>
            <a:round/>
            <a:headEnd/>
            <a:tailEnd/>
          </a:ln>
        </p:spPr>
        <p:txBody>
          <a:bodyPr anchor="ctr"/>
          <a:lstStyle/>
          <a:p>
            <a:pPr algn="ctr"/>
            <a:endParaRPr sz="2000">
              <a:solidFill>
                <a:schemeClr val="tx1">
                  <a:lumMod val="75000"/>
                  <a:lumOff val="25000"/>
                </a:schemeClr>
              </a:solidFill>
            </a:endParaRPr>
          </a:p>
        </p:txBody>
      </p:sp>
      <p:sp>
        <p:nvSpPr>
          <p:cNvPr id="7" name="iśḻíďe"/>
          <p:cNvSpPr/>
          <p:nvPr/>
        </p:nvSpPr>
        <p:spPr bwMode="auto">
          <a:xfrm>
            <a:off x="497601" y="2500102"/>
            <a:ext cx="640004" cy="640004"/>
          </a:xfrm>
          <a:custGeom>
            <a:avLst/>
            <a:gdLst/>
            <a:ahLst/>
            <a:cxnLst>
              <a:cxn ang="0">
                <a:pos x="55" y="44"/>
              </a:cxn>
              <a:cxn ang="0">
                <a:pos x="44" y="55"/>
              </a:cxn>
              <a:cxn ang="0">
                <a:pos x="10" y="55"/>
              </a:cxn>
              <a:cxn ang="0">
                <a:pos x="0" y="44"/>
              </a:cxn>
              <a:cxn ang="0">
                <a:pos x="0" y="10"/>
              </a:cxn>
              <a:cxn ang="0">
                <a:pos x="10" y="0"/>
              </a:cxn>
              <a:cxn ang="0">
                <a:pos x="44" y="0"/>
              </a:cxn>
              <a:cxn ang="0">
                <a:pos x="55" y="10"/>
              </a:cxn>
              <a:cxn ang="0">
                <a:pos x="55" y="44"/>
              </a:cxn>
              <a:cxn ang="0">
                <a:pos x="46" y="20"/>
              </a:cxn>
              <a:cxn ang="0">
                <a:pos x="46" y="17"/>
              </a:cxn>
              <a:cxn ang="0">
                <a:pos x="42" y="13"/>
              </a:cxn>
              <a:cxn ang="0">
                <a:pos x="39" y="13"/>
              </a:cxn>
              <a:cxn ang="0">
                <a:pos x="23" y="30"/>
              </a:cxn>
              <a:cxn ang="0">
                <a:pos x="15" y="22"/>
              </a:cxn>
              <a:cxn ang="0">
                <a:pos x="12" y="22"/>
              </a:cxn>
              <a:cxn ang="0">
                <a:pos x="8" y="26"/>
              </a:cxn>
              <a:cxn ang="0">
                <a:pos x="8" y="29"/>
              </a:cxn>
              <a:cxn ang="0">
                <a:pos x="21" y="42"/>
              </a:cxn>
              <a:cxn ang="0">
                <a:pos x="24" y="42"/>
              </a:cxn>
              <a:cxn ang="0">
                <a:pos x="46" y="20"/>
              </a:cxn>
            </a:cxnLst>
            <a:rect l="0" t="0" r="r" b="b"/>
            <a:pathLst>
              <a:path w="55" h="55">
                <a:moveTo>
                  <a:pt x="55" y="44"/>
                </a:moveTo>
                <a:cubicBezTo>
                  <a:pt x="55" y="50"/>
                  <a:pt x="50" y="55"/>
                  <a:pt x="44" y="55"/>
                </a:cubicBezTo>
                <a:cubicBezTo>
                  <a:pt x="10" y="55"/>
                  <a:pt x="10" y="55"/>
                  <a:pt x="10" y="55"/>
                </a:cubicBezTo>
                <a:cubicBezTo>
                  <a:pt x="4" y="55"/>
                  <a:pt x="0" y="50"/>
                  <a:pt x="0" y="44"/>
                </a:cubicBezTo>
                <a:cubicBezTo>
                  <a:pt x="0" y="10"/>
                  <a:pt x="0" y="10"/>
                  <a:pt x="0" y="10"/>
                </a:cubicBezTo>
                <a:cubicBezTo>
                  <a:pt x="0" y="5"/>
                  <a:pt x="4" y="0"/>
                  <a:pt x="10" y="0"/>
                </a:cubicBezTo>
                <a:cubicBezTo>
                  <a:pt x="44" y="0"/>
                  <a:pt x="44" y="0"/>
                  <a:pt x="44" y="0"/>
                </a:cubicBezTo>
                <a:cubicBezTo>
                  <a:pt x="50" y="0"/>
                  <a:pt x="55" y="5"/>
                  <a:pt x="55" y="10"/>
                </a:cubicBezTo>
                <a:lnTo>
                  <a:pt x="55" y="44"/>
                </a:lnTo>
                <a:close/>
                <a:moveTo>
                  <a:pt x="46" y="20"/>
                </a:moveTo>
                <a:cubicBezTo>
                  <a:pt x="47" y="19"/>
                  <a:pt x="47" y="17"/>
                  <a:pt x="46" y="17"/>
                </a:cubicBezTo>
                <a:cubicBezTo>
                  <a:pt x="42" y="13"/>
                  <a:pt x="42" y="13"/>
                  <a:pt x="42" y="13"/>
                </a:cubicBezTo>
                <a:cubicBezTo>
                  <a:pt x="42" y="12"/>
                  <a:pt x="40" y="12"/>
                  <a:pt x="39" y="13"/>
                </a:cubicBezTo>
                <a:cubicBezTo>
                  <a:pt x="23" y="30"/>
                  <a:pt x="23" y="30"/>
                  <a:pt x="23" y="30"/>
                </a:cubicBezTo>
                <a:cubicBezTo>
                  <a:pt x="15" y="22"/>
                  <a:pt x="15" y="22"/>
                  <a:pt x="15" y="22"/>
                </a:cubicBezTo>
                <a:cubicBezTo>
                  <a:pt x="14" y="21"/>
                  <a:pt x="13" y="21"/>
                  <a:pt x="12" y="22"/>
                </a:cubicBezTo>
                <a:cubicBezTo>
                  <a:pt x="8" y="26"/>
                  <a:pt x="8" y="26"/>
                  <a:pt x="8" y="26"/>
                </a:cubicBezTo>
                <a:cubicBezTo>
                  <a:pt x="7" y="27"/>
                  <a:pt x="7" y="28"/>
                  <a:pt x="8" y="29"/>
                </a:cubicBezTo>
                <a:cubicBezTo>
                  <a:pt x="21" y="42"/>
                  <a:pt x="21" y="42"/>
                  <a:pt x="21" y="42"/>
                </a:cubicBezTo>
                <a:cubicBezTo>
                  <a:pt x="22" y="43"/>
                  <a:pt x="23" y="43"/>
                  <a:pt x="24" y="42"/>
                </a:cubicBezTo>
                <a:lnTo>
                  <a:pt x="46" y="20"/>
                </a:lnTo>
                <a:close/>
              </a:path>
            </a:pathLst>
          </a:custGeom>
          <a:solidFill>
            <a:schemeClr val="tx2"/>
          </a:solidFill>
          <a:ln w="9525">
            <a:noFill/>
            <a:round/>
            <a:headEnd/>
            <a:tailEnd/>
          </a:ln>
        </p:spPr>
        <p:txBody>
          <a:bodyPr anchor="ctr"/>
          <a:lstStyle/>
          <a:p>
            <a:pPr algn="ctr"/>
            <a:endParaRPr sz="2000">
              <a:solidFill>
                <a:schemeClr val="tx1">
                  <a:lumMod val="75000"/>
                  <a:lumOff val="25000"/>
                </a:schemeClr>
              </a:solidFill>
            </a:endParaRPr>
          </a:p>
        </p:txBody>
      </p:sp>
      <p:sp>
        <p:nvSpPr>
          <p:cNvPr id="8" name="iṣ1îḋê"/>
          <p:cNvSpPr txBox="1"/>
          <p:nvPr/>
        </p:nvSpPr>
        <p:spPr>
          <a:xfrm>
            <a:off x="1150608" y="915566"/>
            <a:ext cx="2053239" cy="348099"/>
          </a:xfrm>
          <a:prstGeom prst="rect">
            <a:avLst/>
          </a:prstGeom>
          <a:noFill/>
        </p:spPr>
        <p:txBody>
          <a:bodyPr wrap="none" lIns="90000" tIns="46800" rIns="90000" bIns="46800" anchor="ctr" anchorCtr="0">
            <a:normAutofit/>
          </a:bodyPr>
          <a:lstStyle/>
          <a:p>
            <a:r>
              <a:rPr lang="zh-CN" altLang="en-US" sz="1400" b="1" dirty="0">
                <a:solidFill>
                  <a:schemeClr val="tx1">
                    <a:lumMod val="75000"/>
                    <a:lumOff val="25000"/>
                  </a:schemeClr>
                </a:solidFill>
              </a:rPr>
              <a:t>主板定版</a:t>
            </a:r>
            <a:r>
              <a:rPr lang="en-US" altLang="zh-CN" sz="1400" b="1" dirty="0">
                <a:solidFill>
                  <a:schemeClr val="tx1">
                    <a:lumMod val="75000"/>
                    <a:lumOff val="25000"/>
                  </a:schemeClr>
                </a:solidFill>
              </a:rPr>
              <a:t>(C01</a:t>
            </a:r>
            <a:r>
              <a:rPr lang="zh-CN" altLang="en-US" sz="1400" b="1" dirty="0">
                <a:solidFill>
                  <a:schemeClr val="tx1">
                    <a:lumMod val="75000"/>
                    <a:lumOff val="25000"/>
                  </a:schemeClr>
                </a:solidFill>
              </a:rPr>
              <a:t>）</a:t>
            </a:r>
          </a:p>
        </p:txBody>
      </p:sp>
      <p:sp>
        <p:nvSpPr>
          <p:cNvPr id="9" name="íṧ1îďê"/>
          <p:cNvSpPr txBox="1"/>
          <p:nvPr/>
        </p:nvSpPr>
        <p:spPr>
          <a:xfrm>
            <a:off x="1151620" y="1231458"/>
            <a:ext cx="5868652" cy="680982"/>
          </a:xfrm>
          <a:prstGeom prst="rect">
            <a:avLst/>
          </a:prstGeom>
          <a:noFill/>
        </p:spPr>
        <p:txBody>
          <a:bodyPr wrap="square" lIns="90000" tIns="46800" rIns="90000" bIns="46800" anchor="t" anchorCtr="0">
            <a:noAutofit/>
          </a:bodyPr>
          <a:lstStyle/>
          <a:p>
            <a:pPr marL="171450" indent="-171450">
              <a:lnSpc>
                <a:spcPct val="120000"/>
              </a:lnSpc>
              <a:buFont typeface="Arial" panose="020B0604020202020204" pitchFamily="34" charset="0"/>
              <a:buChar char="•"/>
            </a:pPr>
            <a:r>
              <a:rPr lang="en-US" altLang="zh-CN" sz="1200" dirty="0">
                <a:solidFill>
                  <a:schemeClr val="tx1">
                    <a:lumMod val="75000"/>
                    <a:lumOff val="25000"/>
                  </a:schemeClr>
                </a:solidFill>
                <a:latin typeface="+mn-ea"/>
              </a:rPr>
              <a:t>SIT</a:t>
            </a:r>
            <a:r>
              <a:rPr lang="zh-CN" altLang="en-US" sz="1200" dirty="0">
                <a:solidFill>
                  <a:schemeClr val="tx1">
                    <a:lumMod val="75000"/>
                    <a:lumOff val="25000"/>
                  </a:schemeClr>
                </a:solidFill>
                <a:latin typeface="+mn-ea"/>
              </a:rPr>
              <a:t>（</a:t>
            </a:r>
            <a:r>
              <a:rPr lang="en-US" altLang="zh-CN" sz="1200" dirty="0">
                <a:solidFill>
                  <a:schemeClr val="tx1">
                    <a:lumMod val="75000"/>
                    <a:lumOff val="25000"/>
                  </a:schemeClr>
                </a:solidFill>
                <a:latin typeface="+mn-ea"/>
              </a:rPr>
              <a:t>HW</a:t>
            </a:r>
            <a:r>
              <a:rPr lang="zh-CN" altLang="en-US" sz="1200" dirty="0">
                <a:solidFill>
                  <a:schemeClr val="tx1">
                    <a:lumMod val="75000"/>
                    <a:lumOff val="25000"/>
                  </a:schemeClr>
                </a:solidFill>
                <a:latin typeface="+mn-ea"/>
              </a:rPr>
              <a:t>测试）、</a:t>
            </a:r>
            <a:r>
              <a:rPr lang="en-US" altLang="zh-CN" sz="1200" dirty="0">
                <a:solidFill>
                  <a:schemeClr val="tx1">
                    <a:lumMod val="75000"/>
                    <a:lumOff val="25000"/>
                  </a:schemeClr>
                </a:solidFill>
                <a:latin typeface="+mn-ea"/>
              </a:rPr>
              <a:t>PI</a:t>
            </a:r>
            <a:r>
              <a:rPr lang="zh-CN" altLang="en-US" sz="1200" dirty="0">
                <a:solidFill>
                  <a:schemeClr val="tx1">
                    <a:lumMod val="75000"/>
                    <a:lumOff val="25000"/>
                  </a:schemeClr>
                </a:solidFill>
                <a:latin typeface="+mn-ea"/>
              </a:rPr>
              <a:t>、</a:t>
            </a:r>
            <a:r>
              <a:rPr lang="en-US" altLang="zh-CN" sz="1200" dirty="0">
                <a:solidFill>
                  <a:schemeClr val="tx1">
                    <a:lumMod val="75000"/>
                    <a:lumOff val="25000"/>
                  </a:schemeClr>
                </a:solidFill>
                <a:latin typeface="+mn-ea"/>
              </a:rPr>
              <a:t>PA</a:t>
            </a:r>
            <a:r>
              <a:rPr lang="zh-CN" altLang="en-US" sz="1200" dirty="0">
                <a:solidFill>
                  <a:schemeClr val="tx1">
                    <a:lumMod val="75000"/>
                    <a:lumOff val="25000"/>
                  </a:schemeClr>
                </a:solidFill>
                <a:latin typeface="+mn-ea"/>
              </a:rPr>
              <a:t>及</a:t>
            </a:r>
            <a:r>
              <a:rPr lang="en-US" altLang="zh-CN" sz="1200" dirty="0">
                <a:solidFill>
                  <a:schemeClr val="tx1">
                    <a:lumMod val="75000"/>
                    <a:lumOff val="25000"/>
                  </a:schemeClr>
                </a:solidFill>
                <a:latin typeface="+mn-ea"/>
              </a:rPr>
              <a:t>SI</a:t>
            </a:r>
            <a:r>
              <a:rPr lang="zh-CN" altLang="en-US" sz="1200" dirty="0">
                <a:solidFill>
                  <a:schemeClr val="tx1">
                    <a:lumMod val="75000"/>
                    <a:lumOff val="25000"/>
                  </a:schemeClr>
                </a:solidFill>
                <a:latin typeface="+mn-ea"/>
              </a:rPr>
              <a:t>测试约四周（完成硬件相关测试）后给出改版意见；</a:t>
            </a:r>
            <a:endParaRPr lang="en-US" altLang="zh-CN" sz="1200" dirty="0">
              <a:solidFill>
                <a:schemeClr val="tx1">
                  <a:lumMod val="75000"/>
                  <a:lumOff val="25000"/>
                </a:schemeClr>
              </a:solidFill>
              <a:latin typeface="+mn-ea"/>
            </a:endParaRPr>
          </a:p>
          <a:p>
            <a:pPr marL="171450" indent="-171450">
              <a:lnSpc>
                <a:spcPct val="120000"/>
              </a:lnSpc>
              <a:buFont typeface="Arial" panose="020B0604020202020204" pitchFamily="34" charset="0"/>
              <a:buChar char="•"/>
            </a:pPr>
            <a:r>
              <a:rPr lang="zh-CN" altLang="en-US" sz="1200" dirty="0">
                <a:solidFill>
                  <a:schemeClr val="tx1">
                    <a:lumMod val="75000"/>
                    <a:lumOff val="25000"/>
                  </a:schemeClr>
                </a:solidFill>
                <a:latin typeface="+mn-ea"/>
              </a:rPr>
              <a:t>硬件工程师进行改版，确保</a:t>
            </a:r>
            <a:r>
              <a:rPr lang="zh-CN" altLang="en-US" sz="1200" dirty="0">
                <a:solidFill>
                  <a:schemeClr val="tx1">
                    <a:lumMod val="75000"/>
                    <a:lumOff val="25000"/>
                  </a:schemeClr>
                </a:solidFill>
                <a:latin typeface="+mn-ea"/>
                <a:cs typeface="+mn-ea"/>
                <a:sym typeface="+mn-lt"/>
              </a:rPr>
              <a:t>各功能模块（硬件）相关需求规格全部实现；</a:t>
            </a:r>
            <a:endParaRPr lang="en-US" altLang="zh-CN" sz="1200" dirty="0">
              <a:solidFill>
                <a:schemeClr val="tx1">
                  <a:lumMod val="75000"/>
                  <a:lumOff val="25000"/>
                </a:schemeClr>
              </a:solidFill>
              <a:latin typeface="+mn-ea"/>
            </a:endParaRPr>
          </a:p>
        </p:txBody>
      </p:sp>
      <p:sp>
        <p:nvSpPr>
          <p:cNvPr id="10" name="í$ḷiḓê"/>
          <p:cNvSpPr txBox="1"/>
          <p:nvPr/>
        </p:nvSpPr>
        <p:spPr>
          <a:xfrm>
            <a:off x="1160276" y="3579862"/>
            <a:ext cx="2043572" cy="367377"/>
          </a:xfrm>
          <a:prstGeom prst="rect">
            <a:avLst/>
          </a:prstGeom>
          <a:noFill/>
        </p:spPr>
        <p:txBody>
          <a:bodyPr wrap="none" lIns="90000" tIns="46800" rIns="90000" bIns="46800" anchor="ctr" anchorCtr="0">
            <a:normAutofit/>
          </a:bodyPr>
          <a:lstStyle/>
          <a:p>
            <a:r>
              <a:rPr lang="en-US" altLang="zh-CN" sz="1400" b="1" dirty="0">
                <a:solidFill>
                  <a:schemeClr val="tx1">
                    <a:lumMod val="75000"/>
                    <a:lumOff val="25000"/>
                  </a:schemeClr>
                </a:solidFill>
              </a:rPr>
              <a:t>Second source</a:t>
            </a:r>
            <a:r>
              <a:rPr lang="zh-CN" altLang="en-US" sz="1400" b="1" dirty="0">
                <a:solidFill>
                  <a:schemeClr val="tx1">
                    <a:lumMod val="75000"/>
                    <a:lumOff val="25000"/>
                  </a:schemeClr>
                </a:solidFill>
              </a:rPr>
              <a:t>验证</a:t>
            </a:r>
          </a:p>
        </p:txBody>
      </p:sp>
      <p:sp>
        <p:nvSpPr>
          <p:cNvPr id="11" name="íSļiḍê"/>
          <p:cNvSpPr txBox="1"/>
          <p:nvPr/>
        </p:nvSpPr>
        <p:spPr>
          <a:xfrm>
            <a:off x="1150609" y="3962122"/>
            <a:ext cx="5077575" cy="697860"/>
          </a:xfrm>
          <a:prstGeom prst="rect">
            <a:avLst/>
          </a:prstGeom>
          <a:noFill/>
        </p:spPr>
        <p:txBody>
          <a:bodyPr wrap="square" lIns="90000" tIns="46800" rIns="90000" bIns="46800" anchor="t" anchorCtr="0">
            <a:noAutofit/>
          </a:bodyPr>
          <a:lstStyle/>
          <a:p>
            <a:pPr marL="171450" indent="-171450">
              <a:lnSpc>
                <a:spcPct val="120000"/>
              </a:lnSpc>
              <a:buFont typeface="Arial" panose="020B0604020202020204" pitchFamily="34" charset="0"/>
              <a:buChar char="•"/>
            </a:pPr>
            <a:r>
              <a:rPr lang="en-US" altLang="zh-CN" sz="1050" dirty="0">
                <a:solidFill>
                  <a:schemeClr val="tx1">
                    <a:lumMod val="75000"/>
                    <a:lumOff val="25000"/>
                  </a:schemeClr>
                </a:solidFill>
                <a:latin typeface="+mn-ea"/>
              </a:rPr>
              <a:t>DVT</a:t>
            </a:r>
            <a:r>
              <a:rPr lang="zh-CN" altLang="en-US" sz="1050" dirty="0">
                <a:solidFill>
                  <a:schemeClr val="tx1">
                    <a:lumMod val="75000"/>
                    <a:lumOff val="25000"/>
                  </a:schemeClr>
                </a:solidFill>
                <a:latin typeface="+mn-ea"/>
              </a:rPr>
              <a:t>测试需要将计划导入的</a:t>
            </a:r>
            <a:r>
              <a:rPr lang="en-US" altLang="zh-CN" sz="1050" dirty="0">
                <a:solidFill>
                  <a:schemeClr val="tx1">
                    <a:lumMod val="75000"/>
                    <a:lumOff val="25000"/>
                  </a:schemeClr>
                </a:solidFill>
                <a:latin typeface="+mn-ea"/>
              </a:rPr>
              <a:t>Second source</a:t>
            </a:r>
            <a:r>
              <a:rPr lang="zh-CN" altLang="en-US" sz="1050" dirty="0">
                <a:solidFill>
                  <a:schemeClr val="tx1">
                    <a:lumMod val="75000"/>
                    <a:lumOff val="25000"/>
                  </a:schemeClr>
                </a:solidFill>
                <a:latin typeface="+mn-ea"/>
              </a:rPr>
              <a:t>物料验证完，如</a:t>
            </a:r>
            <a:r>
              <a:rPr lang="en-US" altLang="zh-CN" sz="1050" dirty="0">
                <a:solidFill>
                  <a:schemeClr val="tx1">
                    <a:lumMod val="75000"/>
                    <a:lumOff val="25000"/>
                  </a:schemeClr>
                </a:solidFill>
                <a:latin typeface="+mn-ea"/>
              </a:rPr>
              <a:t>PCB</a:t>
            </a:r>
            <a:r>
              <a:rPr lang="zh-CN" altLang="en-US" sz="1050" dirty="0">
                <a:solidFill>
                  <a:schemeClr val="tx1">
                    <a:lumMod val="75000"/>
                    <a:lumOff val="25000"/>
                  </a:schemeClr>
                </a:solidFill>
                <a:latin typeface="+mn-ea"/>
              </a:rPr>
              <a:t>，</a:t>
            </a:r>
            <a:r>
              <a:rPr lang="en-US" altLang="zh-CN" sz="1050" dirty="0">
                <a:solidFill>
                  <a:schemeClr val="tx1">
                    <a:lumMod val="75000"/>
                    <a:lumOff val="25000"/>
                  </a:schemeClr>
                </a:solidFill>
                <a:latin typeface="+mn-ea"/>
              </a:rPr>
              <a:t>CPU socket</a:t>
            </a:r>
            <a:r>
              <a:rPr lang="zh-CN" altLang="en-US" sz="1050" dirty="0">
                <a:solidFill>
                  <a:schemeClr val="tx1">
                    <a:lumMod val="75000"/>
                    <a:lumOff val="25000"/>
                  </a:schemeClr>
                </a:solidFill>
                <a:latin typeface="+mn-ea"/>
              </a:rPr>
              <a:t>等；</a:t>
            </a:r>
            <a:r>
              <a:rPr lang="en-US" altLang="zh-CN" sz="1050" dirty="0">
                <a:solidFill>
                  <a:schemeClr val="tx1">
                    <a:lumMod val="75000"/>
                    <a:lumOff val="25000"/>
                  </a:schemeClr>
                </a:solidFill>
                <a:latin typeface="+mn-ea"/>
              </a:rPr>
              <a:t> </a:t>
            </a:r>
          </a:p>
          <a:p>
            <a:pPr marL="171450" indent="-171450">
              <a:lnSpc>
                <a:spcPct val="120000"/>
              </a:lnSpc>
              <a:buFont typeface="Arial" panose="020B0604020202020204" pitchFamily="34" charset="0"/>
              <a:buChar char="•"/>
            </a:pPr>
            <a:r>
              <a:rPr lang="en-US" altLang="zh-CN" sz="1050" dirty="0">
                <a:solidFill>
                  <a:schemeClr val="tx1">
                    <a:lumMod val="75000"/>
                    <a:lumOff val="25000"/>
                  </a:schemeClr>
                </a:solidFill>
                <a:latin typeface="+mn-ea"/>
              </a:rPr>
              <a:t>PVT</a:t>
            </a:r>
            <a:r>
              <a:rPr lang="zh-CN" altLang="en-US" sz="1050" dirty="0">
                <a:solidFill>
                  <a:schemeClr val="tx1">
                    <a:lumMod val="75000"/>
                    <a:lumOff val="25000"/>
                  </a:schemeClr>
                </a:solidFill>
                <a:latin typeface="+mn-ea"/>
              </a:rPr>
              <a:t>原则上不再安排</a:t>
            </a:r>
            <a:r>
              <a:rPr lang="en-US" altLang="zh-CN" sz="1050" dirty="0">
                <a:solidFill>
                  <a:schemeClr val="tx1">
                    <a:lumMod val="75000"/>
                    <a:lumOff val="25000"/>
                  </a:schemeClr>
                </a:solidFill>
                <a:latin typeface="+mn-ea"/>
              </a:rPr>
              <a:t>second source</a:t>
            </a:r>
            <a:r>
              <a:rPr lang="zh-CN" altLang="en-US" sz="1050" dirty="0">
                <a:solidFill>
                  <a:schemeClr val="tx1">
                    <a:lumMod val="75000"/>
                    <a:lumOff val="25000"/>
                  </a:schemeClr>
                </a:solidFill>
                <a:latin typeface="+mn-ea"/>
              </a:rPr>
              <a:t>导入</a:t>
            </a:r>
            <a:r>
              <a:rPr lang="en-US" altLang="zh-CN" sz="1050" dirty="0">
                <a:solidFill>
                  <a:schemeClr val="tx1">
                    <a:lumMod val="75000"/>
                    <a:lumOff val="25000"/>
                  </a:schemeClr>
                </a:solidFill>
                <a:latin typeface="+mn-ea"/>
              </a:rPr>
              <a:t>;</a:t>
            </a:r>
          </a:p>
        </p:txBody>
      </p:sp>
      <p:sp>
        <p:nvSpPr>
          <p:cNvPr id="12" name="îṥliďe"/>
          <p:cNvSpPr txBox="1"/>
          <p:nvPr/>
        </p:nvSpPr>
        <p:spPr>
          <a:xfrm>
            <a:off x="1164724" y="2355726"/>
            <a:ext cx="1967116" cy="348099"/>
          </a:xfrm>
          <a:prstGeom prst="rect">
            <a:avLst/>
          </a:prstGeom>
          <a:noFill/>
        </p:spPr>
        <p:txBody>
          <a:bodyPr wrap="none" lIns="90000" tIns="46800" rIns="90000" bIns="46800" anchor="ctr" anchorCtr="0">
            <a:normAutofit/>
          </a:bodyPr>
          <a:lstStyle/>
          <a:p>
            <a:r>
              <a:rPr lang="zh-CN" altLang="en-US" sz="1400" b="1" dirty="0">
                <a:solidFill>
                  <a:schemeClr val="tx1">
                    <a:lumMod val="75000"/>
                    <a:lumOff val="25000"/>
                  </a:schemeClr>
                </a:solidFill>
              </a:rPr>
              <a:t>线缆开号</a:t>
            </a:r>
          </a:p>
        </p:txBody>
      </p:sp>
      <p:sp>
        <p:nvSpPr>
          <p:cNvPr id="13" name="íšļíḍê"/>
          <p:cNvSpPr txBox="1"/>
          <p:nvPr/>
        </p:nvSpPr>
        <p:spPr>
          <a:xfrm>
            <a:off x="1161314" y="2730972"/>
            <a:ext cx="3626710" cy="412618"/>
          </a:xfrm>
          <a:prstGeom prst="rect">
            <a:avLst/>
          </a:prstGeom>
          <a:noFill/>
        </p:spPr>
        <p:txBody>
          <a:bodyPr wrap="square" lIns="90000" tIns="46800" rIns="90000" bIns="46800" anchor="t" anchorCtr="0">
            <a:noAutofit/>
          </a:bodyPr>
          <a:lstStyle/>
          <a:p>
            <a:pPr marL="171450" indent="-171450">
              <a:lnSpc>
                <a:spcPct val="120000"/>
              </a:lnSpc>
              <a:buFont typeface="Arial" panose="020B0604020202020204" pitchFamily="34" charset="0"/>
              <a:buChar char="•"/>
            </a:pPr>
            <a:r>
              <a:rPr lang="zh-CN" altLang="en-US" sz="1100" dirty="0">
                <a:solidFill>
                  <a:schemeClr val="tx1">
                    <a:lumMod val="75000"/>
                    <a:lumOff val="25000"/>
                  </a:schemeClr>
                </a:solidFill>
              </a:rPr>
              <a:t>新开线缆验证完成；</a:t>
            </a:r>
            <a:endParaRPr lang="en-US" altLang="zh-CN" sz="1100" dirty="0">
              <a:solidFill>
                <a:schemeClr val="tx1">
                  <a:lumMod val="75000"/>
                  <a:lumOff val="25000"/>
                </a:schemeClr>
              </a:solidFill>
            </a:endParaRPr>
          </a:p>
          <a:p>
            <a:pPr marL="171450" indent="-171450">
              <a:lnSpc>
                <a:spcPct val="120000"/>
              </a:lnSpc>
              <a:buFont typeface="Arial" panose="020B0604020202020204" pitchFamily="34" charset="0"/>
              <a:buChar char="•"/>
            </a:pPr>
            <a:r>
              <a:rPr lang="en-US" altLang="zh-CN" sz="1100" dirty="0">
                <a:solidFill>
                  <a:schemeClr val="tx1">
                    <a:lumMod val="75000"/>
                    <a:lumOff val="25000"/>
                  </a:schemeClr>
                </a:solidFill>
              </a:rPr>
              <a:t>PVT</a:t>
            </a:r>
            <a:r>
              <a:rPr lang="zh-CN" altLang="en-US" sz="1100" dirty="0">
                <a:solidFill>
                  <a:schemeClr val="tx1">
                    <a:lumMod val="75000"/>
                    <a:lumOff val="25000"/>
                  </a:schemeClr>
                </a:solidFill>
              </a:rPr>
              <a:t>前完成正品料号开号事宜；（线缆工程师）</a:t>
            </a:r>
            <a:endParaRPr lang="en-US" altLang="zh-CN" sz="1100" dirty="0">
              <a:solidFill>
                <a:schemeClr val="tx1">
                  <a:lumMod val="75000"/>
                  <a:lumOff val="25000"/>
                </a:schemeClr>
              </a:solidFill>
            </a:endParaRPr>
          </a:p>
        </p:txBody>
      </p:sp>
    </p:spTree>
    <p:extLst>
      <p:ext uri="{BB962C8B-B14F-4D97-AF65-F5344CB8AC3E}">
        <p14:creationId xmlns:p14="http://schemas.microsoft.com/office/powerpoint/2010/main" val="3685799756"/>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占位符 1"/>
          <p:cNvSpPr>
            <a:spLocks noGrp="1"/>
          </p:cNvSpPr>
          <p:nvPr>
            <p:ph type="body" sz="quarter" idx="13"/>
          </p:nvPr>
        </p:nvSpPr>
        <p:spPr/>
        <p:txBody>
          <a:bodyPr/>
          <a:lstStyle/>
          <a:p>
            <a:r>
              <a:rPr lang="en-US" altLang="zh-CN" dirty="0">
                <a:latin typeface="+mn-lt"/>
                <a:ea typeface="+mn-ea"/>
                <a:cs typeface="+mn-ea"/>
                <a:sym typeface="+mn-lt"/>
              </a:rPr>
              <a:t>DVT——</a:t>
            </a:r>
            <a:r>
              <a:rPr lang="zh-CN" altLang="en-US" dirty="0">
                <a:latin typeface="+mn-lt"/>
                <a:ea typeface="+mn-ea"/>
                <a:cs typeface="+mn-ea"/>
                <a:sym typeface="+mn-lt"/>
              </a:rPr>
              <a:t>软件开发</a:t>
            </a:r>
            <a:r>
              <a:rPr lang="en-US" altLang="zh-CN" dirty="0">
                <a:latin typeface="+mn-lt"/>
                <a:ea typeface="+mn-ea"/>
                <a:cs typeface="+mn-ea"/>
                <a:sym typeface="+mn-lt"/>
              </a:rPr>
              <a:t>(BMC/BIOS/CMM)</a:t>
            </a:r>
            <a:endParaRPr lang="zh-CN" altLang="en-US" dirty="0">
              <a:latin typeface="+mn-lt"/>
              <a:ea typeface="+mn-ea"/>
              <a:cs typeface="+mn-ea"/>
              <a:sym typeface="+mn-lt"/>
            </a:endParaRPr>
          </a:p>
        </p:txBody>
      </p:sp>
      <p:grpSp>
        <p:nvGrpSpPr>
          <p:cNvPr id="14" name="199075" descr="本素材由iSlide™ 提供&#10;iSlide™尊重知识产权并注重保护用户享有的各项权利。郑重提醒您：&#10;iSlide™插件中提供的任何信息内容的所有权、知识产权归其原始权利人或权利受让人所有，您免费/购买获得的是信息内容的使用权，并受下述条款的约束；&#10;1. 您仅可以个人非商业用途使用该等信息内容，不可将信息内容的全部或部分用于出售，或以出租、出借、转让、分销、发布等其他任何方式供他人使用；&#10;2. 禁止在接入互联网或移动互联网的任何网站、平台、应用或程序上以任何方式为他人提供iSlide™插件资源内容的下载。&#10;The resource is supplied by iSlide™.&#10;iSlide™ respects all intellectual property rights and protects all the rights its users acquired.Solemnly remind you:&#10;The ownership and intellectual property of the resources supplied in iSlide Add-in belongs to its owner or the assignee of this ownership.you only acquired the usage of the resources supplied in iSlide Add-in, as well as respected the following restrain terms:&#10;1.You are only allowed to use such resource for personal and non-commercial aim, not allowed to use such resource or part of it for the sale; or rent, lend, transfer to others; or distribution or release it in any way.&#10;2.You are not permitted to provide the resource of iSlide Add-in in any website, platform, application access to the Internet or mobile Internet." title="iSlide™ 版权声明  COPYRIGHT NOTICE"/>
          <p:cNvGrpSpPr>
            <a:grpSpLocks noChangeAspect="1"/>
          </p:cNvGrpSpPr>
          <p:nvPr>
            <p:custDataLst>
              <p:tags r:id="rId1"/>
            </p:custDataLst>
          </p:nvPr>
        </p:nvGrpSpPr>
        <p:grpSpPr>
          <a:xfrm>
            <a:off x="899591" y="1779663"/>
            <a:ext cx="7895626" cy="2490032"/>
            <a:chOff x="1093813" y="2380421"/>
            <a:chExt cx="10527501" cy="3320042"/>
          </a:xfrm>
        </p:grpSpPr>
        <p:grpSp>
          <p:nvGrpSpPr>
            <p:cNvPr id="15" name="iš1íḍê">
              <a:extLst>
                <a:ext uri="{FF2B5EF4-FFF2-40B4-BE49-F238E27FC236}">
                  <a16:creationId xmlns:a16="http://schemas.microsoft.com/office/drawing/2014/main" xmlns="" id="{E2F7EA49-8547-484A-90C7-F3DEFA2BE0CA}"/>
                </a:ext>
              </a:extLst>
            </p:cNvPr>
            <p:cNvGrpSpPr/>
            <p:nvPr/>
          </p:nvGrpSpPr>
          <p:grpSpPr>
            <a:xfrm>
              <a:off x="4206000" y="2380421"/>
              <a:ext cx="3551895" cy="2097162"/>
              <a:chOff x="3913069" y="2164197"/>
              <a:chExt cx="4284317" cy="2529609"/>
            </a:xfrm>
          </p:grpSpPr>
          <p:sp>
            <p:nvSpPr>
              <p:cNvPr id="22" name="íṩ1íďè">
                <a:extLst>
                  <a:ext uri="{FF2B5EF4-FFF2-40B4-BE49-F238E27FC236}">
                    <a16:creationId xmlns:a16="http://schemas.microsoft.com/office/drawing/2014/main" xmlns="" id="{08F1F22A-86E1-48A1-8607-DBE1ED1CCA03}"/>
                  </a:ext>
                </a:extLst>
              </p:cNvPr>
              <p:cNvSpPr/>
              <p:nvPr/>
            </p:nvSpPr>
            <p:spPr>
              <a:xfrm>
                <a:off x="6152644" y="2164197"/>
                <a:ext cx="2044742" cy="2529609"/>
              </a:xfrm>
              <a:custGeom>
                <a:avLst/>
                <a:gdLst>
                  <a:gd name="connsiteX0" fmla="*/ 0 w 2044743"/>
                  <a:gd name="connsiteY0" fmla="*/ 0 h 2529609"/>
                  <a:gd name="connsiteX1" fmla="*/ 1428764 w 2044743"/>
                  <a:gd name="connsiteY1" fmla="*/ 0 h 2529609"/>
                  <a:gd name="connsiteX2" fmla="*/ 2044743 w 2044743"/>
                  <a:gd name="connsiteY2" fmla="*/ 1264805 h 2529609"/>
                  <a:gd name="connsiteX3" fmla="*/ 1428764 w 2044743"/>
                  <a:gd name="connsiteY3" fmla="*/ 2529609 h 2529609"/>
                  <a:gd name="connsiteX4" fmla="*/ 0 w 2044743"/>
                  <a:gd name="connsiteY4" fmla="*/ 2529609 h 2529609"/>
                  <a:gd name="connsiteX5" fmla="*/ 0 w 2044743"/>
                  <a:gd name="connsiteY5" fmla="*/ 0 h 2529609"/>
                  <a:gd name="connsiteX6" fmla="*/ 1741055 w 2044743"/>
                  <a:gd name="connsiteY6" fmla="*/ 1158586 h 2529609"/>
                  <a:gd name="connsiteX7" fmla="*/ 1634837 w 2044743"/>
                  <a:gd name="connsiteY7" fmla="*/ 1264804 h 2529609"/>
                  <a:gd name="connsiteX8" fmla="*/ 1741055 w 2044743"/>
                  <a:gd name="connsiteY8" fmla="*/ 1371022 h 2529609"/>
                  <a:gd name="connsiteX9" fmla="*/ 1847273 w 2044743"/>
                  <a:gd name="connsiteY9" fmla="*/ 1264804 h 2529609"/>
                  <a:gd name="connsiteX10" fmla="*/ 1741055 w 2044743"/>
                  <a:gd name="connsiteY10" fmla="*/ 1158586 h 252960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044743" h="2529609">
                    <a:moveTo>
                      <a:pt x="0" y="0"/>
                    </a:moveTo>
                    <a:lnTo>
                      <a:pt x="1428764" y="0"/>
                    </a:lnTo>
                    <a:lnTo>
                      <a:pt x="2044743" y="1264805"/>
                    </a:lnTo>
                    <a:lnTo>
                      <a:pt x="1428764" y="2529609"/>
                    </a:lnTo>
                    <a:lnTo>
                      <a:pt x="0" y="2529609"/>
                    </a:lnTo>
                    <a:lnTo>
                      <a:pt x="0" y="0"/>
                    </a:lnTo>
                    <a:close/>
                    <a:moveTo>
                      <a:pt x="1741055" y="1158586"/>
                    </a:moveTo>
                    <a:cubicBezTo>
                      <a:pt x="1682392" y="1158586"/>
                      <a:pt x="1634837" y="1206141"/>
                      <a:pt x="1634837" y="1264804"/>
                    </a:cubicBezTo>
                    <a:cubicBezTo>
                      <a:pt x="1634837" y="1323467"/>
                      <a:pt x="1682392" y="1371022"/>
                      <a:pt x="1741055" y="1371022"/>
                    </a:cubicBezTo>
                    <a:cubicBezTo>
                      <a:pt x="1799718" y="1371022"/>
                      <a:pt x="1847273" y="1323467"/>
                      <a:pt x="1847273" y="1264804"/>
                    </a:cubicBezTo>
                    <a:cubicBezTo>
                      <a:pt x="1847273" y="1206141"/>
                      <a:pt x="1799718" y="1158586"/>
                      <a:pt x="1741055" y="1158586"/>
                    </a:cubicBezTo>
                    <a:close/>
                  </a:path>
                </a:pathLst>
              </a:custGeom>
              <a:solidFill>
                <a:schemeClr val="tx2"/>
              </a:solidFill>
              <a:ln w="76200">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r>
                  <a:rPr lang="en-US" dirty="0"/>
                  <a:t>DVT</a:t>
                </a:r>
                <a:endParaRPr dirty="0"/>
              </a:p>
            </p:txBody>
          </p:sp>
          <p:sp>
            <p:nvSpPr>
              <p:cNvPr id="23" name="iŝľíḍe">
                <a:extLst>
                  <a:ext uri="{FF2B5EF4-FFF2-40B4-BE49-F238E27FC236}">
                    <a16:creationId xmlns:a16="http://schemas.microsoft.com/office/drawing/2014/main" xmlns="" id="{D51975A9-8547-40B1-970C-40FF41334513}"/>
                  </a:ext>
                </a:extLst>
              </p:cNvPr>
              <p:cNvSpPr/>
              <p:nvPr/>
            </p:nvSpPr>
            <p:spPr>
              <a:xfrm flipH="1">
                <a:off x="3913069" y="2164197"/>
                <a:ext cx="2044743" cy="2529609"/>
              </a:xfrm>
              <a:custGeom>
                <a:avLst/>
                <a:gdLst>
                  <a:gd name="connsiteX0" fmla="*/ 0 w 2044743"/>
                  <a:gd name="connsiteY0" fmla="*/ 0 h 2529609"/>
                  <a:gd name="connsiteX1" fmla="*/ 1428764 w 2044743"/>
                  <a:gd name="connsiteY1" fmla="*/ 0 h 2529609"/>
                  <a:gd name="connsiteX2" fmla="*/ 2044743 w 2044743"/>
                  <a:gd name="connsiteY2" fmla="*/ 1264805 h 2529609"/>
                  <a:gd name="connsiteX3" fmla="*/ 1428764 w 2044743"/>
                  <a:gd name="connsiteY3" fmla="*/ 2529609 h 2529609"/>
                  <a:gd name="connsiteX4" fmla="*/ 0 w 2044743"/>
                  <a:gd name="connsiteY4" fmla="*/ 2529609 h 2529609"/>
                  <a:gd name="connsiteX5" fmla="*/ 0 w 2044743"/>
                  <a:gd name="connsiteY5" fmla="*/ 0 h 2529609"/>
                  <a:gd name="connsiteX6" fmla="*/ 1741055 w 2044743"/>
                  <a:gd name="connsiteY6" fmla="*/ 1158586 h 2529609"/>
                  <a:gd name="connsiteX7" fmla="*/ 1634837 w 2044743"/>
                  <a:gd name="connsiteY7" fmla="*/ 1264804 h 2529609"/>
                  <a:gd name="connsiteX8" fmla="*/ 1741055 w 2044743"/>
                  <a:gd name="connsiteY8" fmla="*/ 1371022 h 2529609"/>
                  <a:gd name="connsiteX9" fmla="*/ 1847273 w 2044743"/>
                  <a:gd name="connsiteY9" fmla="*/ 1264804 h 2529609"/>
                  <a:gd name="connsiteX10" fmla="*/ 1741055 w 2044743"/>
                  <a:gd name="connsiteY10" fmla="*/ 1158586 h 252960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044743" h="2529609">
                    <a:moveTo>
                      <a:pt x="0" y="0"/>
                    </a:moveTo>
                    <a:lnTo>
                      <a:pt x="1428764" y="0"/>
                    </a:lnTo>
                    <a:lnTo>
                      <a:pt x="2044743" y="1264805"/>
                    </a:lnTo>
                    <a:lnTo>
                      <a:pt x="1428764" y="2529609"/>
                    </a:lnTo>
                    <a:lnTo>
                      <a:pt x="0" y="2529609"/>
                    </a:lnTo>
                    <a:lnTo>
                      <a:pt x="0" y="0"/>
                    </a:lnTo>
                    <a:close/>
                    <a:moveTo>
                      <a:pt x="1741055" y="1158586"/>
                    </a:moveTo>
                    <a:cubicBezTo>
                      <a:pt x="1682392" y="1158586"/>
                      <a:pt x="1634837" y="1206141"/>
                      <a:pt x="1634837" y="1264804"/>
                    </a:cubicBezTo>
                    <a:cubicBezTo>
                      <a:pt x="1634837" y="1323467"/>
                      <a:pt x="1682392" y="1371022"/>
                      <a:pt x="1741055" y="1371022"/>
                    </a:cubicBezTo>
                    <a:cubicBezTo>
                      <a:pt x="1799718" y="1371022"/>
                      <a:pt x="1847273" y="1323467"/>
                      <a:pt x="1847273" y="1264804"/>
                    </a:cubicBezTo>
                    <a:cubicBezTo>
                      <a:pt x="1847273" y="1206141"/>
                      <a:pt x="1799718" y="1158586"/>
                      <a:pt x="1741055" y="1158586"/>
                    </a:cubicBezTo>
                    <a:close/>
                  </a:path>
                </a:pathLst>
              </a:custGeom>
              <a:solidFill>
                <a:srgbClr val="A31B2B"/>
              </a:solidFill>
              <a:ln w="76200">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r>
                  <a:rPr lang="en-US" dirty="0"/>
                  <a:t>  EVT</a:t>
                </a:r>
                <a:endParaRPr dirty="0"/>
              </a:p>
            </p:txBody>
          </p:sp>
        </p:grpSp>
        <p:grpSp>
          <p:nvGrpSpPr>
            <p:cNvPr id="16" name="íšlidè">
              <a:extLst>
                <a:ext uri="{FF2B5EF4-FFF2-40B4-BE49-F238E27FC236}">
                  <a16:creationId xmlns:a16="http://schemas.microsoft.com/office/drawing/2014/main" xmlns="" id="{F154E7F2-81E6-4BA5-AF9D-DC3B924619B3}"/>
                </a:ext>
              </a:extLst>
            </p:cNvPr>
            <p:cNvGrpSpPr/>
            <p:nvPr/>
          </p:nvGrpSpPr>
          <p:grpSpPr>
            <a:xfrm>
              <a:off x="1093813" y="2572440"/>
              <a:ext cx="3456386" cy="3128023"/>
              <a:chOff x="1094514" y="2491792"/>
              <a:chExt cx="3462331" cy="3128023"/>
            </a:xfrm>
          </p:grpSpPr>
          <p:sp>
            <p:nvSpPr>
              <p:cNvPr id="20" name="íṣļíde">
                <a:extLst>
                  <a:ext uri="{FF2B5EF4-FFF2-40B4-BE49-F238E27FC236}">
                    <a16:creationId xmlns:a16="http://schemas.microsoft.com/office/drawing/2014/main" xmlns="" id="{1CE43197-9097-44C7-92B1-5AB807A3A0E7}"/>
                  </a:ext>
                </a:extLst>
              </p:cNvPr>
              <p:cNvSpPr/>
              <p:nvPr/>
            </p:nvSpPr>
            <p:spPr>
              <a:xfrm>
                <a:off x="1286867" y="2971846"/>
                <a:ext cx="2763386" cy="2647969"/>
              </a:xfrm>
              <a:prstGeom prst="rect">
                <a:avLst/>
              </a:prstGeom>
              <a:noFill/>
              <a:ln w="9525">
                <a:noFill/>
                <a:miter lim="800000"/>
                <a:headEnd/>
                <a:tailEnd/>
              </a:ln>
              <a:extLst>
                <a:ext uri="{909E8E84-426E-40DD-AFC4-6F175D3DCCD1}">
                  <a14:hiddenFill xmlns:a14="http://schemas.microsoft.com/office/drawing/2010/main">
                    <a:solidFill>
                      <a:srgbClr val="FFFFFF"/>
                    </a:solidFill>
                  </a14:hiddenFill>
                </a:ext>
              </a:extLst>
            </p:spPr>
            <p:txBody>
              <a:bodyPr wrap="square" lIns="90000" anchor="t" anchorCtr="0">
                <a:noAutofit/>
              </a:bodyPr>
              <a:lstStyle/>
              <a:p>
                <a:pPr marL="171450" indent="-171450">
                  <a:lnSpc>
                    <a:spcPct val="150000"/>
                  </a:lnSpc>
                  <a:spcBef>
                    <a:spcPct val="0"/>
                  </a:spcBef>
                  <a:buFont typeface="Arial" panose="020B0604020202020204" pitchFamily="34" charset="0"/>
                  <a:buChar char="•"/>
                </a:pPr>
                <a:r>
                  <a:rPr lang="zh-CN" altLang="en-US" sz="1200" dirty="0">
                    <a:solidFill>
                      <a:schemeClr val="tx1">
                        <a:lumMod val="75000"/>
                        <a:lumOff val="25000"/>
                      </a:schemeClr>
                    </a:solidFill>
                  </a:rPr>
                  <a:t>输出</a:t>
                </a:r>
                <a:r>
                  <a:rPr lang="en-US" altLang="zh-CN" sz="1200" dirty="0">
                    <a:solidFill>
                      <a:schemeClr val="tx1">
                        <a:lumMod val="75000"/>
                        <a:lumOff val="25000"/>
                      </a:schemeClr>
                    </a:solidFill>
                  </a:rPr>
                  <a:t>EVT</a:t>
                </a:r>
                <a:r>
                  <a:rPr lang="zh-CN" altLang="en-US" sz="1200" dirty="0">
                    <a:solidFill>
                      <a:schemeClr val="tx1">
                        <a:lumMod val="75000"/>
                        <a:lumOff val="25000"/>
                      </a:schemeClr>
                    </a:solidFill>
                  </a:rPr>
                  <a:t>进测版本；</a:t>
                </a:r>
              </a:p>
              <a:p>
                <a:pPr marL="171450" indent="-171450">
                  <a:lnSpc>
                    <a:spcPct val="150000"/>
                  </a:lnSpc>
                  <a:spcBef>
                    <a:spcPct val="0"/>
                  </a:spcBef>
                  <a:buFont typeface="Arial" panose="020B0604020202020204" pitchFamily="34" charset="0"/>
                  <a:buChar char="•"/>
                </a:pPr>
                <a:r>
                  <a:rPr lang="zh-CN" altLang="en-US" sz="1200" dirty="0">
                    <a:solidFill>
                      <a:schemeClr val="tx1">
                        <a:lumMod val="75000"/>
                        <a:lumOff val="25000"/>
                      </a:schemeClr>
                    </a:solidFill>
                  </a:rPr>
                  <a:t>输出</a:t>
                </a:r>
                <a:r>
                  <a:rPr lang="en-US" altLang="zh-CN" sz="1200" dirty="0">
                    <a:solidFill>
                      <a:schemeClr val="tx1">
                        <a:lumMod val="75000"/>
                        <a:lumOff val="25000"/>
                      </a:schemeClr>
                    </a:solidFill>
                  </a:rPr>
                  <a:t>BMC</a:t>
                </a:r>
                <a:r>
                  <a:rPr lang="zh-CN" altLang="en-US" sz="1200" dirty="0">
                    <a:solidFill>
                      <a:schemeClr val="tx1">
                        <a:lumMod val="75000"/>
                        <a:lumOff val="25000"/>
                      </a:schemeClr>
                    </a:solidFill>
                  </a:rPr>
                  <a:t>，</a:t>
                </a:r>
                <a:r>
                  <a:rPr lang="en-US" altLang="zh-CN" sz="1200" dirty="0">
                    <a:solidFill>
                      <a:schemeClr val="tx1">
                        <a:lumMod val="75000"/>
                        <a:lumOff val="25000"/>
                      </a:schemeClr>
                    </a:solidFill>
                  </a:rPr>
                  <a:t>BIOS</a:t>
                </a:r>
                <a:r>
                  <a:rPr lang="zh-CN" altLang="en-US" sz="1200" dirty="0">
                    <a:solidFill>
                      <a:schemeClr val="tx1">
                        <a:lumMod val="75000"/>
                        <a:lumOff val="25000"/>
                      </a:schemeClr>
                    </a:solidFill>
                  </a:rPr>
                  <a:t>迭代版本（两周</a:t>
                </a:r>
                <a:r>
                  <a:rPr lang="en-US" altLang="zh-CN" sz="1200" dirty="0">
                    <a:solidFill>
                      <a:schemeClr val="tx1">
                        <a:lumMod val="75000"/>
                        <a:lumOff val="25000"/>
                      </a:schemeClr>
                    </a:solidFill>
                  </a:rPr>
                  <a:t>/</a:t>
                </a:r>
                <a:r>
                  <a:rPr lang="zh-CN" altLang="en-US" sz="1200" dirty="0">
                    <a:solidFill>
                      <a:schemeClr val="tx1">
                        <a:lumMod val="75000"/>
                        <a:lumOff val="25000"/>
                      </a:schemeClr>
                    </a:solidFill>
                  </a:rPr>
                  <a:t>迭代）；</a:t>
                </a:r>
                <a:endParaRPr lang="en-US" altLang="zh-CN" sz="1200" dirty="0">
                  <a:solidFill>
                    <a:schemeClr val="tx1">
                      <a:lumMod val="75000"/>
                      <a:lumOff val="25000"/>
                    </a:schemeClr>
                  </a:solidFill>
                </a:endParaRPr>
              </a:p>
              <a:p>
                <a:pPr marL="171450" indent="-171450">
                  <a:lnSpc>
                    <a:spcPct val="150000"/>
                  </a:lnSpc>
                  <a:spcBef>
                    <a:spcPct val="0"/>
                  </a:spcBef>
                  <a:buFont typeface="Arial" panose="020B0604020202020204" pitchFamily="34" charset="0"/>
                  <a:buChar char="•"/>
                </a:pPr>
                <a:r>
                  <a:rPr lang="en-US" altLang="zh-CN" sz="1200" dirty="0">
                    <a:solidFill>
                      <a:schemeClr val="tx1">
                        <a:lumMod val="75000"/>
                        <a:lumOff val="25000"/>
                      </a:schemeClr>
                    </a:solidFill>
                  </a:rPr>
                  <a:t>PRD</a:t>
                </a:r>
                <a:r>
                  <a:rPr lang="zh-CN" altLang="en-US" sz="1200" dirty="0">
                    <a:solidFill>
                      <a:schemeClr val="tx1">
                        <a:lumMod val="75000"/>
                        <a:lumOff val="25000"/>
                      </a:schemeClr>
                    </a:solidFill>
                  </a:rPr>
                  <a:t>功能开发；</a:t>
                </a:r>
                <a:endParaRPr lang="en-US" altLang="zh-CN" sz="1200" dirty="0">
                  <a:solidFill>
                    <a:schemeClr val="tx1">
                      <a:lumMod val="75000"/>
                      <a:lumOff val="25000"/>
                    </a:schemeClr>
                  </a:solidFill>
                </a:endParaRPr>
              </a:p>
              <a:p>
                <a:pPr marL="171450" indent="-171450">
                  <a:lnSpc>
                    <a:spcPct val="150000"/>
                  </a:lnSpc>
                  <a:spcBef>
                    <a:spcPct val="0"/>
                  </a:spcBef>
                  <a:buFont typeface="Arial" panose="020B0604020202020204" pitchFamily="34" charset="0"/>
                  <a:buChar char="•"/>
                </a:pPr>
                <a:r>
                  <a:rPr lang="zh-CN" altLang="en-US" sz="1200" dirty="0">
                    <a:solidFill>
                      <a:schemeClr val="tx1">
                        <a:lumMod val="75000"/>
                        <a:lumOff val="25000"/>
                      </a:schemeClr>
                    </a:solidFill>
                  </a:rPr>
                  <a:t>软件适配新机型；</a:t>
                </a:r>
                <a:endParaRPr lang="en-US" altLang="zh-CN" sz="1200" dirty="0">
                  <a:solidFill>
                    <a:schemeClr val="tx1">
                      <a:lumMod val="75000"/>
                      <a:lumOff val="25000"/>
                    </a:schemeClr>
                  </a:solidFill>
                </a:endParaRPr>
              </a:p>
              <a:p>
                <a:pPr marL="171450" indent="-171450">
                  <a:lnSpc>
                    <a:spcPct val="150000"/>
                  </a:lnSpc>
                  <a:spcBef>
                    <a:spcPct val="0"/>
                  </a:spcBef>
                  <a:buFont typeface="Arial" panose="020B0604020202020204" pitchFamily="34" charset="0"/>
                  <a:buChar char="•"/>
                </a:pPr>
                <a:r>
                  <a:rPr lang="en-US" altLang="zh-CN" sz="1200" dirty="0">
                    <a:solidFill>
                      <a:schemeClr val="tx1">
                        <a:lumMod val="75000"/>
                        <a:lumOff val="25000"/>
                      </a:schemeClr>
                    </a:solidFill>
                  </a:rPr>
                  <a:t>Debug(</a:t>
                </a:r>
                <a:r>
                  <a:rPr lang="zh-CN" altLang="en-US" sz="1200" dirty="0">
                    <a:solidFill>
                      <a:schemeClr val="tx1">
                        <a:lumMod val="75000"/>
                        <a:lumOff val="25000"/>
                      </a:schemeClr>
                    </a:solidFill>
                  </a:rPr>
                  <a:t>主要对硬件设备功能调试）</a:t>
                </a:r>
                <a:endParaRPr lang="en-US" altLang="zh-CN" sz="1200" dirty="0">
                  <a:solidFill>
                    <a:schemeClr val="tx1">
                      <a:lumMod val="75000"/>
                      <a:lumOff val="25000"/>
                    </a:schemeClr>
                  </a:solidFill>
                </a:endParaRPr>
              </a:p>
            </p:txBody>
          </p:sp>
          <p:sp>
            <p:nvSpPr>
              <p:cNvPr id="21" name="íşḷïḓe">
                <a:extLst>
                  <a:ext uri="{FF2B5EF4-FFF2-40B4-BE49-F238E27FC236}">
                    <a16:creationId xmlns:a16="http://schemas.microsoft.com/office/drawing/2014/main" xmlns="" id="{41FA243E-96C9-41BE-AFDA-D0907C3D9692}"/>
                  </a:ext>
                </a:extLst>
              </p:cNvPr>
              <p:cNvSpPr txBox="1"/>
              <p:nvPr/>
            </p:nvSpPr>
            <p:spPr bwMode="auto">
              <a:xfrm>
                <a:off x="1094514" y="2491792"/>
                <a:ext cx="3462331" cy="404676"/>
              </a:xfrm>
              <a:prstGeom prst="rect">
                <a:avLst/>
              </a:prstGeom>
              <a:noFill/>
              <a:ln>
                <a:noFill/>
              </a:ln>
              <a:extLst>
                <a:ext uri="{91240B29-F687-4F45-9708-019B960494DF}">
                  <a14:hiddenLine xmlns:a14="http://schemas.microsoft.com/office/drawing/2010/main" w="9525">
                    <a:solidFill>
                      <a:srgbClr val="000000"/>
                    </a:solidFill>
                    <a:miter lim="800000"/>
                    <a:headEnd/>
                    <a:tailEnd/>
                  </a14:hiddenLine>
                </a:ext>
              </a:extLst>
            </p:spPr>
            <p:txBody>
              <a:bodyPr wrap="none" lIns="90000" tIns="46800" rIns="90000" bIns="46800">
                <a:noAutofit/>
              </a:bodyPr>
              <a:lstStyle>
                <a:defPPr>
                  <a:defRPr lang="zh-CN"/>
                </a:defPPr>
                <a:lvl1pPr marL="0" algn="l" defTabSz="914377" rtl="0" eaLnBrk="1" latinLnBrk="0" hangingPunct="1">
                  <a:defRPr sz="1800" kern="1200">
                    <a:solidFill>
                      <a:schemeClr val="tx1"/>
                    </a:solidFill>
                  </a:defRPr>
                </a:lvl1pPr>
                <a:lvl2pPr marL="457189" algn="l" defTabSz="914377" rtl="0" eaLnBrk="1" latinLnBrk="0" hangingPunct="1">
                  <a:defRPr sz="1800" kern="1200">
                    <a:solidFill>
                      <a:schemeClr val="tx1"/>
                    </a:solidFill>
                  </a:defRPr>
                </a:lvl2pPr>
                <a:lvl3pPr marL="914377" algn="l" defTabSz="914377" rtl="0" eaLnBrk="1" latinLnBrk="0" hangingPunct="1">
                  <a:defRPr sz="1800" kern="1200">
                    <a:solidFill>
                      <a:schemeClr val="tx1"/>
                    </a:solidFill>
                  </a:defRPr>
                </a:lvl3pPr>
                <a:lvl4pPr marL="1371566" algn="l" defTabSz="914377" rtl="0" eaLnBrk="1" latinLnBrk="0" hangingPunct="1">
                  <a:defRPr sz="1800" kern="1200">
                    <a:solidFill>
                      <a:schemeClr val="tx1"/>
                    </a:solidFill>
                  </a:defRPr>
                </a:lvl4pPr>
                <a:lvl5pPr marL="1828754" algn="l" defTabSz="914377" rtl="0" eaLnBrk="1" latinLnBrk="0" hangingPunct="1">
                  <a:defRPr sz="1800" kern="1200">
                    <a:solidFill>
                      <a:schemeClr val="tx1"/>
                    </a:solidFill>
                  </a:defRPr>
                </a:lvl5pPr>
                <a:lvl6pPr marL="2285943" algn="l" defTabSz="914377" rtl="0" eaLnBrk="1" latinLnBrk="0" hangingPunct="1">
                  <a:defRPr sz="1800" kern="1200">
                    <a:solidFill>
                      <a:schemeClr val="tx1"/>
                    </a:solidFill>
                  </a:defRPr>
                </a:lvl6pPr>
                <a:lvl7pPr marL="2743131" algn="l" defTabSz="914377" rtl="0" eaLnBrk="1" latinLnBrk="0" hangingPunct="1">
                  <a:defRPr sz="1800" kern="1200">
                    <a:solidFill>
                      <a:schemeClr val="tx1"/>
                    </a:solidFill>
                  </a:defRPr>
                </a:lvl7pPr>
                <a:lvl8pPr marL="3200320" algn="l" defTabSz="914377" rtl="0" eaLnBrk="1" latinLnBrk="0" hangingPunct="1">
                  <a:defRPr sz="1800" kern="1200">
                    <a:solidFill>
                      <a:schemeClr val="tx1"/>
                    </a:solidFill>
                  </a:defRPr>
                </a:lvl8pPr>
                <a:lvl9pPr marL="3657509" algn="l" defTabSz="914377" rtl="0" eaLnBrk="1" latinLnBrk="0" hangingPunct="1">
                  <a:defRPr sz="1800" kern="1200">
                    <a:solidFill>
                      <a:schemeClr val="tx1"/>
                    </a:solidFill>
                  </a:defRPr>
                </a:lvl9pPr>
              </a:lstStyle>
              <a:p>
                <a:pPr marL="285750" indent="-285750">
                  <a:spcBef>
                    <a:spcPct val="0"/>
                  </a:spcBef>
                  <a:buFont typeface="Wingdings" panose="05000000000000000000" pitchFamily="2" charset="2"/>
                  <a:buChar char="l"/>
                </a:pPr>
                <a:r>
                  <a:rPr lang="zh-CN" altLang="en-US" sz="1400" b="1" dirty="0">
                    <a:solidFill>
                      <a:schemeClr val="tx1">
                        <a:lumMod val="75000"/>
                        <a:lumOff val="25000"/>
                      </a:schemeClr>
                    </a:solidFill>
                  </a:rPr>
                  <a:t>硬件全功能，软件功能开发</a:t>
                </a:r>
                <a:endParaRPr lang="en-US" altLang="zh-CN" sz="1400" b="1" dirty="0">
                  <a:solidFill>
                    <a:schemeClr val="tx1">
                      <a:lumMod val="75000"/>
                      <a:lumOff val="25000"/>
                    </a:schemeClr>
                  </a:solidFill>
                </a:endParaRPr>
              </a:p>
            </p:txBody>
          </p:sp>
        </p:grpSp>
        <p:grpSp>
          <p:nvGrpSpPr>
            <p:cNvPr id="17" name="ïṧļidè">
              <a:extLst>
                <a:ext uri="{FF2B5EF4-FFF2-40B4-BE49-F238E27FC236}">
                  <a16:creationId xmlns:a16="http://schemas.microsoft.com/office/drawing/2014/main" xmlns="" id="{0622110C-69B5-44BB-BF0E-C0AFF8866FE8}"/>
                </a:ext>
              </a:extLst>
            </p:cNvPr>
            <p:cNvGrpSpPr/>
            <p:nvPr/>
          </p:nvGrpSpPr>
          <p:grpSpPr>
            <a:xfrm>
              <a:off x="8006581" y="2572442"/>
              <a:ext cx="3614733" cy="3128018"/>
              <a:chOff x="696308" y="2491794"/>
              <a:chExt cx="3620950" cy="3128018"/>
            </a:xfrm>
          </p:grpSpPr>
          <p:sp>
            <p:nvSpPr>
              <p:cNvPr id="18" name="îşḷíḋé">
                <a:extLst>
                  <a:ext uri="{FF2B5EF4-FFF2-40B4-BE49-F238E27FC236}">
                    <a16:creationId xmlns:a16="http://schemas.microsoft.com/office/drawing/2014/main" xmlns="" id="{C31FD836-4DBC-4AC9-8124-2866A77449EB}"/>
                  </a:ext>
                </a:extLst>
              </p:cNvPr>
              <p:cNvSpPr/>
              <p:nvPr/>
            </p:nvSpPr>
            <p:spPr>
              <a:xfrm>
                <a:off x="792485" y="3163867"/>
                <a:ext cx="3524773" cy="2455945"/>
              </a:xfrm>
              <a:prstGeom prst="rect">
                <a:avLst/>
              </a:prstGeom>
              <a:noFill/>
              <a:ln w="9525">
                <a:noFill/>
                <a:miter lim="800000"/>
                <a:headEnd/>
                <a:tailEnd/>
              </a:ln>
              <a:extLst>
                <a:ext uri="{909E8E84-426E-40DD-AFC4-6F175D3DCCD1}">
                  <a14:hiddenFill xmlns:a14="http://schemas.microsoft.com/office/drawing/2010/main">
                    <a:solidFill>
                      <a:srgbClr val="FFFFFF"/>
                    </a:solidFill>
                  </a14:hiddenFill>
                </a:ext>
              </a:extLst>
            </p:spPr>
            <p:txBody>
              <a:bodyPr wrap="square" lIns="90000" anchor="t" anchorCtr="0">
                <a:noAutofit/>
              </a:bodyPr>
              <a:lstStyle/>
              <a:p>
                <a:pPr marL="171450" indent="-171450">
                  <a:lnSpc>
                    <a:spcPct val="150000"/>
                  </a:lnSpc>
                  <a:spcBef>
                    <a:spcPct val="0"/>
                  </a:spcBef>
                  <a:buFont typeface="Arial" panose="020B0604020202020204" pitchFamily="34" charset="0"/>
                  <a:buChar char="•"/>
                </a:pPr>
                <a:r>
                  <a:rPr lang="zh-CN" altLang="en-US" sz="1200" dirty="0">
                    <a:solidFill>
                      <a:schemeClr val="tx1">
                        <a:lumMod val="75000"/>
                        <a:lumOff val="25000"/>
                      </a:schemeClr>
                    </a:solidFill>
                  </a:rPr>
                  <a:t>输出</a:t>
                </a:r>
                <a:r>
                  <a:rPr lang="en-US" altLang="zh-CN" sz="1200" dirty="0">
                    <a:solidFill>
                      <a:schemeClr val="tx1">
                        <a:lumMod val="75000"/>
                        <a:lumOff val="25000"/>
                      </a:schemeClr>
                    </a:solidFill>
                  </a:rPr>
                  <a:t>DVT</a:t>
                </a:r>
                <a:r>
                  <a:rPr lang="zh-CN" altLang="en-US" sz="1200" dirty="0">
                    <a:solidFill>
                      <a:schemeClr val="tx1">
                        <a:lumMod val="75000"/>
                        <a:lumOff val="25000"/>
                      </a:schemeClr>
                    </a:solidFill>
                  </a:rPr>
                  <a:t>进测版本；</a:t>
                </a:r>
              </a:p>
              <a:p>
                <a:pPr marL="171450" indent="-171450">
                  <a:lnSpc>
                    <a:spcPct val="150000"/>
                  </a:lnSpc>
                  <a:spcBef>
                    <a:spcPct val="0"/>
                  </a:spcBef>
                  <a:buFont typeface="Arial" panose="020B0604020202020204" pitchFamily="34" charset="0"/>
                  <a:buChar char="•"/>
                </a:pPr>
                <a:r>
                  <a:rPr lang="zh-CN" altLang="en-US" sz="1200" dirty="0">
                    <a:solidFill>
                      <a:schemeClr val="tx1">
                        <a:lumMod val="75000"/>
                        <a:lumOff val="25000"/>
                      </a:schemeClr>
                    </a:solidFill>
                  </a:rPr>
                  <a:t>输出</a:t>
                </a:r>
                <a:r>
                  <a:rPr lang="en-US" altLang="zh-CN" sz="1200" dirty="0">
                    <a:solidFill>
                      <a:schemeClr val="tx1">
                        <a:lumMod val="75000"/>
                        <a:lumOff val="25000"/>
                      </a:schemeClr>
                    </a:solidFill>
                  </a:rPr>
                  <a:t>BIOS</a:t>
                </a:r>
                <a:r>
                  <a:rPr lang="zh-CN" altLang="en-US" sz="1200" dirty="0">
                    <a:solidFill>
                      <a:schemeClr val="tx1">
                        <a:lumMod val="75000"/>
                        <a:lumOff val="25000"/>
                      </a:schemeClr>
                    </a:solidFill>
                  </a:rPr>
                  <a:t>，</a:t>
                </a:r>
                <a:r>
                  <a:rPr lang="en-US" altLang="zh-CN" sz="1200" dirty="0">
                    <a:solidFill>
                      <a:schemeClr val="tx1">
                        <a:lumMod val="75000"/>
                        <a:lumOff val="25000"/>
                      </a:schemeClr>
                    </a:solidFill>
                  </a:rPr>
                  <a:t>BMC</a:t>
                </a:r>
                <a:r>
                  <a:rPr lang="zh-CN" altLang="en-US" sz="1200" dirty="0">
                    <a:solidFill>
                      <a:schemeClr val="tx1">
                        <a:lumMod val="75000"/>
                        <a:lumOff val="25000"/>
                      </a:schemeClr>
                    </a:solidFill>
                  </a:rPr>
                  <a:t>迭代版本</a:t>
                </a:r>
                <a:r>
                  <a:rPr lang="en-US" altLang="zh-CN" sz="1200" dirty="0">
                    <a:solidFill>
                      <a:schemeClr val="tx1">
                        <a:lumMod val="75000"/>
                        <a:lumOff val="25000"/>
                      </a:schemeClr>
                    </a:solidFill>
                  </a:rPr>
                  <a:t>(</a:t>
                </a:r>
                <a:r>
                  <a:rPr lang="zh-CN" altLang="en-US" sz="1200" dirty="0">
                    <a:solidFill>
                      <a:schemeClr val="tx1">
                        <a:lumMod val="75000"/>
                        <a:lumOff val="25000"/>
                      </a:schemeClr>
                    </a:solidFill>
                  </a:rPr>
                  <a:t>两周</a:t>
                </a:r>
                <a:r>
                  <a:rPr lang="en-US" altLang="zh-CN" sz="1200" dirty="0">
                    <a:solidFill>
                      <a:schemeClr val="tx1">
                        <a:lumMod val="75000"/>
                        <a:lumOff val="25000"/>
                      </a:schemeClr>
                    </a:solidFill>
                  </a:rPr>
                  <a:t>/</a:t>
                </a:r>
                <a:r>
                  <a:rPr lang="zh-CN" altLang="en-US" sz="1200" dirty="0">
                    <a:solidFill>
                      <a:schemeClr val="tx1">
                        <a:lumMod val="75000"/>
                        <a:lumOff val="25000"/>
                      </a:schemeClr>
                    </a:solidFill>
                  </a:rPr>
                  <a:t>迭代</a:t>
                </a:r>
                <a:r>
                  <a:rPr lang="en-US" altLang="zh-CN" sz="1200" dirty="0" smtClean="0">
                    <a:solidFill>
                      <a:schemeClr val="tx1">
                        <a:lumMod val="75000"/>
                        <a:lumOff val="25000"/>
                      </a:schemeClr>
                    </a:solidFill>
                  </a:rPr>
                  <a:t>),</a:t>
                </a:r>
                <a:r>
                  <a:rPr lang="zh-CN" altLang="en-US" sz="1200" dirty="0" smtClean="0">
                    <a:solidFill>
                      <a:schemeClr val="tx1">
                        <a:lumMod val="75000"/>
                        <a:lumOff val="25000"/>
                      </a:schemeClr>
                    </a:solidFill>
                  </a:rPr>
                  <a:t>两周之后输出全功能版本；</a:t>
                </a:r>
                <a:endParaRPr lang="en-US" altLang="zh-CN" sz="1200" dirty="0">
                  <a:solidFill>
                    <a:schemeClr val="tx1">
                      <a:lumMod val="75000"/>
                      <a:lumOff val="25000"/>
                    </a:schemeClr>
                  </a:solidFill>
                </a:endParaRPr>
              </a:p>
              <a:p>
                <a:pPr marL="171450" indent="-171450">
                  <a:lnSpc>
                    <a:spcPct val="150000"/>
                  </a:lnSpc>
                  <a:spcBef>
                    <a:spcPct val="0"/>
                  </a:spcBef>
                  <a:buFont typeface="Arial" panose="020B0604020202020204" pitchFamily="34" charset="0"/>
                  <a:buChar char="•"/>
                </a:pPr>
                <a:r>
                  <a:rPr lang="en-US" altLang="zh-CN" sz="1200" dirty="0">
                    <a:solidFill>
                      <a:schemeClr val="tx1">
                        <a:lumMod val="75000"/>
                        <a:lumOff val="25000"/>
                      </a:schemeClr>
                    </a:solidFill>
                  </a:rPr>
                  <a:t>BIOS</a:t>
                </a:r>
                <a:r>
                  <a:rPr lang="zh-CN" altLang="en-US" sz="1200" dirty="0">
                    <a:solidFill>
                      <a:schemeClr val="tx1">
                        <a:lumMod val="75000"/>
                        <a:lumOff val="25000"/>
                      </a:schemeClr>
                    </a:solidFill>
                  </a:rPr>
                  <a:t>，</a:t>
                </a:r>
                <a:r>
                  <a:rPr lang="en-US" altLang="zh-CN" sz="1200" dirty="0">
                    <a:solidFill>
                      <a:schemeClr val="tx1">
                        <a:lumMod val="75000"/>
                        <a:lumOff val="25000"/>
                      </a:schemeClr>
                    </a:solidFill>
                  </a:rPr>
                  <a:t>BMC</a:t>
                </a:r>
                <a:r>
                  <a:rPr lang="zh-CN" altLang="en-US" sz="1200" dirty="0">
                    <a:solidFill>
                      <a:schemeClr val="tx1">
                        <a:lumMod val="75000"/>
                        <a:lumOff val="25000"/>
                      </a:schemeClr>
                    </a:solidFill>
                  </a:rPr>
                  <a:t>根据二次改版需求进行验证；</a:t>
                </a:r>
                <a:endParaRPr lang="en-US" altLang="zh-CN" sz="1200" dirty="0">
                  <a:solidFill>
                    <a:schemeClr val="tx1">
                      <a:lumMod val="75000"/>
                      <a:lumOff val="25000"/>
                    </a:schemeClr>
                  </a:solidFill>
                </a:endParaRPr>
              </a:p>
              <a:p>
                <a:pPr marL="171450" indent="-171450">
                  <a:lnSpc>
                    <a:spcPct val="150000"/>
                  </a:lnSpc>
                  <a:spcBef>
                    <a:spcPct val="0"/>
                  </a:spcBef>
                  <a:buFont typeface="Arial" panose="020B0604020202020204" pitchFamily="34" charset="0"/>
                  <a:buChar char="•"/>
                </a:pPr>
                <a:r>
                  <a:rPr lang="en-US" altLang="zh-CN" sz="1200" dirty="0">
                    <a:solidFill>
                      <a:schemeClr val="tx1">
                        <a:lumMod val="75000"/>
                        <a:lumOff val="25000"/>
                      </a:schemeClr>
                    </a:solidFill>
                  </a:rPr>
                  <a:t>Debug</a:t>
                </a:r>
                <a:r>
                  <a:rPr lang="zh-CN" altLang="en-US" sz="1200" dirty="0">
                    <a:solidFill>
                      <a:schemeClr val="tx1">
                        <a:lumMod val="75000"/>
                        <a:lumOff val="25000"/>
                      </a:schemeClr>
                    </a:solidFill>
                  </a:rPr>
                  <a:t>遗留问题，优化已有功能；</a:t>
                </a:r>
              </a:p>
            </p:txBody>
          </p:sp>
          <p:sp>
            <p:nvSpPr>
              <p:cNvPr id="19" name="iṥļíḋe">
                <a:extLst>
                  <a:ext uri="{FF2B5EF4-FFF2-40B4-BE49-F238E27FC236}">
                    <a16:creationId xmlns:a16="http://schemas.microsoft.com/office/drawing/2014/main" xmlns="" id="{D1355C62-D1C0-4A71-A4A8-58BF4E0DD315}"/>
                  </a:ext>
                </a:extLst>
              </p:cNvPr>
              <p:cNvSpPr txBox="1"/>
              <p:nvPr/>
            </p:nvSpPr>
            <p:spPr bwMode="auto">
              <a:xfrm>
                <a:off x="696308" y="2491794"/>
                <a:ext cx="3524773" cy="441805"/>
              </a:xfrm>
              <a:prstGeom prst="rect">
                <a:avLst/>
              </a:prstGeom>
              <a:noFill/>
              <a:ln>
                <a:noFill/>
              </a:ln>
              <a:extLst>
                <a:ext uri="{91240B29-F687-4F45-9708-019B960494DF}">
                  <a14:hiddenLine xmlns:a14="http://schemas.microsoft.com/office/drawing/2010/main" w="9525">
                    <a:solidFill>
                      <a:srgbClr val="000000"/>
                    </a:solidFill>
                    <a:miter lim="800000"/>
                    <a:headEnd/>
                    <a:tailEnd/>
                  </a14:hiddenLine>
                </a:ext>
              </a:extLst>
            </p:spPr>
            <p:txBody>
              <a:bodyPr wrap="none" lIns="90000" tIns="46800" rIns="90000" bIns="46800">
                <a:noAutofit/>
              </a:bodyPr>
              <a:lstStyle>
                <a:defPPr>
                  <a:defRPr lang="zh-CN"/>
                </a:defPPr>
                <a:lvl1pPr marL="0" algn="l" defTabSz="914377" rtl="0" eaLnBrk="1" latinLnBrk="0" hangingPunct="1">
                  <a:defRPr sz="1800" kern="1200">
                    <a:solidFill>
                      <a:schemeClr val="tx1"/>
                    </a:solidFill>
                  </a:defRPr>
                </a:lvl1pPr>
                <a:lvl2pPr marL="457189" algn="l" defTabSz="914377" rtl="0" eaLnBrk="1" latinLnBrk="0" hangingPunct="1">
                  <a:defRPr sz="1800" kern="1200">
                    <a:solidFill>
                      <a:schemeClr val="tx1"/>
                    </a:solidFill>
                  </a:defRPr>
                </a:lvl2pPr>
                <a:lvl3pPr marL="914377" algn="l" defTabSz="914377" rtl="0" eaLnBrk="1" latinLnBrk="0" hangingPunct="1">
                  <a:defRPr sz="1800" kern="1200">
                    <a:solidFill>
                      <a:schemeClr val="tx1"/>
                    </a:solidFill>
                  </a:defRPr>
                </a:lvl3pPr>
                <a:lvl4pPr marL="1371566" algn="l" defTabSz="914377" rtl="0" eaLnBrk="1" latinLnBrk="0" hangingPunct="1">
                  <a:defRPr sz="1800" kern="1200">
                    <a:solidFill>
                      <a:schemeClr val="tx1"/>
                    </a:solidFill>
                  </a:defRPr>
                </a:lvl4pPr>
                <a:lvl5pPr marL="1828754" algn="l" defTabSz="914377" rtl="0" eaLnBrk="1" latinLnBrk="0" hangingPunct="1">
                  <a:defRPr sz="1800" kern="1200">
                    <a:solidFill>
                      <a:schemeClr val="tx1"/>
                    </a:solidFill>
                  </a:defRPr>
                </a:lvl5pPr>
                <a:lvl6pPr marL="2285943" algn="l" defTabSz="914377" rtl="0" eaLnBrk="1" latinLnBrk="0" hangingPunct="1">
                  <a:defRPr sz="1800" kern="1200">
                    <a:solidFill>
                      <a:schemeClr val="tx1"/>
                    </a:solidFill>
                  </a:defRPr>
                </a:lvl6pPr>
                <a:lvl7pPr marL="2743131" algn="l" defTabSz="914377" rtl="0" eaLnBrk="1" latinLnBrk="0" hangingPunct="1">
                  <a:defRPr sz="1800" kern="1200">
                    <a:solidFill>
                      <a:schemeClr val="tx1"/>
                    </a:solidFill>
                  </a:defRPr>
                </a:lvl7pPr>
                <a:lvl8pPr marL="3200320" algn="l" defTabSz="914377" rtl="0" eaLnBrk="1" latinLnBrk="0" hangingPunct="1">
                  <a:defRPr sz="1800" kern="1200">
                    <a:solidFill>
                      <a:schemeClr val="tx1"/>
                    </a:solidFill>
                  </a:defRPr>
                </a:lvl8pPr>
                <a:lvl9pPr marL="3657509" algn="l" defTabSz="914377" rtl="0" eaLnBrk="1" latinLnBrk="0" hangingPunct="1">
                  <a:defRPr sz="1800" kern="1200">
                    <a:solidFill>
                      <a:schemeClr val="tx1"/>
                    </a:solidFill>
                  </a:defRPr>
                </a:lvl9pPr>
              </a:lstStyle>
              <a:p>
                <a:pPr marL="171450" indent="-171450" eaLnBrk="1" hangingPunct="1">
                  <a:lnSpc>
                    <a:spcPct val="100000"/>
                  </a:lnSpc>
                  <a:spcBef>
                    <a:spcPct val="0"/>
                  </a:spcBef>
                  <a:buFont typeface="Wingdings" panose="05000000000000000000" pitchFamily="2" charset="2"/>
                  <a:buChar char="l"/>
                </a:pPr>
                <a:r>
                  <a:rPr lang="zh-CN" altLang="en-US" sz="1400" b="1" dirty="0">
                    <a:solidFill>
                      <a:schemeClr val="tx1">
                        <a:lumMod val="75000"/>
                        <a:lumOff val="25000"/>
                      </a:schemeClr>
                    </a:solidFill>
                  </a:rPr>
                  <a:t>软件全功能开发</a:t>
                </a:r>
                <a:endParaRPr lang="en-US" altLang="zh-CN" sz="1400" b="1" dirty="0">
                  <a:solidFill>
                    <a:schemeClr val="tx1">
                      <a:lumMod val="75000"/>
                      <a:lumOff val="25000"/>
                    </a:schemeClr>
                  </a:solidFill>
                </a:endParaRPr>
              </a:p>
              <a:p>
                <a:pPr marL="171450" indent="-171450" eaLnBrk="1" hangingPunct="1">
                  <a:lnSpc>
                    <a:spcPct val="100000"/>
                  </a:lnSpc>
                  <a:spcBef>
                    <a:spcPct val="0"/>
                  </a:spcBef>
                  <a:buFont typeface="Wingdings" panose="05000000000000000000" pitchFamily="2" charset="2"/>
                  <a:buChar char="l"/>
                </a:pPr>
                <a:r>
                  <a:rPr lang="zh-CN" altLang="en-US" sz="1400" b="1" dirty="0">
                    <a:solidFill>
                      <a:schemeClr val="tx1">
                        <a:lumMod val="75000"/>
                        <a:lumOff val="25000"/>
                      </a:schemeClr>
                    </a:solidFill>
                  </a:rPr>
                  <a:t>优化已有功能</a:t>
                </a:r>
                <a:endParaRPr lang="en-US" altLang="zh-CN" sz="1400" b="1" dirty="0">
                  <a:solidFill>
                    <a:schemeClr val="tx1">
                      <a:lumMod val="75000"/>
                      <a:lumOff val="25000"/>
                    </a:schemeClr>
                  </a:solidFill>
                </a:endParaRPr>
              </a:p>
            </p:txBody>
          </p:sp>
        </p:grpSp>
      </p:grpSp>
    </p:spTree>
    <p:extLst>
      <p:ext uri="{BB962C8B-B14F-4D97-AF65-F5344CB8AC3E}">
        <p14:creationId xmlns:p14="http://schemas.microsoft.com/office/powerpoint/2010/main" val="2998611852"/>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占位符 1"/>
          <p:cNvSpPr>
            <a:spLocks noGrp="1"/>
          </p:cNvSpPr>
          <p:nvPr>
            <p:ph type="body" sz="quarter" idx="13"/>
          </p:nvPr>
        </p:nvSpPr>
        <p:spPr>
          <a:xfrm>
            <a:off x="179512" y="123478"/>
            <a:ext cx="7416824" cy="504056"/>
          </a:xfrm>
        </p:spPr>
        <p:txBody>
          <a:bodyPr/>
          <a:lstStyle/>
          <a:p>
            <a:r>
              <a:rPr lang="en-US" altLang="zh-CN" dirty="0">
                <a:latin typeface="+mn-lt"/>
                <a:ea typeface="+mn-ea"/>
                <a:cs typeface="+mn-ea"/>
                <a:sym typeface="+mn-lt"/>
              </a:rPr>
              <a:t>DVT——</a:t>
            </a:r>
            <a:r>
              <a:rPr lang="zh-CN" altLang="en-US" dirty="0">
                <a:latin typeface="+mn-lt"/>
                <a:ea typeface="+mn-ea"/>
                <a:cs typeface="+mn-ea"/>
                <a:sym typeface="+mn-lt"/>
              </a:rPr>
              <a:t>机构设计（开模）</a:t>
            </a:r>
          </a:p>
        </p:txBody>
      </p:sp>
      <p:grpSp>
        <p:nvGrpSpPr>
          <p:cNvPr id="93" name="307432" descr="本素材由iSlide™ 提供&#10;iSlide™尊重知识产权并注重保护用户享有的各项权利。郑重提醒您：&#10;iSlide™插件中提供的任何信息内容的所有权、知识产权归其原始权利人或权利受让人所有，您免费/购买获得的是信息内容的使用权，并受下述条款的约束；&#10;1. 您仅可以个人非商业用途使用该等信息内容，不可将信息内容的全部或部分用于出售，或以出租、出借、转让、分销、发布等其他任何方式供他人使用；&#10;2. 禁止在接入互联网或移动互联网的任何网站、平台、应用或程序上以任何方式为他人提供iSlide™插件资源内容的下载。&#10;The resource is supplied by iSlide™.&#10;iSlide™ respects all intellectual property rights and protects all the rights its users acquired.Solemnly remind you:&#10;The ownership and intellectual property of the resources supplied in iSlide Add-in belongs to its owner or the assignee of this ownership.you only acquired the usage of the resources supplied in iSlide Add-in, as well as respected the following restrain terms:&#10;1.You are only allowed to use such resource for personal and non-commercial aim, not allowed to use such resource or part of it for the sale; or rent, lend, transfer to others; or distribution or release it in any way.&#10;2.You are not permitted to provide the resource of iSlide Add-in in any website, platform, application access to the Internet or mobile Internet." title="iSlide™ 版权声明  COPYRIGHT NOTICE"/>
          <p:cNvGrpSpPr>
            <a:grpSpLocks noChangeAspect="1"/>
          </p:cNvGrpSpPr>
          <p:nvPr>
            <p:custDataLst>
              <p:tags r:id="rId1"/>
            </p:custDataLst>
          </p:nvPr>
        </p:nvGrpSpPr>
        <p:grpSpPr>
          <a:xfrm>
            <a:off x="472106" y="915566"/>
            <a:ext cx="8564390" cy="3662441"/>
            <a:chOff x="638065" y="1231846"/>
            <a:chExt cx="11419185" cy="4883254"/>
          </a:xfrm>
        </p:grpSpPr>
        <p:cxnSp>
          <p:nvCxnSpPr>
            <p:cNvPr id="94" name="直接连接符 93">
              <a:extLst>
                <a:ext uri="{FF2B5EF4-FFF2-40B4-BE49-F238E27FC236}">
                  <a16:creationId xmlns:a16="http://schemas.microsoft.com/office/drawing/2014/main" xmlns="" id="{22FE1577-7018-43E5-B9BD-A2FBAA13CFAD}"/>
                </a:ext>
              </a:extLst>
            </p:cNvPr>
            <p:cNvCxnSpPr/>
            <p:nvPr/>
          </p:nvCxnSpPr>
          <p:spPr>
            <a:xfrm>
              <a:off x="3146367" y="1848495"/>
              <a:ext cx="0" cy="877330"/>
            </a:xfrm>
            <a:prstGeom prst="line">
              <a:avLst/>
            </a:prstGeom>
            <a:ln w="28575">
              <a:solidFill>
                <a:srgbClr val="A31B2B"/>
              </a:solidFill>
            </a:ln>
          </p:spPr>
          <p:style>
            <a:lnRef idx="1">
              <a:schemeClr val="accent1"/>
            </a:lnRef>
            <a:fillRef idx="0">
              <a:schemeClr val="accent1"/>
            </a:fillRef>
            <a:effectRef idx="0">
              <a:schemeClr val="accent1"/>
            </a:effectRef>
            <a:fontRef idx="minor">
              <a:schemeClr val="tx1"/>
            </a:fontRef>
          </p:style>
        </p:cxnSp>
        <p:cxnSp>
          <p:nvCxnSpPr>
            <p:cNvPr id="95" name="直接连接符 94">
              <a:extLst>
                <a:ext uri="{FF2B5EF4-FFF2-40B4-BE49-F238E27FC236}">
                  <a16:creationId xmlns:a16="http://schemas.microsoft.com/office/drawing/2014/main" xmlns="" id="{810CA727-4BF1-408F-8580-5B734E746E93}"/>
                </a:ext>
              </a:extLst>
            </p:cNvPr>
            <p:cNvCxnSpPr/>
            <p:nvPr/>
          </p:nvCxnSpPr>
          <p:spPr>
            <a:xfrm>
              <a:off x="9089429" y="1848495"/>
              <a:ext cx="0" cy="877330"/>
            </a:xfrm>
            <a:prstGeom prst="line">
              <a:avLst/>
            </a:prstGeom>
            <a:ln w="28575">
              <a:solidFill>
                <a:srgbClr val="A31B2B"/>
              </a:solidFill>
            </a:ln>
          </p:spPr>
          <p:style>
            <a:lnRef idx="1">
              <a:schemeClr val="accent1"/>
            </a:lnRef>
            <a:fillRef idx="0">
              <a:schemeClr val="accent1"/>
            </a:fillRef>
            <a:effectRef idx="0">
              <a:schemeClr val="accent1"/>
            </a:effectRef>
            <a:fontRef idx="minor">
              <a:schemeClr val="tx1"/>
            </a:fontRef>
          </p:style>
        </p:cxnSp>
        <p:cxnSp>
          <p:nvCxnSpPr>
            <p:cNvPr id="96" name="直接连接符 95">
              <a:extLst>
                <a:ext uri="{FF2B5EF4-FFF2-40B4-BE49-F238E27FC236}">
                  <a16:creationId xmlns:a16="http://schemas.microsoft.com/office/drawing/2014/main" xmlns="" id="{6FC9C5E3-1258-46B0-8664-59ADADEDC71E}"/>
                </a:ext>
              </a:extLst>
            </p:cNvPr>
            <p:cNvCxnSpPr>
              <a:cxnSpLocks/>
            </p:cNvCxnSpPr>
            <p:nvPr/>
          </p:nvCxnSpPr>
          <p:spPr>
            <a:xfrm flipV="1">
              <a:off x="4596633" y="4501285"/>
              <a:ext cx="0" cy="905133"/>
            </a:xfrm>
            <a:prstGeom prst="line">
              <a:avLst/>
            </a:prstGeom>
            <a:ln w="28575">
              <a:solidFill>
                <a:schemeClr val="tx2"/>
              </a:solidFill>
            </a:ln>
          </p:spPr>
          <p:style>
            <a:lnRef idx="1">
              <a:schemeClr val="accent1"/>
            </a:lnRef>
            <a:fillRef idx="0">
              <a:schemeClr val="accent1"/>
            </a:fillRef>
            <a:effectRef idx="0">
              <a:schemeClr val="accent1"/>
            </a:effectRef>
            <a:fontRef idx="minor">
              <a:schemeClr val="tx1"/>
            </a:fontRef>
          </p:style>
        </p:cxnSp>
        <p:cxnSp>
          <p:nvCxnSpPr>
            <p:cNvPr id="97" name="直接连接符 96">
              <a:extLst>
                <a:ext uri="{FF2B5EF4-FFF2-40B4-BE49-F238E27FC236}">
                  <a16:creationId xmlns:a16="http://schemas.microsoft.com/office/drawing/2014/main" xmlns="" id="{E97F20F3-4391-411C-9CA2-F3B91B45A4BE}"/>
                </a:ext>
              </a:extLst>
            </p:cNvPr>
            <p:cNvCxnSpPr>
              <a:cxnSpLocks/>
            </p:cNvCxnSpPr>
            <p:nvPr/>
          </p:nvCxnSpPr>
          <p:spPr>
            <a:xfrm flipV="1">
              <a:off x="7577299" y="4472759"/>
              <a:ext cx="0" cy="905133"/>
            </a:xfrm>
            <a:prstGeom prst="line">
              <a:avLst/>
            </a:prstGeom>
            <a:ln w="28575">
              <a:solidFill>
                <a:srgbClr val="A6A6A6"/>
              </a:solidFill>
            </a:ln>
          </p:spPr>
          <p:style>
            <a:lnRef idx="1">
              <a:schemeClr val="accent1"/>
            </a:lnRef>
            <a:fillRef idx="0">
              <a:schemeClr val="accent1"/>
            </a:fillRef>
            <a:effectRef idx="0">
              <a:schemeClr val="accent1"/>
            </a:effectRef>
            <a:fontRef idx="minor">
              <a:schemeClr val="tx1"/>
            </a:fontRef>
          </p:style>
        </p:cxnSp>
        <p:cxnSp>
          <p:nvCxnSpPr>
            <p:cNvPr id="98" name="直接连接符 97">
              <a:extLst>
                <a:ext uri="{FF2B5EF4-FFF2-40B4-BE49-F238E27FC236}">
                  <a16:creationId xmlns:a16="http://schemas.microsoft.com/office/drawing/2014/main" xmlns="" id="{5B1CD007-77FA-45D2-BF94-72EF011E0832}"/>
                </a:ext>
              </a:extLst>
            </p:cNvPr>
            <p:cNvCxnSpPr>
              <a:cxnSpLocks/>
            </p:cNvCxnSpPr>
            <p:nvPr/>
          </p:nvCxnSpPr>
          <p:spPr>
            <a:xfrm>
              <a:off x="673100" y="3638578"/>
              <a:ext cx="10845800" cy="0"/>
            </a:xfrm>
            <a:prstGeom prst="line">
              <a:avLst/>
            </a:prstGeom>
            <a:ln w="34925">
              <a:solidFill>
                <a:schemeClr val="bg1">
                  <a:lumMod val="85000"/>
                </a:schemeClr>
              </a:solidFill>
              <a:headEnd type="none" w="lg" len="lg"/>
              <a:tailEnd type="none" w="lg" len="lg"/>
            </a:ln>
          </p:spPr>
          <p:style>
            <a:lnRef idx="1">
              <a:schemeClr val="accent1"/>
            </a:lnRef>
            <a:fillRef idx="0">
              <a:schemeClr val="accent1"/>
            </a:fillRef>
            <a:effectRef idx="0">
              <a:schemeClr val="accent1"/>
            </a:effectRef>
            <a:fontRef idx="minor">
              <a:schemeClr val="tx1"/>
            </a:fontRef>
          </p:style>
        </p:cxnSp>
        <p:sp>
          <p:nvSpPr>
            <p:cNvPr id="99" name="is1îḋé">
              <a:extLst>
                <a:ext uri="{FF2B5EF4-FFF2-40B4-BE49-F238E27FC236}">
                  <a16:creationId xmlns:a16="http://schemas.microsoft.com/office/drawing/2014/main" xmlns="" id="{5C8A6E2C-B0C1-4AFB-9454-26F5D4B1CDE3}"/>
                </a:ext>
              </a:extLst>
            </p:cNvPr>
            <p:cNvSpPr/>
            <p:nvPr/>
          </p:nvSpPr>
          <p:spPr>
            <a:xfrm>
              <a:off x="2639740" y="2268625"/>
              <a:ext cx="1013254" cy="1013254"/>
            </a:xfrm>
            <a:prstGeom prst="ellipse">
              <a:avLst/>
            </a:prstGeom>
            <a:noFill/>
            <a:ln w="28575">
              <a:solidFill>
                <a:srgbClr val="A31B2B"/>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endParaRPr/>
            </a:p>
          </p:txBody>
        </p:sp>
        <p:sp>
          <p:nvSpPr>
            <p:cNvPr id="100" name="iš1iďe">
              <a:extLst>
                <a:ext uri="{FF2B5EF4-FFF2-40B4-BE49-F238E27FC236}">
                  <a16:creationId xmlns:a16="http://schemas.microsoft.com/office/drawing/2014/main" xmlns="" id="{AA5F6217-3429-4966-ACCA-1753C07D3611}"/>
                </a:ext>
              </a:extLst>
            </p:cNvPr>
            <p:cNvSpPr/>
            <p:nvPr/>
          </p:nvSpPr>
          <p:spPr>
            <a:xfrm>
              <a:off x="2778910" y="2397685"/>
              <a:ext cx="734912" cy="755134"/>
            </a:xfrm>
            <a:prstGeom prst="ellipse">
              <a:avLst/>
            </a:prstGeom>
            <a:solidFill>
              <a:srgbClr val="A31B2B"/>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normAutofit fontScale="92500" lnSpcReduction="10000"/>
            </a:bodyPr>
            <a:lstStyle/>
            <a:p>
              <a:pPr algn="ctr"/>
              <a:r>
                <a:rPr lang="zh-CN" altLang="en-US" sz="1200" dirty="0"/>
                <a:t>开发</a:t>
              </a:r>
              <a:endParaRPr lang="en-US" altLang="zh-CN" sz="1200" dirty="0"/>
            </a:p>
          </p:txBody>
        </p:sp>
        <p:sp>
          <p:nvSpPr>
            <p:cNvPr id="101" name="íşlíḍe">
              <a:extLst>
                <a:ext uri="{FF2B5EF4-FFF2-40B4-BE49-F238E27FC236}">
                  <a16:creationId xmlns:a16="http://schemas.microsoft.com/office/drawing/2014/main" xmlns="" id="{65FEC655-0D60-44AA-B473-518346969FEC}"/>
                </a:ext>
              </a:extLst>
            </p:cNvPr>
            <p:cNvSpPr/>
            <p:nvPr/>
          </p:nvSpPr>
          <p:spPr>
            <a:xfrm>
              <a:off x="5611270" y="2268625"/>
              <a:ext cx="1013254" cy="1013254"/>
            </a:xfrm>
            <a:prstGeom prst="ellipse">
              <a:avLst/>
            </a:prstGeom>
            <a:noFill/>
            <a:ln w="28575">
              <a:solidFill>
                <a:srgbClr val="A6A6A6"/>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endParaRPr/>
            </a:p>
          </p:txBody>
        </p:sp>
        <p:sp>
          <p:nvSpPr>
            <p:cNvPr id="102" name="îşlíḑe">
              <a:extLst>
                <a:ext uri="{FF2B5EF4-FFF2-40B4-BE49-F238E27FC236}">
                  <a16:creationId xmlns:a16="http://schemas.microsoft.com/office/drawing/2014/main" xmlns="" id="{7F388690-9346-4B57-A6A5-F2C098FC55D2}"/>
                </a:ext>
              </a:extLst>
            </p:cNvPr>
            <p:cNvSpPr/>
            <p:nvPr/>
          </p:nvSpPr>
          <p:spPr>
            <a:xfrm>
              <a:off x="5740331" y="2397685"/>
              <a:ext cx="755134" cy="755134"/>
            </a:xfrm>
            <a:prstGeom prst="ellipse">
              <a:avLst/>
            </a:prstGeom>
            <a:solidFill>
              <a:srgbClr val="A6A6A6"/>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normAutofit fontScale="92500" lnSpcReduction="10000"/>
            </a:bodyPr>
            <a:lstStyle/>
            <a:p>
              <a:pPr algn="ctr"/>
              <a:r>
                <a:rPr lang="zh-CN" altLang="en-US" sz="1200" dirty="0"/>
                <a:t>采购</a:t>
              </a:r>
              <a:endParaRPr lang="en-US" altLang="zh-CN" sz="1200" dirty="0"/>
            </a:p>
          </p:txBody>
        </p:sp>
        <p:cxnSp>
          <p:nvCxnSpPr>
            <p:cNvPr id="103" name="直接连接符 102">
              <a:extLst>
                <a:ext uri="{FF2B5EF4-FFF2-40B4-BE49-F238E27FC236}">
                  <a16:creationId xmlns:a16="http://schemas.microsoft.com/office/drawing/2014/main" xmlns="" id="{0E41B450-63D2-4B8C-8DF1-CAA95A48F007}"/>
                </a:ext>
              </a:extLst>
            </p:cNvPr>
            <p:cNvCxnSpPr>
              <a:endCxn id="102" idx="0"/>
            </p:cNvCxnSpPr>
            <p:nvPr/>
          </p:nvCxnSpPr>
          <p:spPr>
            <a:xfrm>
              <a:off x="6111889" y="1863120"/>
              <a:ext cx="6011" cy="534565"/>
            </a:xfrm>
            <a:prstGeom prst="line">
              <a:avLst/>
            </a:prstGeom>
            <a:ln w="28575">
              <a:solidFill>
                <a:srgbClr val="A6A6A6"/>
              </a:solidFill>
            </a:ln>
          </p:spPr>
          <p:style>
            <a:lnRef idx="1">
              <a:schemeClr val="accent1"/>
            </a:lnRef>
            <a:fillRef idx="0">
              <a:schemeClr val="accent1"/>
            </a:fillRef>
            <a:effectRef idx="0">
              <a:schemeClr val="accent1"/>
            </a:effectRef>
            <a:fontRef idx="minor">
              <a:schemeClr val="tx1"/>
            </a:fontRef>
          </p:style>
        </p:cxnSp>
        <p:sp>
          <p:nvSpPr>
            <p:cNvPr id="104" name="îślïḍé">
              <a:extLst>
                <a:ext uri="{FF2B5EF4-FFF2-40B4-BE49-F238E27FC236}">
                  <a16:creationId xmlns:a16="http://schemas.microsoft.com/office/drawing/2014/main" xmlns="" id="{E12C0D5D-9E53-4F12-A361-FF78968B0052}"/>
                </a:ext>
              </a:extLst>
            </p:cNvPr>
            <p:cNvSpPr/>
            <p:nvPr/>
          </p:nvSpPr>
          <p:spPr>
            <a:xfrm>
              <a:off x="8582802" y="2268625"/>
              <a:ext cx="1013254" cy="1013254"/>
            </a:xfrm>
            <a:prstGeom prst="ellipse">
              <a:avLst/>
            </a:prstGeom>
            <a:noFill/>
            <a:ln w="28575">
              <a:solidFill>
                <a:srgbClr val="A31B2B"/>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endParaRPr/>
            </a:p>
          </p:txBody>
        </p:sp>
        <p:sp>
          <p:nvSpPr>
            <p:cNvPr id="105" name="iŝḷîdé">
              <a:extLst>
                <a:ext uri="{FF2B5EF4-FFF2-40B4-BE49-F238E27FC236}">
                  <a16:creationId xmlns:a16="http://schemas.microsoft.com/office/drawing/2014/main" xmlns="" id="{247BA67B-7CB3-4EE0-A133-DCFE4C60765D}"/>
                </a:ext>
              </a:extLst>
            </p:cNvPr>
            <p:cNvSpPr/>
            <p:nvPr/>
          </p:nvSpPr>
          <p:spPr>
            <a:xfrm>
              <a:off x="8711862" y="2397685"/>
              <a:ext cx="755134" cy="755134"/>
            </a:xfrm>
            <a:prstGeom prst="ellipse">
              <a:avLst/>
            </a:prstGeom>
            <a:solidFill>
              <a:srgbClr val="A31B2B"/>
            </a:solidFill>
            <a:ln>
              <a:solidFill>
                <a:srgbClr val="A31B2B"/>
              </a:solidFill>
            </a:ln>
          </p:spPr>
          <p:style>
            <a:lnRef idx="2">
              <a:schemeClr val="accent1">
                <a:shade val="50000"/>
              </a:schemeClr>
            </a:lnRef>
            <a:fillRef idx="1">
              <a:schemeClr val="accent1"/>
            </a:fillRef>
            <a:effectRef idx="0">
              <a:schemeClr val="accent1"/>
            </a:effectRef>
            <a:fontRef idx="minor">
              <a:schemeClr val="lt1"/>
            </a:fontRef>
          </p:style>
          <p:txBody>
            <a:bodyPr anchor="ctr">
              <a:normAutofit fontScale="92500" lnSpcReduction="10000"/>
            </a:bodyPr>
            <a:lstStyle/>
            <a:p>
              <a:pPr algn="ctr"/>
              <a:r>
                <a:rPr lang="zh-CN" altLang="en-US" sz="1200" dirty="0"/>
                <a:t>采购</a:t>
              </a:r>
              <a:endParaRPr lang="en-US" altLang="zh-CN" sz="1200" dirty="0"/>
            </a:p>
          </p:txBody>
        </p:sp>
        <p:sp>
          <p:nvSpPr>
            <p:cNvPr id="106" name="îṥḷîḍé">
              <a:extLst>
                <a:ext uri="{FF2B5EF4-FFF2-40B4-BE49-F238E27FC236}">
                  <a16:creationId xmlns:a16="http://schemas.microsoft.com/office/drawing/2014/main" xmlns="" id="{67E3DD95-1267-4D72-9E93-4CC2B309AD22}"/>
                </a:ext>
              </a:extLst>
            </p:cNvPr>
            <p:cNvSpPr/>
            <p:nvPr/>
          </p:nvSpPr>
          <p:spPr>
            <a:xfrm>
              <a:off x="4090005" y="4044086"/>
              <a:ext cx="1013255" cy="1013255"/>
            </a:xfrm>
            <a:prstGeom prst="ellipse">
              <a:avLst/>
            </a:prstGeom>
            <a:noFill/>
            <a:ln w="28575">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endParaRPr/>
            </a:p>
          </p:txBody>
        </p:sp>
        <p:sp>
          <p:nvSpPr>
            <p:cNvPr id="107" name="íśḻidè">
              <a:extLst>
                <a:ext uri="{FF2B5EF4-FFF2-40B4-BE49-F238E27FC236}">
                  <a16:creationId xmlns:a16="http://schemas.microsoft.com/office/drawing/2014/main" xmlns="" id="{056D41D7-9001-4299-9949-D2929BE8031A}"/>
                </a:ext>
              </a:extLst>
            </p:cNvPr>
            <p:cNvSpPr/>
            <p:nvPr/>
          </p:nvSpPr>
          <p:spPr>
            <a:xfrm>
              <a:off x="4219065" y="4173145"/>
              <a:ext cx="755134" cy="755134"/>
            </a:xfrm>
            <a:prstGeom prst="ellips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normAutofit fontScale="70000" lnSpcReduction="20000"/>
            </a:bodyPr>
            <a:lstStyle/>
            <a:p>
              <a:pPr algn="ctr"/>
              <a:r>
                <a:rPr lang="zh-CN" altLang="en-US" sz="1200" dirty="0"/>
                <a:t>项目经理</a:t>
              </a:r>
              <a:endParaRPr lang="en-US" altLang="zh-CN" sz="1200" dirty="0"/>
            </a:p>
          </p:txBody>
        </p:sp>
        <p:sp>
          <p:nvSpPr>
            <p:cNvPr id="108" name="ï$1íḍè">
              <a:extLst>
                <a:ext uri="{FF2B5EF4-FFF2-40B4-BE49-F238E27FC236}">
                  <a16:creationId xmlns:a16="http://schemas.microsoft.com/office/drawing/2014/main" xmlns="" id="{F3B72399-2C40-4B88-8631-7A9DA9A8F1F2}"/>
                </a:ext>
              </a:extLst>
            </p:cNvPr>
            <p:cNvSpPr/>
            <p:nvPr/>
          </p:nvSpPr>
          <p:spPr>
            <a:xfrm>
              <a:off x="7070673" y="4015559"/>
              <a:ext cx="1013255" cy="1013255"/>
            </a:xfrm>
            <a:prstGeom prst="ellipse">
              <a:avLst/>
            </a:prstGeom>
            <a:noFill/>
            <a:ln w="28575">
              <a:solidFill>
                <a:srgbClr val="A6A6A6"/>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endParaRPr/>
            </a:p>
          </p:txBody>
        </p:sp>
        <p:sp>
          <p:nvSpPr>
            <p:cNvPr id="109" name="íṧļïďê">
              <a:extLst>
                <a:ext uri="{FF2B5EF4-FFF2-40B4-BE49-F238E27FC236}">
                  <a16:creationId xmlns:a16="http://schemas.microsoft.com/office/drawing/2014/main" xmlns="" id="{E7F9E64D-DCF6-48D6-8FB0-BEBECAAF303A}"/>
                </a:ext>
              </a:extLst>
            </p:cNvPr>
            <p:cNvSpPr/>
            <p:nvPr/>
          </p:nvSpPr>
          <p:spPr>
            <a:xfrm>
              <a:off x="7199733" y="4144619"/>
              <a:ext cx="755135" cy="755135"/>
            </a:xfrm>
            <a:prstGeom prst="ellipse">
              <a:avLst/>
            </a:prstGeom>
            <a:solidFill>
              <a:srgbClr val="A6A6A6"/>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normAutofit fontScale="70000" lnSpcReduction="20000"/>
            </a:bodyPr>
            <a:lstStyle/>
            <a:p>
              <a:pPr algn="ctr"/>
              <a:r>
                <a:rPr lang="zh-CN" altLang="en-US" sz="1200" dirty="0"/>
                <a:t>项目经理</a:t>
              </a:r>
              <a:endParaRPr lang="en-US" altLang="zh-CN" sz="1200" dirty="0"/>
            </a:p>
          </p:txBody>
        </p:sp>
        <p:grpSp>
          <p:nvGrpSpPr>
            <p:cNvPr id="110" name="îsliḍe">
              <a:extLst>
                <a:ext uri="{FF2B5EF4-FFF2-40B4-BE49-F238E27FC236}">
                  <a16:creationId xmlns:a16="http://schemas.microsoft.com/office/drawing/2014/main" xmlns="" id="{5673AA77-C258-4ADB-98FD-0129AFA72D90}"/>
                </a:ext>
              </a:extLst>
            </p:cNvPr>
            <p:cNvGrpSpPr/>
            <p:nvPr/>
          </p:nvGrpSpPr>
          <p:grpSpPr>
            <a:xfrm>
              <a:off x="673100" y="3778597"/>
              <a:ext cx="2263139" cy="1529505"/>
              <a:chOff x="1003765" y="4612245"/>
              <a:chExt cx="2263139" cy="1529505"/>
            </a:xfrm>
          </p:grpSpPr>
          <p:sp>
            <p:nvSpPr>
              <p:cNvPr id="140" name="í$ľíďe">
                <a:extLst>
                  <a:ext uri="{FF2B5EF4-FFF2-40B4-BE49-F238E27FC236}">
                    <a16:creationId xmlns:a16="http://schemas.microsoft.com/office/drawing/2014/main" xmlns="" id="{0B9AA541-C534-43F2-9653-0796C83C06D6}"/>
                  </a:ext>
                </a:extLst>
              </p:cNvPr>
              <p:cNvSpPr txBox="1"/>
              <p:nvPr/>
            </p:nvSpPr>
            <p:spPr bwMode="auto">
              <a:xfrm>
                <a:off x="1003765" y="4612245"/>
                <a:ext cx="1905548" cy="441805"/>
              </a:xfrm>
              <a:prstGeom prst="rect">
                <a:avLst/>
              </a:prstGeom>
              <a:noFill/>
              <a:ln>
                <a:noFill/>
              </a:ln>
              <a:extLst>
                <a:ext uri="{91240B29-F687-4F45-9708-019B960494DF}">
                  <a14:hiddenLine xmlns:a14="http://schemas.microsoft.com/office/drawing/2010/main" w="9525">
                    <a:solidFill>
                      <a:srgbClr val="000000"/>
                    </a:solidFill>
                    <a:miter lim="800000"/>
                    <a:headEnd/>
                    <a:tailEnd/>
                  </a14:hiddenLine>
                </a:ext>
              </a:extLst>
            </p:spPr>
            <p:txBody>
              <a:bodyPr wrap="none" lIns="90000" tIns="46800" rIns="90000" bIns="46800" anchor="b">
                <a:normAutofit/>
              </a:bodyPr>
              <a:lstStyle/>
              <a:p>
                <a:pPr eaLnBrk="1" hangingPunct="1">
                  <a:spcBef>
                    <a:spcPct val="0"/>
                  </a:spcBef>
                </a:pPr>
                <a:r>
                  <a:rPr lang="zh-CN" altLang="en-US" sz="1400" b="1" dirty="0"/>
                  <a:t>开模条件</a:t>
                </a:r>
                <a:endParaRPr lang="en-US" altLang="zh-CN" sz="1400" b="1" dirty="0"/>
              </a:p>
            </p:txBody>
          </p:sp>
          <p:sp>
            <p:nvSpPr>
              <p:cNvPr id="141" name="íṧḻíḑê">
                <a:extLst>
                  <a:ext uri="{FF2B5EF4-FFF2-40B4-BE49-F238E27FC236}">
                    <a16:creationId xmlns:a16="http://schemas.microsoft.com/office/drawing/2014/main" xmlns="" id="{BB40DAC3-05EE-4211-933B-B3E83624EBAC}"/>
                  </a:ext>
                </a:extLst>
              </p:cNvPr>
              <p:cNvSpPr/>
              <p:nvPr/>
            </p:nvSpPr>
            <p:spPr bwMode="auto">
              <a:xfrm>
                <a:off x="1003765" y="5054050"/>
                <a:ext cx="2263139" cy="1087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0000" tIns="46800" rIns="90000" bIns="46800" anchor="t" anchorCtr="0">
                <a:noAutofit/>
              </a:bodyPr>
              <a:lstStyle/>
              <a:p>
                <a:pPr>
                  <a:lnSpc>
                    <a:spcPct val="120000"/>
                  </a:lnSpc>
                </a:pPr>
                <a:r>
                  <a:rPr lang="en-US" altLang="zh-CN" sz="1000" dirty="0">
                    <a:solidFill>
                      <a:schemeClr val="tx1">
                        <a:lumMod val="95000"/>
                        <a:lumOff val="5000"/>
                      </a:schemeClr>
                    </a:solidFill>
                    <a:cs typeface="+mn-ea"/>
                    <a:sym typeface="+mn-lt"/>
                  </a:rPr>
                  <a:t>NCT</a:t>
                </a:r>
                <a:r>
                  <a:rPr lang="zh-CN" altLang="en-US" sz="1000" dirty="0">
                    <a:solidFill>
                      <a:schemeClr val="tx1">
                        <a:lumMod val="95000"/>
                        <a:lumOff val="5000"/>
                      </a:schemeClr>
                    </a:solidFill>
                    <a:cs typeface="+mn-ea"/>
                    <a:sym typeface="+mn-lt"/>
                  </a:rPr>
                  <a:t>样品完成相关（可靠性，散热）测试，且完成机构问题澄清（含</a:t>
                </a:r>
                <a:r>
                  <a:rPr lang="en-US" altLang="zh-CN" sz="1000" dirty="0">
                    <a:solidFill>
                      <a:schemeClr val="tx1">
                        <a:lumMod val="95000"/>
                        <a:lumOff val="5000"/>
                      </a:schemeClr>
                    </a:solidFill>
                    <a:cs typeface="+mn-ea"/>
                    <a:sym typeface="+mn-lt"/>
                  </a:rPr>
                  <a:t>SIT</a:t>
                </a:r>
                <a:r>
                  <a:rPr lang="zh-CN" altLang="en-US" sz="1000" dirty="0">
                    <a:solidFill>
                      <a:schemeClr val="tx1">
                        <a:lumMod val="95000"/>
                        <a:lumOff val="5000"/>
                      </a:schemeClr>
                    </a:solidFill>
                    <a:cs typeface="+mn-ea"/>
                    <a:sym typeface="+mn-lt"/>
                  </a:rPr>
                  <a:t>，组装评审问题）</a:t>
                </a:r>
                <a:endParaRPr lang="en-US" altLang="zh-CN" sz="1000" dirty="0">
                  <a:solidFill>
                    <a:schemeClr val="tx1">
                      <a:lumMod val="95000"/>
                      <a:lumOff val="5000"/>
                    </a:schemeClr>
                  </a:solidFill>
                  <a:cs typeface="+mn-ea"/>
                  <a:sym typeface="+mn-lt"/>
                </a:endParaRPr>
              </a:p>
            </p:txBody>
          </p:sp>
        </p:grpSp>
        <p:grpSp>
          <p:nvGrpSpPr>
            <p:cNvPr id="111" name="ïš1îďe">
              <a:extLst>
                <a:ext uri="{FF2B5EF4-FFF2-40B4-BE49-F238E27FC236}">
                  <a16:creationId xmlns:a16="http://schemas.microsoft.com/office/drawing/2014/main" xmlns="" id="{4F8D3607-3AE4-4494-8563-7F0C30765661}"/>
                </a:ext>
              </a:extLst>
            </p:cNvPr>
            <p:cNvGrpSpPr/>
            <p:nvPr/>
          </p:nvGrpSpPr>
          <p:grpSpPr>
            <a:xfrm>
              <a:off x="9614940" y="3922476"/>
              <a:ext cx="2442310" cy="960866"/>
              <a:chOff x="1003765" y="4756124"/>
              <a:chExt cx="2442310" cy="960866"/>
            </a:xfrm>
          </p:grpSpPr>
          <p:sp>
            <p:nvSpPr>
              <p:cNvPr id="138" name="ísļîde">
                <a:extLst>
                  <a:ext uri="{FF2B5EF4-FFF2-40B4-BE49-F238E27FC236}">
                    <a16:creationId xmlns:a16="http://schemas.microsoft.com/office/drawing/2014/main" xmlns="" id="{5B21BB8A-5B78-4708-8D7C-F9F48B1AF36F}"/>
                  </a:ext>
                </a:extLst>
              </p:cNvPr>
              <p:cNvSpPr txBox="1"/>
              <p:nvPr/>
            </p:nvSpPr>
            <p:spPr bwMode="auto">
              <a:xfrm>
                <a:off x="1237830" y="4756124"/>
                <a:ext cx="2208245" cy="631494"/>
              </a:xfrm>
              <a:prstGeom prst="rect">
                <a:avLst/>
              </a:prstGeom>
              <a:noFill/>
              <a:ln>
                <a:noFill/>
              </a:ln>
              <a:extLst>
                <a:ext uri="{91240B29-F687-4F45-9708-019B960494DF}">
                  <a14:hiddenLine xmlns:a14="http://schemas.microsoft.com/office/drawing/2010/main" w="9525">
                    <a:solidFill>
                      <a:srgbClr val="000000"/>
                    </a:solidFill>
                    <a:miter lim="800000"/>
                    <a:headEnd/>
                    <a:tailEnd/>
                  </a14:hiddenLine>
                </a:ext>
              </a:extLst>
            </p:spPr>
            <p:txBody>
              <a:bodyPr wrap="none" lIns="90000" tIns="46800" rIns="90000" bIns="46800" anchor="b">
                <a:noAutofit/>
              </a:bodyPr>
              <a:lstStyle/>
              <a:p>
                <a:pPr eaLnBrk="1" hangingPunct="1">
                  <a:spcBef>
                    <a:spcPct val="0"/>
                  </a:spcBef>
                </a:pPr>
                <a:r>
                  <a:rPr lang="zh-CN" altLang="en-US" sz="1400" b="1" dirty="0"/>
                  <a:t>开模完成</a:t>
                </a:r>
                <a:endParaRPr lang="en-US" altLang="zh-CN" sz="1400" b="1" dirty="0"/>
              </a:p>
              <a:p>
                <a:pPr eaLnBrk="1" hangingPunct="1">
                  <a:spcBef>
                    <a:spcPct val="0"/>
                  </a:spcBef>
                </a:pPr>
                <a:r>
                  <a:rPr lang="zh-CN" altLang="en-US" sz="1400" b="1" dirty="0"/>
                  <a:t>模具品满足</a:t>
                </a:r>
                <a:r>
                  <a:rPr lang="en-US" altLang="zh-CN" sz="1400" b="1" dirty="0"/>
                  <a:t>PVT</a:t>
                </a:r>
                <a:r>
                  <a:rPr lang="zh-CN" altLang="en-US" sz="1400" b="1" dirty="0"/>
                  <a:t>组装</a:t>
                </a:r>
                <a:endParaRPr lang="en-US" altLang="zh-CN" sz="1400" b="1" dirty="0"/>
              </a:p>
            </p:txBody>
          </p:sp>
          <p:sp>
            <p:nvSpPr>
              <p:cNvPr id="139" name="íṥlïde">
                <a:extLst>
                  <a:ext uri="{FF2B5EF4-FFF2-40B4-BE49-F238E27FC236}">
                    <a16:creationId xmlns:a16="http://schemas.microsoft.com/office/drawing/2014/main" xmlns="" id="{A78EF0FA-67E1-47FF-A139-815A68617F5D}"/>
                  </a:ext>
                </a:extLst>
              </p:cNvPr>
              <p:cNvSpPr/>
              <p:nvPr/>
            </p:nvSpPr>
            <p:spPr bwMode="auto">
              <a:xfrm>
                <a:off x="1003765" y="5054052"/>
                <a:ext cx="1905548" cy="6629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0000" tIns="46800" rIns="90000" bIns="46800" anchor="t" anchorCtr="0">
                <a:normAutofit/>
              </a:bodyPr>
              <a:lstStyle/>
              <a:p>
                <a:pPr algn="r"/>
                <a:endParaRPr lang="en-US" altLang="zh-CN" sz="1100" dirty="0"/>
              </a:p>
            </p:txBody>
          </p:sp>
        </p:grpSp>
        <p:grpSp>
          <p:nvGrpSpPr>
            <p:cNvPr id="112" name="íŝḻíḓé">
              <a:extLst>
                <a:ext uri="{FF2B5EF4-FFF2-40B4-BE49-F238E27FC236}">
                  <a16:creationId xmlns:a16="http://schemas.microsoft.com/office/drawing/2014/main" xmlns="" id="{E78D318C-A5D3-4B08-8FAF-F80BA3E8F8DE}"/>
                </a:ext>
              </a:extLst>
            </p:cNvPr>
            <p:cNvGrpSpPr/>
            <p:nvPr/>
          </p:nvGrpSpPr>
          <p:grpSpPr>
            <a:xfrm>
              <a:off x="638065" y="3521265"/>
              <a:ext cx="234570" cy="234570"/>
              <a:chOff x="1100454" y="3164594"/>
              <a:chExt cx="234570" cy="234570"/>
            </a:xfrm>
          </p:grpSpPr>
          <p:sp>
            <p:nvSpPr>
              <p:cNvPr id="136" name="îṧľíḋè">
                <a:extLst>
                  <a:ext uri="{FF2B5EF4-FFF2-40B4-BE49-F238E27FC236}">
                    <a16:creationId xmlns:a16="http://schemas.microsoft.com/office/drawing/2014/main" xmlns="" id="{9C848C37-2B82-49F8-B5E1-4F4D67FF80FE}"/>
                  </a:ext>
                </a:extLst>
              </p:cNvPr>
              <p:cNvSpPr/>
              <p:nvPr/>
            </p:nvSpPr>
            <p:spPr>
              <a:xfrm>
                <a:off x="1100454" y="3164594"/>
                <a:ext cx="234570" cy="234570"/>
              </a:xfrm>
              <a:prstGeom prst="ellipse">
                <a:avLst/>
              </a:prstGeom>
              <a:solidFill>
                <a:schemeClr val="bg1">
                  <a:lumMod val="95000"/>
                </a:schemeClr>
              </a:solidFill>
              <a:ln w="285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endParaRPr/>
              </a:p>
            </p:txBody>
          </p:sp>
          <p:sp>
            <p:nvSpPr>
              <p:cNvPr id="137" name="iŝļïde">
                <a:extLst>
                  <a:ext uri="{FF2B5EF4-FFF2-40B4-BE49-F238E27FC236}">
                    <a16:creationId xmlns:a16="http://schemas.microsoft.com/office/drawing/2014/main" xmlns="" id="{0E32B465-ABC7-455C-9FA4-30CDC4D0C5B7}"/>
                  </a:ext>
                </a:extLst>
              </p:cNvPr>
              <p:cNvSpPr/>
              <p:nvPr/>
            </p:nvSpPr>
            <p:spPr>
              <a:xfrm>
                <a:off x="1137030" y="3201170"/>
                <a:ext cx="161418" cy="161418"/>
              </a:xfrm>
              <a:prstGeom prst="ellipse">
                <a:avLst/>
              </a:prstGeom>
              <a:solidFill>
                <a:srgbClr val="A31B2B"/>
              </a:solidFill>
              <a:ln w="285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endParaRPr/>
              </a:p>
            </p:txBody>
          </p:sp>
        </p:grpSp>
        <p:grpSp>
          <p:nvGrpSpPr>
            <p:cNvPr id="113" name="îşḻiďê">
              <a:extLst>
                <a:ext uri="{FF2B5EF4-FFF2-40B4-BE49-F238E27FC236}">
                  <a16:creationId xmlns:a16="http://schemas.microsoft.com/office/drawing/2014/main" xmlns="" id="{87FF3777-A83D-41FB-B34A-6FBCD80A9A90}"/>
                </a:ext>
              </a:extLst>
            </p:cNvPr>
            <p:cNvGrpSpPr/>
            <p:nvPr/>
          </p:nvGrpSpPr>
          <p:grpSpPr>
            <a:xfrm>
              <a:off x="11336545" y="3521265"/>
              <a:ext cx="234570" cy="234570"/>
              <a:chOff x="1100454" y="3164594"/>
              <a:chExt cx="234570" cy="234570"/>
            </a:xfrm>
          </p:grpSpPr>
          <p:sp>
            <p:nvSpPr>
              <p:cNvPr id="134" name="iSľîďè">
                <a:extLst>
                  <a:ext uri="{FF2B5EF4-FFF2-40B4-BE49-F238E27FC236}">
                    <a16:creationId xmlns:a16="http://schemas.microsoft.com/office/drawing/2014/main" xmlns="" id="{0C88CD85-90FE-40F8-BBCE-CCB97349134B}"/>
                  </a:ext>
                </a:extLst>
              </p:cNvPr>
              <p:cNvSpPr/>
              <p:nvPr/>
            </p:nvSpPr>
            <p:spPr>
              <a:xfrm>
                <a:off x="1100454" y="3164594"/>
                <a:ext cx="234570" cy="234570"/>
              </a:xfrm>
              <a:prstGeom prst="ellipse">
                <a:avLst/>
              </a:prstGeom>
              <a:solidFill>
                <a:schemeClr val="bg1">
                  <a:lumMod val="95000"/>
                </a:schemeClr>
              </a:solidFill>
              <a:ln w="285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endParaRPr/>
              </a:p>
            </p:txBody>
          </p:sp>
          <p:sp>
            <p:nvSpPr>
              <p:cNvPr id="135" name="íśļiďe">
                <a:extLst>
                  <a:ext uri="{FF2B5EF4-FFF2-40B4-BE49-F238E27FC236}">
                    <a16:creationId xmlns:a16="http://schemas.microsoft.com/office/drawing/2014/main" xmlns="" id="{181F645B-D9E9-49C8-B027-CCF088840418}"/>
                  </a:ext>
                </a:extLst>
              </p:cNvPr>
              <p:cNvSpPr/>
              <p:nvPr/>
            </p:nvSpPr>
            <p:spPr>
              <a:xfrm>
                <a:off x="1137030" y="3201170"/>
                <a:ext cx="161418" cy="161418"/>
              </a:xfrm>
              <a:prstGeom prst="ellipse">
                <a:avLst/>
              </a:prstGeom>
              <a:solidFill>
                <a:srgbClr val="A31B2B"/>
              </a:solidFill>
              <a:ln w="285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endParaRPr/>
              </a:p>
            </p:txBody>
          </p:sp>
        </p:grpSp>
        <p:grpSp>
          <p:nvGrpSpPr>
            <p:cNvPr id="114" name="işḻiḍé">
              <a:extLst>
                <a:ext uri="{FF2B5EF4-FFF2-40B4-BE49-F238E27FC236}">
                  <a16:creationId xmlns:a16="http://schemas.microsoft.com/office/drawing/2014/main" xmlns="" id="{BDEE21FA-69FF-487B-8637-D8A068564C3C}"/>
                </a:ext>
              </a:extLst>
            </p:cNvPr>
            <p:cNvGrpSpPr/>
            <p:nvPr/>
          </p:nvGrpSpPr>
          <p:grpSpPr>
            <a:xfrm>
              <a:off x="9023643" y="3575304"/>
              <a:ext cx="126492" cy="126492"/>
              <a:chOff x="1100454" y="3164594"/>
              <a:chExt cx="234570" cy="234570"/>
            </a:xfrm>
          </p:grpSpPr>
          <p:sp>
            <p:nvSpPr>
              <p:cNvPr id="132" name="îṣļíḑè">
                <a:extLst>
                  <a:ext uri="{FF2B5EF4-FFF2-40B4-BE49-F238E27FC236}">
                    <a16:creationId xmlns:a16="http://schemas.microsoft.com/office/drawing/2014/main" xmlns="" id="{A5490DF8-3C15-4084-AADA-F0A262B22588}"/>
                  </a:ext>
                </a:extLst>
              </p:cNvPr>
              <p:cNvSpPr/>
              <p:nvPr/>
            </p:nvSpPr>
            <p:spPr>
              <a:xfrm>
                <a:off x="1100454" y="3164594"/>
                <a:ext cx="234570" cy="234570"/>
              </a:xfrm>
              <a:prstGeom prst="ellipse">
                <a:avLst/>
              </a:prstGeom>
              <a:solidFill>
                <a:schemeClr val="bg1">
                  <a:lumMod val="95000"/>
                </a:schemeClr>
              </a:solidFill>
              <a:ln w="285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endParaRPr/>
              </a:p>
            </p:txBody>
          </p:sp>
          <p:sp>
            <p:nvSpPr>
              <p:cNvPr id="133" name="ïṩ1íḑe">
                <a:extLst>
                  <a:ext uri="{FF2B5EF4-FFF2-40B4-BE49-F238E27FC236}">
                    <a16:creationId xmlns:a16="http://schemas.microsoft.com/office/drawing/2014/main" xmlns="" id="{7AA8A558-7B59-4785-B0BE-9752E9DD4373}"/>
                  </a:ext>
                </a:extLst>
              </p:cNvPr>
              <p:cNvSpPr/>
              <p:nvPr/>
            </p:nvSpPr>
            <p:spPr>
              <a:xfrm>
                <a:off x="1137030" y="3201170"/>
                <a:ext cx="161418" cy="161418"/>
              </a:xfrm>
              <a:prstGeom prst="ellipse">
                <a:avLst/>
              </a:prstGeom>
              <a:solidFill>
                <a:srgbClr val="A31B2B"/>
              </a:solidFill>
              <a:ln w="285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endParaRPr/>
              </a:p>
            </p:txBody>
          </p:sp>
        </p:grpSp>
        <p:grpSp>
          <p:nvGrpSpPr>
            <p:cNvPr id="115" name="iŝḻiḑê">
              <a:extLst>
                <a:ext uri="{FF2B5EF4-FFF2-40B4-BE49-F238E27FC236}">
                  <a16:creationId xmlns:a16="http://schemas.microsoft.com/office/drawing/2014/main" xmlns="" id="{8E570B53-1A1D-4CA2-952E-F0A50C6E1FCC}"/>
                </a:ext>
              </a:extLst>
            </p:cNvPr>
            <p:cNvGrpSpPr/>
            <p:nvPr/>
          </p:nvGrpSpPr>
          <p:grpSpPr>
            <a:xfrm>
              <a:off x="7539148" y="3575304"/>
              <a:ext cx="126492" cy="126492"/>
              <a:chOff x="1100454" y="3164594"/>
              <a:chExt cx="234570" cy="234570"/>
            </a:xfrm>
          </p:grpSpPr>
          <p:sp>
            <p:nvSpPr>
              <p:cNvPr id="130" name="ïSļîḋê">
                <a:extLst>
                  <a:ext uri="{FF2B5EF4-FFF2-40B4-BE49-F238E27FC236}">
                    <a16:creationId xmlns:a16="http://schemas.microsoft.com/office/drawing/2014/main" xmlns="" id="{DB056EB8-F5E1-4193-964D-0351BF076E1E}"/>
                  </a:ext>
                </a:extLst>
              </p:cNvPr>
              <p:cNvSpPr/>
              <p:nvPr/>
            </p:nvSpPr>
            <p:spPr>
              <a:xfrm>
                <a:off x="1100454" y="3164594"/>
                <a:ext cx="234570" cy="234570"/>
              </a:xfrm>
              <a:prstGeom prst="ellipse">
                <a:avLst/>
              </a:prstGeom>
              <a:solidFill>
                <a:schemeClr val="bg1">
                  <a:lumMod val="95000"/>
                </a:schemeClr>
              </a:solidFill>
              <a:ln w="285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endParaRPr/>
              </a:p>
            </p:txBody>
          </p:sp>
          <p:sp>
            <p:nvSpPr>
              <p:cNvPr id="131" name="íṣḻíḑe">
                <a:extLst>
                  <a:ext uri="{FF2B5EF4-FFF2-40B4-BE49-F238E27FC236}">
                    <a16:creationId xmlns:a16="http://schemas.microsoft.com/office/drawing/2014/main" xmlns="" id="{194ADA56-6007-4F86-BB74-5A8BAFB57D9E}"/>
                  </a:ext>
                </a:extLst>
              </p:cNvPr>
              <p:cNvSpPr/>
              <p:nvPr/>
            </p:nvSpPr>
            <p:spPr>
              <a:xfrm>
                <a:off x="1137030" y="3201170"/>
                <a:ext cx="161418" cy="161418"/>
              </a:xfrm>
              <a:prstGeom prst="ellipse">
                <a:avLst/>
              </a:prstGeom>
              <a:solidFill>
                <a:srgbClr val="A31B2B"/>
              </a:solidFill>
              <a:ln w="285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endParaRPr/>
              </a:p>
            </p:txBody>
          </p:sp>
        </p:grpSp>
        <p:grpSp>
          <p:nvGrpSpPr>
            <p:cNvPr id="116" name="íŝḷîḍé">
              <a:extLst>
                <a:ext uri="{FF2B5EF4-FFF2-40B4-BE49-F238E27FC236}">
                  <a16:creationId xmlns:a16="http://schemas.microsoft.com/office/drawing/2014/main" xmlns="" id="{F393D9C4-FD10-41A7-9596-79F0FD06C726}"/>
                </a:ext>
              </a:extLst>
            </p:cNvPr>
            <p:cNvGrpSpPr/>
            <p:nvPr/>
          </p:nvGrpSpPr>
          <p:grpSpPr>
            <a:xfrm>
              <a:off x="6037109" y="3575304"/>
              <a:ext cx="126492" cy="126492"/>
              <a:chOff x="1100454" y="3164594"/>
              <a:chExt cx="234570" cy="234570"/>
            </a:xfrm>
          </p:grpSpPr>
          <p:sp>
            <p:nvSpPr>
              <p:cNvPr id="128" name="ïṣļïḑê">
                <a:extLst>
                  <a:ext uri="{FF2B5EF4-FFF2-40B4-BE49-F238E27FC236}">
                    <a16:creationId xmlns:a16="http://schemas.microsoft.com/office/drawing/2014/main" xmlns="" id="{7CB35A45-CCD5-4404-836A-3464C5205407}"/>
                  </a:ext>
                </a:extLst>
              </p:cNvPr>
              <p:cNvSpPr/>
              <p:nvPr/>
            </p:nvSpPr>
            <p:spPr>
              <a:xfrm>
                <a:off x="1100454" y="3164594"/>
                <a:ext cx="234570" cy="234570"/>
              </a:xfrm>
              <a:prstGeom prst="ellipse">
                <a:avLst/>
              </a:prstGeom>
              <a:solidFill>
                <a:schemeClr val="bg1">
                  <a:lumMod val="95000"/>
                </a:schemeClr>
              </a:solidFill>
              <a:ln w="285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endParaRPr/>
              </a:p>
            </p:txBody>
          </p:sp>
          <p:sp>
            <p:nvSpPr>
              <p:cNvPr id="129" name="îṣḻiḑé">
                <a:extLst>
                  <a:ext uri="{FF2B5EF4-FFF2-40B4-BE49-F238E27FC236}">
                    <a16:creationId xmlns:a16="http://schemas.microsoft.com/office/drawing/2014/main" xmlns="" id="{D9B825A5-3BF1-44A4-AA9D-E006EA66796E}"/>
                  </a:ext>
                </a:extLst>
              </p:cNvPr>
              <p:cNvSpPr/>
              <p:nvPr/>
            </p:nvSpPr>
            <p:spPr>
              <a:xfrm>
                <a:off x="1137030" y="3201170"/>
                <a:ext cx="161418" cy="161418"/>
              </a:xfrm>
              <a:prstGeom prst="ellipse">
                <a:avLst/>
              </a:prstGeom>
              <a:solidFill>
                <a:srgbClr val="A31B2B"/>
              </a:solidFill>
              <a:ln w="285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endParaRPr/>
              </a:p>
            </p:txBody>
          </p:sp>
        </p:grpSp>
        <p:grpSp>
          <p:nvGrpSpPr>
            <p:cNvPr id="117" name="ïSḷîḍè">
              <a:extLst>
                <a:ext uri="{FF2B5EF4-FFF2-40B4-BE49-F238E27FC236}">
                  <a16:creationId xmlns:a16="http://schemas.microsoft.com/office/drawing/2014/main" xmlns="" id="{DEF262F5-66BA-4F55-935F-5403E8FA9E67}"/>
                </a:ext>
              </a:extLst>
            </p:cNvPr>
            <p:cNvGrpSpPr/>
            <p:nvPr/>
          </p:nvGrpSpPr>
          <p:grpSpPr>
            <a:xfrm>
              <a:off x="4536916" y="3575304"/>
              <a:ext cx="126492" cy="126492"/>
              <a:chOff x="1100454" y="3164594"/>
              <a:chExt cx="234570" cy="234570"/>
            </a:xfrm>
          </p:grpSpPr>
          <p:sp>
            <p:nvSpPr>
              <p:cNvPr id="126" name="îṧ1idé">
                <a:extLst>
                  <a:ext uri="{FF2B5EF4-FFF2-40B4-BE49-F238E27FC236}">
                    <a16:creationId xmlns:a16="http://schemas.microsoft.com/office/drawing/2014/main" xmlns="" id="{D779B9FE-09CE-4501-94E2-40C86C5A1CB8}"/>
                  </a:ext>
                </a:extLst>
              </p:cNvPr>
              <p:cNvSpPr/>
              <p:nvPr/>
            </p:nvSpPr>
            <p:spPr>
              <a:xfrm>
                <a:off x="1100454" y="3164594"/>
                <a:ext cx="234570" cy="234570"/>
              </a:xfrm>
              <a:prstGeom prst="ellipse">
                <a:avLst/>
              </a:prstGeom>
              <a:solidFill>
                <a:schemeClr val="bg1">
                  <a:lumMod val="95000"/>
                </a:schemeClr>
              </a:solidFill>
              <a:ln w="285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endParaRPr/>
              </a:p>
            </p:txBody>
          </p:sp>
          <p:sp>
            <p:nvSpPr>
              <p:cNvPr id="127" name="iŝļiďê">
                <a:extLst>
                  <a:ext uri="{FF2B5EF4-FFF2-40B4-BE49-F238E27FC236}">
                    <a16:creationId xmlns:a16="http://schemas.microsoft.com/office/drawing/2014/main" xmlns="" id="{B5D76399-2C12-438A-BE6E-BA7635906DA9}"/>
                  </a:ext>
                </a:extLst>
              </p:cNvPr>
              <p:cNvSpPr/>
              <p:nvPr/>
            </p:nvSpPr>
            <p:spPr>
              <a:xfrm>
                <a:off x="1137030" y="3201170"/>
                <a:ext cx="161418" cy="161418"/>
              </a:xfrm>
              <a:prstGeom prst="ellipse">
                <a:avLst/>
              </a:prstGeom>
              <a:solidFill>
                <a:srgbClr val="A31B2B"/>
              </a:solidFill>
              <a:ln w="285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endParaRPr/>
              </a:p>
            </p:txBody>
          </p:sp>
        </p:grpSp>
        <p:grpSp>
          <p:nvGrpSpPr>
            <p:cNvPr id="118" name="ïśľiďê">
              <a:extLst>
                <a:ext uri="{FF2B5EF4-FFF2-40B4-BE49-F238E27FC236}">
                  <a16:creationId xmlns:a16="http://schemas.microsoft.com/office/drawing/2014/main" xmlns="" id="{86BAF251-5AEC-41ED-9F54-5891D071C90E}"/>
                </a:ext>
              </a:extLst>
            </p:cNvPr>
            <p:cNvGrpSpPr/>
            <p:nvPr/>
          </p:nvGrpSpPr>
          <p:grpSpPr>
            <a:xfrm>
              <a:off x="3102348" y="3575304"/>
              <a:ext cx="126492" cy="126492"/>
              <a:chOff x="1100454" y="3164594"/>
              <a:chExt cx="234570" cy="234570"/>
            </a:xfrm>
          </p:grpSpPr>
          <p:sp>
            <p:nvSpPr>
              <p:cNvPr id="124" name="ïṧ1îḓè">
                <a:extLst>
                  <a:ext uri="{FF2B5EF4-FFF2-40B4-BE49-F238E27FC236}">
                    <a16:creationId xmlns:a16="http://schemas.microsoft.com/office/drawing/2014/main" xmlns="" id="{67D26781-B4FB-4CB8-B2B6-F1EE090CEE41}"/>
                  </a:ext>
                </a:extLst>
              </p:cNvPr>
              <p:cNvSpPr/>
              <p:nvPr/>
            </p:nvSpPr>
            <p:spPr>
              <a:xfrm>
                <a:off x="1100454" y="3164594"/>
                <a:ext cx="234570" cy="234570"/>
              </a:xfrm>
              <a:prstGeom prst="ellipse">
                <a:avLst/>
              </a:prstGeom>
              <a:solidFill>
                <a:schemeClr val="bg1">
                  <a:lumMod val="95000"/>
                </a:schemeClr>
              </a:solidFill>
              <a:ln w="285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endParaRPr/>
              </a:p>
            </p:txBody>
          </p:sp>
          <p:sp>
            <p:nvSpPr>
              <p:cNvPr id="125" name="íśḻîḑê">
                <a:extLst>
                  <a:ext uri="{FF2B5EF4-FFF2-40B4-BE49-F238E27FC236}">
                    <a16:creationId xmlns:a16="http://schemas.microsoft.com/office/drawing/2014/main" xmlns="" id="{89AA189C-CCC9-4BED-948E-1E755C40D173}"/>
                  </a:ext>
                </a:extLst>
              </p:cNvPr>
              <p:cNvSpPr/>
              <p:nvPr/>
            </p:nvSpPr>
            <p:spPr>
              <a:xfrm>
                <a:off x="1137030" y="3201170"/>
                <a:ext cx="161418" cy="161418"/>
              </a:xfrm>
              <a:prstGeom prst="ellipse">
                <a:avLst/>
              </a:prstGeom>
              <a:solidFill>
                <a:srgbClr val="A31B2B"/>
              </a:solidFill>
              <a:ln w="285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endParaRPr/>
              </a:p>
            </p:txBody>
          </p:sp>
        </p:grpSp>
        <p:sp>
          <p:nvSpPr>
            <p:cNvPr id="119" name="ïşḻíḓê">
              <a:extLst>
                <a:ext uri="{FF2B5EF4-FFF2-40B4-BE49-F238E27FC236}">
                  <a16:creationId xmlns:a16="http://schemas.microsoft.com/office/drawing/2014/main" xmlns="" id="{4991D567-A1EF-49D0-AF90-9851ABDEE372}"/>
                </a:ext>
              </a:extLst>
            </p:cNvPr>
            <p:cNvSpPr/>
            <p:nvPr/>
          </p:nvSpPr>
          <p:spPr bwMode="auto">
            <a:xfrm>
              <a:off x="3608313" y="5360304"/>
              <a:ext cx="2027993" cy="42284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0000" tIns="46800" rIns="90000" bIns="46800" anchor="t" anchorCtr="0">
              <a:noAutofit/>
            </a:bodyPr>
            <a:lstStyle/>
            <a:p>
              <a:r>
                <a:rPr lang="zh-CN" altLang="en-US" sz="1000" dirty="0">
                  <a:latin typeface="+mj-ea"/>
                  <a:ea typeface="+mj-ea"/>
                </a:rPr>
                <a:t>项目经理提供开模需求给采购；</a:t>
              </a:r>
              <a:endParaRPr lang="en-US" altLang="zh-CN" sz="1000" dirty="0">
                <a:latin typeface="+mj-ea"/>
                <a:ea typeface="+mj-ea"/>
              </a:endParaRPr>
            </a:p>
          </p:txBody>
        </p:sp>
        <p:sp>
          <p:nvSpPr>
            <p:cNvPr id="120" name="íŝľiďé">
              <a:extLst>
                <a:ext uri="{FF2B5EF4-FFF2-40B4-BE49-F238E27FC236}">
                  <a16:creationId xmlns:a16="http://schemas.microsoft.com/office/drawing/2014/main" xmlns="" id="{43246A69-C3D4-44C4-B4D4-C7ECD62279E1}"/>
                </a:ext>
              </a:extLst>
            </p:cNvPr>
            <p:cNvSpPr/>
            <p:nvPr/>
          </p:nvSpPr>
          <p:spPr bwMode="auto">
            <a:xfrm>
              <a:off x="6783441" y="5377893"/>
              <a:ext cx="2009448" cy="7372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0000" tIns="46800" rIns="90000" bIns="46800" anchor="t" anchorCtr="0">
              <a:normAutofit/>
            </a:bodyPr>
            <a:lstStyle/>
            <a:p>
              <a:r>
                <a:rPr lang="en-US" altLang="zh-CN" sz="1000" dirty="0">
                  <a:latin typeface="微软雅黑" panose="020B0503020204020204" pitchFamily="34" charset="-122"/>
                  <a:ea typeface="微软雅黑" panose="020B0503020204020204" pitchFamily="34" charset="-122"/>
                </a:rPr>
                <a:t>OA</a:t>
              </a:r>
              <a:r>
                <a:rPr lang="zh-CN" altLang="en-US" sz="1000" dirty="0">
                  <a:latin typeface="微软雅黑" panose="020B0503020204020204" pitchFamily="34" charset="-122"/>
                  <a:ea typeface="微软雅黑" panose="020B0503020204020204" pitchFamily="34" charset="-122"/>
                </a:rPr>
                <a:t>提交项目费用类采购申请，推动流程签署；</a:t>
              </a:r>
              <a:endParaRPr lang="en-US" altLang="zh-CN" sz="1000" dirty="0">
                <a:latin typeface="微软雅黑" panose="020B0503020204020204" pitchFamily="34" charset="-122"/>
                <a:ea typeface="微软雅黑" panose="020B0503020204020204" pitchFamily="34" charset="-122"/>
              </a:endParaRPr>
            </a:p>
          </p:txBody>
        </p:sp>
        <p:sp>
          <p:nvSpPr>
            <p:cNvPr id="121" name="ïsļíḍê">
              <a:extLst>
                <a:ext uri="{FF2B5EF4-FFF2-40B4-BE49-F238E27FC236}">
                  <a16:creationId xmlns:a16="http://schemas.microsoft.com/office/drawing/2014/main" xmlns="" id="{F96683AF-7FF1-4AC1-A584-06A484AAE3C9}"/>
                </a:ext>
              </a:extLst>
            </p:cNvPr>
            <p:cNvSpPr/>
            <p:nvPr/>
          </p:nvSpPr>
          <p:spPr bwMode="auto">
            <a:xfrm>
              <a:off x="5048474" y="1231846"/>
              <a:ext cx="2304256" cy="7372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0000" tIns="46800" rIns="90000" bIns="46800" anchor="t" anchorCtr="0">
              <a:normAutofit/>
            </a:bodyPr>
            <a:lstStyle/>
            <a:p>
              <a:r>
                <a:rPr lang="zh-CN" altLang="en-US" sz="1000" dirty="0">
                  <a:latin typeface="微软雅黑" panose="020B0503020204020204" pitchFamily="34" charset="-122"/>
                  <a:ea typeface="微软雅黑" panose="020B0503020204020204" pitchFamily="34" charset="-122"/>
                </a:rPr>
                <a:t>采购进行开模招标，确定开模厂家；（</a:t>
              </a:r>
              <a:r>
                <a:rPr lang="en-US" altLang="zh-CN" sz="1000" dirty="0">
                  <a:latin typeface="微软雅黑" panose="020B0503020204020204" pitchFamily="34" charset="-122"/>
                  <a:ea typeface="微软雅黑" panose="020B0503020204020204" pitchFamily="34" charset="-122"/>
                </a:rPr>
                <a:t>2~3</a:t>
              </a:r>
              <a:r>
                <a:rPr lang="zh-CN" altLang="en-US" sz="1000" dirty="0">
                  <a:latin typeface="微软雅黑" panose="020B0503020204020204" pitchFamily="34" charset="-122"/>
                  <a:ea typeface="微软雅黑" panose="020B0503020204020204" pitchFamily="34" charset="-122"/>
                </a:rPr>
                <a:t>周）</a:t>
              </a:r>
              <a:endParaRPr lang="en-US" altLang="zh-CN" sz="1000" dirty="0">
                <a:latin typeface="微软雅黑" panose="020B0503020204020204" pitchFamily="34" charset="-122"/>
                <a:ea typeface="微软雅黑" panose="020B0503020204020204" pitchFamily="34" charset="-122"/>
              </a:endParaRPr>
            </a:p>
          </p:txBody>
        </p:sp>
        <p:sp>
          <p:nvSpPr>
            <p:cNvPr id="122" name="îṣḷïdê">
              <a:extLst>
                <a:ext uri="{FF2B5EF4-FFF2-40B4-BE49-F238E27FC236}">
                  <a16:creationId xmlns:a16="http://schemas.microsoft.com/office/drawing/2014/main" xmlns="" id="{CC941FCC-8A01-4CFE-826D-41D17017F9B7}"/>
                </a:ext>
              </a:extLst>
            </p:cNvPr>
            <p:cNvSpPr/>
            <p:nvPr/>
          </p:nvSpPr>
          <p:spPr bwMode="auto">
            <a:xfrm>
              <a:off x="2193594" y="1231846"/>
              <a:ext cx="1905548" cy="68008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0000" tIns="46800" rIns="90000" bIns="46800" anchor="t" anchorCtr="0">
              <a:noAutofit/>
            </a:bodyPr>
            <a:lstStyle/>
            <a:p>
              <a:r>
                <a:rPr lang="zh-CN" altLang="en-US" sz="1000" dirty="0">
                  <a:latin typeface="微软雅黑" panose="020B0503020204020204" pitchFamily="34" charset="-122"/>
                  <a:ea typeface="微软雅黑" panose="020B0503020204020204" pitchFamily="34" charset="-122"/>
                </a:rPr>
                <a:t>研发完成机构图纸修改，并经过同行技术评审；</a:t>
              </a:r>
              <a:endParaRPr lang="en-US" altLang="zh-CN" sz="1000" dirty="0">
                <a:latin typeface="微软雅黑" panose="020B0503020204020204" pitchFamily="34" charset="-122"/>
                <a:ea typeface="微软雅黑" panose="020B0503020204020204" pitchFamily="34" charset="-122"/>
              </a:endParaRPr>
            </a:p>
          </p:txBody>
        </p:sp>
        <p:sp>
          <p:nvSpPr>
            <p:cNvPr id="123" name="ïSḷîďè">
              <a:extLst>
                <a:ext uri="{FF2B5EF4-FFF2-40B4-BE49-F238E27FC236}">
                  <a16:creationId xmlns:a16="http://schemas.microsoft.com/office/drawing/2014/main" xmlns="" id="{EA860292-25B8-4BCB-8620-DB2AFB24EBB1}"/>
                </a:ext>
              </a:extLst>
            </p:cNvPr>
            <p:cNvSpPr/>
            <p:nvPr/>
          </p:nvSpPr>
          <p:spPr bwMode="auto">
            <a:xfrm>
              <a:off x="7832782" y="1231846"/>
              <a:ext cx="2496277" cy="7372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0000" tIns="46800" rIns="90000" bIns="46800" anchor="t" anchorCtr="0">
              <a:normAutofit/>
            </a:bodyPr>
            <a:lstStyle/>
            <a:p>
              <a:r>
                <a:rPr lang="zh-CN" altLang="en-US" sz="1000" dirty="0">
                  <a:latin typeface="微软雅黑" panose="020B0503020204020204" pitchFamily="34" charset="-122"/>
                  <a:ea typeface="微软雅黑" panose="020B0503020204020204" pitchFamily="34" charset="-122"/>
                </a:rPr>
                <a:t>流程最后流转到采购，采购下单，通知厂商开模、试模、生产；</a:t>
              </a:r>
              <a:endParaRPr lang="en-US" altLang="zh-CN" sz="1000" dirty="0">
                <a:latin typeface="微软雅黑" panose="020B0503020204020204" pitchFamily="34" charset="-122"/>
                <a:ea typeface="微软雅黑" panose="020B0503020204020204" pitchFamily="34" charset="-122"/>
              </a:endParaRPr>
            </a:p>
          </p:txBody>
        </p:sp>
      </p:grpSp>
      <p:cxnSp>
        <p:nvCxnSpPr>
          <p:cNvPr id="142" name="直接连接符 141">
            <a:extLst>
              <a:ext uri="{FF2B5EF4-FFF2-40B4-BE49-F238E27FC236}">
                <a16:creationId xmlns:a16="http://schemas.microsoft.com/office/drawing/2014/main" xmlns="" id="{E97F20F3-4391-411C-9CA2-F3B91B45A4BE}"/>
              </a:ext>
            </a:extLst>
          </p:cNvPr>
          <p:cNvCxnSpPr>
            <a:cxnSpLocks/>
          </p:cNvCxnSpPr>
          <p:nvPr/>
        </p:nvCxnSpPr>
        <p:spPr>
          <a:xfrm flipV="1">
            <a:off x="4577718" y="3667718"/>
            <a:ext cx="0" cy="678850"/>
          </a:xfrm>
          <a:prstGeom prst="line">
            <a:avLst/>
          </a:prstGeom>
          <a:ln w="28575">
            <a:solidFill>
              <a:srgbClr val="A31B2B"/>
            </a:solidFill>
          </a:ln>
        </p:spPr>
        <p:style>
          <a:lnRef idx="1">
            <a:schemeClr val="accent1"/>
          </a:lnRef>
          <a:fillRef idx="0">
            <a:schemeClr val="accent1"/>
          </a:fillRef>
          <a:effectRef idx="0">
            <a:schemeClr val="accent1"/>
          </a:effectRef>
          <a:fontRef idx="minor">
            <a:schemeClr val="tx1"/>
          </a:fontRef>
        </p:style>
      </p:cxnSp>
      <p:sp>
        <p:nvSpPr>
          <p:cNvPr id="143" name="ï$1íḍè">
            <a:extLst>
              <a:ext uri="{FF2B5EF4-FFF2-40B4-BE49-F238E27FC236}">
                <a16:creationId xmlns:a16="http://schemas.microsoft.com/office/drawing/2014/main" xmlns="" id="{F3B72399-2C40-4B88-8631-7A9DA9A8F1F2}"/>
              </a:ext>
            </a:extLst>
          </p:cNvPr>
          <p:cNvSpPr/>
          <p:nvPr/>
        </p:nvSpPr>
        <p:spPr>
          <a:xfrm>
            <a:off x="4196325" y="3036892"/>
            <a:ext cx="759941" cy="759941"/>
          </a:xfrm>
          <a:prstGeom prst="ellipse">
            <a:avLst/>
          </a:prstGeom>
          <a:noFill/>
          <a:ln w="28575">
            <a:solidFill>
              <a:srgbClr val="A31B2B"/>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endParaRPr/>
          </a:p>
        </p:txBody>
      </p:sp>
      <p:sp>
        <p:nvSpPr>
          <p:cNvPr id="144" name="íṧļïďê">
            <a:extLst>
              <a:ext uri="{FF2B5EF4-FFF2-40B4-BE49-F238E27FC236}">
                <a16:creationId xmlns:a16="http://schemas.microsoft.com/office/drawing/2014/main" xmlns="" id="{E7F9E64D-DCF6-48D6-8FB0-BEBECAAF303A}"/>
              </a:ext>
            </a:extLst>
          </p:cNvPr>
          <p:cNvSpPr/>
          <p:nvPr/>
        </p:nvSpPr>
        <p:spPr>
          <a:xfrm>
            <a:off x="4293120" y="3133687"/>
            <a:ext cx="566351" cy="566351"/>
          </a:xfrm>
          <a:prstGeom prst="ellipse">
            <a:avLst/>
          </a:prstGeom>
          <a:solidFill>
            <a:srgbClr val="A31B2B"/>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normAutofit fontScale="92500" lnSpcReduction="10000"/>
          </a:bodyPr>
          <a:lstStyle/>
          <a:p>
            <a:pPr algn="ctr"/>
            <a:r>
              <a:rPr lang="zh-CN" altLang="en-US" sz="1200" dirty="0"/>
              <a:t>开发</a:t>
            </a:r>
            <a:endParaRPr lang="en-US" altLang="zh-CN" sz="1200" dirty="0"/>
          </a:p>
        </p:txBody>
      </p:sp>
      <p:sp>
        <p:nvSpPr>
          <p:cNvPr id="145" name="íŝľiďé">
            <a:extLst>
              <a:ext uri="{FF2B5EF4-FFF2-40B4-BE49-F238E27FC236}">
                <a16:creationId xmlns:a16="http://schemas.microsoft.com/office/drawing/2014/main" xmlns="" id="{43246A69-C3D4-44C4-B4D4-C7ECD62279E1}"/>
              </a:ext>
            </a:extLst>
          </p:cNvPr>
          <p:cNvSpPr/>
          <p:nvPr/>
        </p:nvSpPr>
        <p:spPr bwMode="auto">
          <a:xfrm>
            <a:off x="3851920" y="4590595"/>
            <a:ext cx="1815117" cy="55290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0000" tIns="46800" rIns="90000" bIns="46800" anchor="t" anchorCtr="0">
            <a:normAutofit/>
          </a:bodyPr>
          <a:lstStyle/>
          <a:p>
            <a:r>
              <a:rPr lang="zh-CN" altLang="en-US" sz="1000" dirty="0">
                <a:latin typeface="微软雅黑" panose="020B0503020204020204" pitchFamily="34" charset="-122"/>
                <a:ea typeface="微软雅黑" panose="020B0503020204020204" pitchFamily="34" charset="-122"/>
              </a:rPr>
              <a:t>研发协助机构模具费用确认；</a:t>
            </a:r>
            <a:endParaRPr lang="en-US" altLang="zh-CN" sz="1000" dirty="0">
              <a:latin typeface="微软雅黑" panose="020B0503020204020204" pitchFamily="34" charset="-122"/>
              <a:ea typeface="微软雅黑" panose="020B0503020204020204" pitchFamily="34" charset="-122"/>
            </a:endParaRPr>
          </a:p>
        </p:txBody>
      </p:sp>
      <p:cxnSp>
        <p:nvCxnSpPr>
          <p:cNvPr id="146" name="直接连接符 145">
            <a:extLst>
              <a:ext uri="{FF2B5EF4-FFF2-40B4-BE49-F238E27FC236}">
                <a16:creationId xmlns:a16="http://schemas.microsoft.com/office/drawing/2014/main" xmlns="" id="{E97F20F3-4391-411C-9CA2-F3B91B45A4BE}"/>
              </a:ext>
            </a:extLst>
          </p:cNvPr>
          <p:cNvCxnSpPr>
            <a:cxnSpLocks/>
          </p:cNvCxnSpPr>
          <p:nvPr/>
        </p:nvCxnSpPr>
        <p:spPr>
          <a:xfrm flipV="1">
            <a:off x="6841367" y="3667718"/>
            <a:ext cx="0" cy="678850"/>
          </a:xfrm>
          <a:prstGeom prst="line">
            <a:avLst/>
          </a:prstGeom>
          <a:ln w="28575">
            <a:solidFill>
              <a:schemeClr val="tx2"/>
            </a:solidFill>
          </a:ln>
        </p:spPr>
        <p:style>
          <a:lnRef idx="1">
            <a:schemeClr val="accent1"/>
          </a:lnRef>
          <a:fillRef idx="0">
            <a:schemeClr val="accent1"/>
          </a:fillRef>
          <a:effectRef idx="0">
            <a:schemeClr val="accent1"/>
          </a:effectRef>
          <a:fontRef idx="minor">
            <a:schemeClr val="tx1"/>
          </a:fontRef>
        </p:style>
      </p:cxnSp>
      <p:sp>
        <p:nvSpPr>
          <p:cNvPr id="147" name="ï$1íḍè">
            <a:extLst>
              <a:ext uri="{FF2B5EF4-FFF2-40B4-BE49-F238E27FC236}">
                <a16:creationId xmlns:a16="http://schemas.microsoft.com/office/drawing/2014/main" xmlns="" id="{F3B72399-2C40-4B88-8631-7A9DA9A8F1F2}"/>
              </a:ext>
            </a:extLst>
          </p:cNvPr>
          <p:cNvSpPr/>
          <p:nvPr/>
        </p:nvSpPr>
        <p:spPr>
          <a:xfrm>
            <a:off x="6452721" y="3004572"/>
            <a:ext cx="759941" cy="759941"/>
          </a:xfrm>
          <a:prstGeom prst="ellipse">
            <a:avLst/>
          </a:prstGeom>
          <a:noFill/>
          <a:ln w="28575">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endParaRPr/>
          </a:p>
        </p:txBody>
      </p:sp>
      <p:sp>
        <p:nvSpPr>
          <p:cNvPr id="148" name="íṧļïďê">
            <a:extLst>
              <a:ext uri="{FF2B5EF4-FFF2-40B4-BE49-F238E27FC236}">
                <a16:creationId xmlns:a16="http://schemas.microsoft.com/office/drawing/2014/main" xmlns="" id="{E7F9E64D-DCF6-48D6-8FB0-BEBECAAF303A}"/>
              </a:ext>
            </a:extLst>
          </p:cNvPr>
          <p:cNvSpPr/>
          <p:nvPr/>
        </p:nvSpPr>
        <p:spPr>
          <a:xfrm>
            <a:off x="6549516" y="3101367"/>
            <a:ext cx="566351" cy="566351"/>
          </a:xfrm>
          <a:prstGeom prst="ellips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normAutofit fontScale="92500" lnSpcReduction="10000"/>
          </a:bodyPr>
          <a:lstStyle/>
          <a:p>
            <a:pPr algn="ctr"/>
            <a:r>
              <a:rPr lang="zh-CN" altLang="en-US" sz="1200" dirty="0"/>
              <a:t>开发</a:t>
            </a:r>
            <a:endParaRPr lang="en-US" altLang="zh-CN" sz="1200" dirty="0"/>
          </a:p>
        </p:txBody>
      </p:sp>
      <p:sp>
        <p:nvSpPr>
          <p:cNvPr id="149" name="íŝľiďé">
            <a:extLst>
              <a:ext uri="{FF2B5EF4-FFF2-40B4-BE49-F238E27FC236}">
                <a16:creationId xmlns:a16="http://schemas.microsoft.com/office/drawing/2014/main" xmlns="" id="{43246A69-C3D4-44C4-B4D4-C7ECD62279E1}"/>
              </a:ext>
            </a:extLst>
          </p:cNvPr>
          <p:cNvSpPr/>
          <p:nvPr/>
        </p:nvSpPr>
        <p:spPr bwMode="auto">
          <a:xfrm>
            <a:off x="6012160" y="4601542"/>
            <a:ext cx="1944216" cy="55290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0000" tIns="46800" rIns="90000" bIns="46800" anchor="t" anchorCtr="0">
            <a:noAutofit/>
          </a:bodyPr>
          <a:lstStyle/>
          <a:p>
            <a:r>
              <a:rPr lang="zh-CN" altLang="en-US" sz="1000" dirty="0">
                <a:latin typeface="微软雅黑" panose="020B0503020204020204" pitchFamily="34" charset="-122"/>
                <a:ea typeface="微软雅黑" panose="020B0503020204020204" pitchFamily="34" charset="-122"/>
              </a:rPr>
              <a:t>研发协助试模，确认生产技术指标符合设计规范；产品问题解决，符合曙光品质规范</a:t>
            </a:r>
            <a:endParaRPr lang="en-US" altLang="zh-CN" sz="1000" dirty="0">
              <a:latin typeface="微软雅黑" panose="020B0503020204020204" pitchFamily="34" charset="-122"/>
              <a:ea typeface="微软雅黑" panose="020B0503020204020204" pitchFamily="34" charset="-122"/>
            </a:endParaRPr>
          </a:p>
        </p:txBody>
      </p:sp>
    </p:spTree>
    <p:extLst>
      <p:ext uri="{BB962C8B-B14F-4D97-AF65-F5344CB8AC3E}">
        <p14:creationId xmlns:p14="http://schemas.microsoft.com/office/powerpoint/2010/main" val="3433298731"/>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占位符 1"/>
          <p:cNvSpPr>
            <a:spLocks noGrp="1"/>
          </p:cNvSpPr>
          <p:nvPr>
            <p:ph type="body" sz="quarter" idx="13"/>
          </p:nvPr>
        </p:nvSpPr>
        <p:spPr/>
        <p:txBody>
          <a:bodyPr/>
          <a:lstStyle/>
          <a:p>
            <a:r>
              <a:rPr lang="en-US" altLang="zh-CN" dirty="0">
                <a:latin typeface="+mn-lt"/>
                <a:ea typeface="+mn-ea"/>
                <a:cs typeface="+mn-ea"/>
                <a:sym typeface="+mn-lt"/>
              </a:rPr>
              <a:t>DVT——</a:t>
            </a:r>
            <a:r>
              <a:rPr lang="zh-CN" altLang="en-US" dirty="0">
                <a:latin typeface="+mn-lt"/>
                <a:ea typeface="+mn-ea"/>
                <a:cs typeface="+mn-ea"/>
                <a:sym typeface="+mn-lt"/>
              </a:rPr>
              <a:t>重点岗位主要工作</a:t>
            </a:r>
          </a:p>
        </p:txBody>
      </p:sp>
      <p:graphicFrame>
        <p:nvGraphicFramePr>
          <p:cNvPr id="94" name="表格 93"/>
          <p:cNvGraphicFramePr>
            <a:graphicFrameLocks noGrp="1"/>
          </p:cNvGraphicFramePr>
          <p:nvPr>
            <p:extLst>
              <p:ext uri="{D42A27DB-BD31-4B8C-83A1-F6EECF244321}">
                <p14:modId xmlns:p14="http://schemas.microsoft.com/office/powerpoint/2010/main" val="919016451"/>
              </p:ext>
            </p:extLst>
          </p:nvPr>
        </p:nvGraphicFramePr>
        <p:xfrm>
          <a:off x="323528" y="771550"/>
          <a:ext cx="8280920" cy="4119410"/>
        </p:xfrm>
        <a:graphic>
          <a:graphicData uri="http://schemas.openxmlformats.org/drawingml/2006/table">
            <a:tbl>
              <a:tblPr firstRow="1" bandRow="1">
                <a:tableStyleId>{21E4AEA4-8DFA-4A89-87EB-49C32662AFE0}</a:tableStyleId>
              </a:tblPr>
              <a:tblGrid>
                <a:gridCol w="1296144">
                  <a:extLst>
                    <a:ext uri="{9D8B030D-6E8A-4147-A177-3AD203B41FA5}">
                      <a16:colId xmlns:a16="http://schemas.microsoft.com/office/drawing/2014/main" xmlns="" val="1503978168"/>
                    </a:ext>
                  </a:extLst>
                </a:gridCol>
                <a:gridCol w="3096344">
                  <a:extLst>
                    <a:ext uri="{9D8B030D-6E8A-4147-A177-3AD203B41FA5}">
                      <a16:colId xmlns:a16="http://schemas.microsoft.com/office/drawing/2014/main" xmlns="" val="773509366"/>
                    </a:ext>
                  </a:extLst>
                </a:gridCol>
                <a:gridCol w="3888432">
                  <a:extLst>
                    <a:ext uri="{9D8B030D-6E8A-4147-A177-3AD203B41FA5}">
                      <a16:colId xmlns:a16="http://schemas.microsoft.com/office/drawing/2014/main" xmlns="" val="869367937"/>
                    </a:ext>
                  </a:extLst>
                </a:gridCol>
              </a:tblGrid>
              <a:tr h="279223">
                <a:tc>
                  <a:txBody>
                    <a:bodyPr/>
                    <a:lstStyle/>
                    <a:p>
                      <a:pPr algn="ctr"/>
                      <a:r>
                        <a:rPr lang="zh-CN" altLang="en-US" sz="1400" dirty="0">
                          <a:latin typeface="+mn-lt"/>
                          <a:ea typeface="+mn-ea"/>
                          <a:cs typeface="+mn-ea"/>
                          <a:sym typeface="+mn-lt"/>
                        </a:rPr>
                        <a:t>岗位名称</a:t>
                      </a:r>
                    </a:p>
                  </a:txBody>
                  <a:tcPr>
                    <a:lnL w="12700" cap="flat" cmpd="sng" algn="ctr">
                      <a:solidFill>
                        <a:schemeClr val="tx1">
                          <a:lumMod val="50000"/>
                          <a:lumOff val="50000"/>
                        </a:schemeClr>
                      </a:solidFill>
                      <a:prstDash val="solid"/>
                      <a:round/>
                      <a:headEnd type="none" w="med" len="med"/>
                      <a:tailEnd type="none" w="med" len="med"/>
                    </a:lnL>
                    <a:lnR w="12700" cap="flat" cmpd="sng" algn="ctr">
                      <a:solidFill>
                        <a:schemeClr val="tx1">
                          <a:lumMod val="50000"/>
                          <a:lumOff val="50000"/>
                        </a:schemeClr>
                      </a:solidFill>
                      <a:prstDash val="solid"/>
                      <a:round/>
                      <a:headEnd type="none" w="med" len="med"/>
                      <a:tailEnd type="none" w="med" len="med"/>
                    </a:lnR>
                    <a:lnT w="12700" cap="flat" cmpd="sng" algn="ctr">
                      <a:solidFill>
                        <a:schemeClr val="tx1">
                          <a:lumMod val="50000"/>
                          <a:lumOff val="50000"/>
                        </a:schemeClr>
                      </a:solidFill>
                      <a:prstDash val="solid"/>
                      <a:round/>
                      <a:headEnd type="none" w="med" len="med"/>
                      <a:tailEnd type="none" w="med" len="med"/>
                    </a:lnT>
                    <a:lnB w="12700" cap="flat" cmpd="sng" algn="ctr">
                      <a:solidFill>
                        <a:schemeClr val="tx1">
                          <a:lumMod val="50000"/>
                          <a:lumOff val="50000"/>
                        </a:schemeClr>
                      </a:solidFill>
                      <a:prstDash val="solid"/>
                      <a:round/>
                      <a:headEnd type="none" w="med" len="med"/>
                      <a:tailEnd type="none" w="med" len="med"/>
                    </a:lnB>
                    <a:solidFill>
                      <a:srgbClr val="A31B2B"/>
                    </a:solidFill>
                  </a:tcPr>
                </a:tc>
                <a:tc>
                  <a:txBody>
                    <a:bodyPr/>
                    <a:lstStyle/>
                    <a:p>
                      <a:pPr algn="ctr"/>
                      <a:r>
                        <a:rPr lang="zh-CN" altLang="en-US" sz="1400" dirty="0">
                          <a:latin typeface="+mn-lt"/>
                          <a:ea typeface="+mn-ea"/>
                          <a:cs typeface="+mn-ea"/>
                          <a:sym typeface="+mn-lt"/>
                        </a:rPr>
                        <a:t>主要职责</a:t>
                      </a:r>
                    </a:p>
                  </a:txBody>
                  <a:tcPr>
                    <a:lnL w="12700" cap="flat" cmpd="sng" algn="ctr">
                      <a:solidFill>
                        <a:schemeClr val="tx1">
                          <a:lumMod val="50000"/>
                          <a:lumOff val="50000"/>
                        </a:schemeClr>
                      </a:solidFill>
                      <a:prstDash val="solid"/>
                      <a:round/>
                      <a:headEnd type="none" w="med" len="med"/>
                      <a:tailEnd type="none" w="med" len="med"/>
                    </a:lnL>
                    <a:lnR w="12700" cap="flat" cmpd="sng" algn="ctr">
                      <a:solidFill>
                        <a:schemeClr val="tx1">
                          <a:lumMod val="50000"/>
                          <a:lumOff val="50000"/>
                        </a:schemeClr>
                      </a:solidFill>
                      <a:prstDash val="solid"/>
                      <a:round/>
                      <a:headEnd type="none" w="med" len="med"/>
                      <a:tailEnd type="none" w="med" len="med"/>
                    </a:lnR>
                    <a:lnT w="12700" cap="flat" cmpd="sng" algn="ctr">
                      <a:solidFill>
                        <a:schemeClr val="tx1">
                          <a:lumMod val="50000"/>
                          <a:lumOff val="50000"/>
                        </a:schemeClr>
                      </a:solidFill>
                      <a:prstDash val="solid"/>
                      <a:round/>
                      <a:headEnd type="none" w="med" len="med"/>
                      <a:tailEnd type="none" w="med" len="med"/>
                    </a:lnT>
                    <a:lnB w="12700" cap="flat" cmpd="sng" algn="ctr">
                      <a:solidFill>
                        <a:schemeClr val="tx1">
                          <a:lumMod val="50000"/>
                          <a:lumOff val="50000"/>
                        </a:schemeClr>
                      </a:solidFill>
                      <a:prstDash val="solid"/>
                      <a:round/>
                      <a:headEnd type="none" w="med" len="med"/>
                      <a:tailEnd type="none" w="med" len="med"/>
                    </a:lnB>
                    <a:solidFill>
                      <a:srgbClr val="A31B2B"/>
                    </a:solidFill>
                  </a:tcPr>
                </a:tc>
                <a:tc>
                  <a:txBody>
                    <a:bodyPr/>
                    <a:lstStyle/>
                    <a:p>
                      <a:pPr algn="ctr"/>
                      <a:r>
                        <a:rPr lang="zh-CN" altLang="en-US" sz="1400" dirty="0">
                          <a:latin typeface="+mn-lt"/>
                          <a:ea typeface="+mn-ea"/>
                          <a:cs typeface="+mn-ea"/>
                          <a:sym typeface="+mn-lt"/>
                        </a:rPr>
                        <a:t>输出物</a:t>
                      </a:r>
                    </a:p>
                  </a:txBody>
                  <a:tcPr>
                    <a:lnL w="12700" cap="flat" cmpd="sng" algn="ctr">
                      <a:solidFill>
                        <a:schemeClr val="tx1">
                          <a:lumMod val="50000"/>
                          <a:lumOff val="50000"/>
                        </a:schemeClr>
                      </a:solidFill>
                      <a:prstDash val="solid"/>
                      <a:round/>
                      <a:headEnd type="none" w="med" len="med"/>
                      <a:tailEnd type="none" w="med" len="med"/>
                    </a:lnL>
                    <a:lnR w="12700" cap="flat" cmpd="sng" algn="ctr">
                      <a:solidFill>
                        <a:schemeClr val="tx1">
                          <a:lumMod val="50000"/>
                          <a:lumOff val="50000"/>
                        </a:schemeClr>
                      </a:solidFill>
                      <a:prstDash val="solid"/>
                      <a:round/>
                      <a:headEnd type="none" w="med" len="med"/>
                      <a:tailEnd type="none" w="med" len="med"/>
                    </a:lnR>
                    <a:lnT w="12700" cap="flat" cmpd="sng" algn="ctr">
                      <a:solidFill>
                        <a:schemeClr val="tx1">
                          <a:lumMod val="50000"/>
                          <a:lumOff val="50000"/>
                        </a:schemeClr>
                      </a:solidFill>
                      <a:prstDash val="solid"/>
                      <a:round/>
                      <a:headEnd type="none" w="med" len="med"/>
                      <a:tailEnd type="none" w="med" len="med"/>
                    </a:lnT>
                    <a:lnB w="12700" cap="flat" cmpd="sng" algn="ctr">
                      <a:solidFill>
                        <a:schemeClr val="tx1">
                          <a:lumMod val="50000"/>
                          <a:lumOff val="50000"/>
                        </a:schemeClr>
                      </a:solidFill>
                      <a:prstDash val="solid"/>
                      <a:round/>
                      <a:headEnd type="none" w="med" len="med"/>
                      <a:tailEnd type="none" w="med" len="med"/>
                    </a:lnB>
                    <a:solidFill>
                      <a:srgbClr val="A31B2B"/>
                    </a:solidFill>
                  </a:tcPr>
                </a:tc>
                <a:extLst>
                  <a:ext uri="{0D108BD9-81ED-4DB2-BD59-A6C34878D82A}">
                    <a16:rowId xmlns:a16="http://schemas.microsoft.com/office/drawing/2014/main" xmlns="" val="3162067804"/>
                  </a:ext>
                </a:extLst>
              </a:tr>
              <a:tr h="670134">
                <a:tc>
                  <a:txBody>
                    <a:bodyPr/>
                    <a:lstStyle/>
                    <a:p>
                      <a:pPr algn="ctr"/>
                      <a:r>
                        <a:rPr lang="zh-CN" altLang="en-US" sz="1050" dirty="0">
                          <a:latin typeface="+mn-lt"/>
                          <a:ea typeface="+mn-ea"/>
                          <a:cs typeface="+mn-ea"/>
                          <a:sym typeface="+mn-lt"/>
                        </a:rPr>
                        <a:t>系统架构师</a:t>
                      </a:r>
                    </a:p>
                  </a:txBody>
                  <a:tcPr anchor="ctr">
                    <a:lnL w="12700" cap="flat" cmpd="sng" algn="ctr">
                      <a:solidFill>
                        <a:schemeClr val="tx1">
                          <a:lumMod val="50000"/>
                          <a:lumOff val="50000"/>
                        </a:schemeClr>
                      </a:solidFill>
                      <a:prstDash val="solid"/>
                      <a:round/>
                      <a:headEnd type="none" w="med" len="med"/>
                      <a:tailEnd type="none" w="med" len="med"/>
                    </a:lnL>
                    <a:lnR w="12700" cap="flat" cmpd="sng" algn="ctr">
                      <a:solidFill>
                        <a:schemeClr val="tx1">
                          <a:lumMod val="50000"/>
                          <a:lumOff val="50000"/>
                        </a:schemeClr>
                      </a:solidFill>
                      <a:prstDash val="solid"/>
                      <a:round/>
                      <a:headEnd type="none" w="med" len="med"/>
                      <a:tailEnd type="none" w="med" len="med"/>
                    </a:lnR>
                    <a:lnT w="12700" cap="flat" cmpd="sng" algn="ctr">
                      <a:solidFill>
                        <a:schemeClr val="tx1">
                          <a:lumMod val="50000"/>
                          <a:lumOff val="50000"/>
                        </a:schemeClr>
                      </a:solidFill>
                      <a:prstDash val="solid"/>
                      <a:round/>
                      <a:headEnd type="none" w="med" len="med"/>
                      <a:tailEnd type="none" w="med" len="med"/>
                    </a:lnT>
                    <a:lnB w="12700" cap="flat" cmpd="sng" algn="ctr">
                      <a:solidFill>
                        <a:schemeClr val="tx1">
                          <a:lumMod val="50000"/>
                          <a:lumOff val="50000"/>
                        </a:schemeClr>
                      </a:solidFill>
                      <a:prstDash val="solid"/>
                      <a:round/>
                      <a:headEnd type="none" w="med" len="med"/>
                      <a:tailEnd type="none" w="med" len="med"/>
                    </a:lnB>
                    <a:noFill/>
                  </a:tcPr>
                </a:tc>
                <a:tc>
                  <a:txBody>
                    <a:bodyPr/>
                    <a:lstStyle/>
                    <a:p>
                      <a:pPr marL="171450" indent="-171450">
                        <a:buFont typeface="Arial" panose="020B0604020202020204" pitchFamily="34" charset="0"/>
                        <a:buChar char="•"/>
                      </a:pPr>
                      <a:r>
                        <a:rPr lang="zh-CN" altLang="en-US" sz="1050" dirty="0">
                          <a:solidFill>
                            <a:schemeClr val="tx1"/>
                          </a:solidFill>
                          <a:latin typeface="+mn-lt"/>
                          <a:ea typeface="+mn-ea"/>
                          <a:cs typeface="+mn-ea"/>
                          <a:sym typeface="+mn-lt"/>
                        </a:rPr>
                        <a:t>根据验证结论，评估整体方案；</a:t>
                      </a:r>
                      <a:endParaRPr lang="en-US" altLang="zh-CN" sz="1050" dirty="0">
                        <a:solidFill>
                          <a:schemeClr val="tx1"/>
                        </a:solidFill>
                        <a:latin typeface="+mn-lt"/>
                        <a:ea typeface="+mn-ea"/>
                        <a:cs typeface="+mn-ea"/>
                        <a:sym typeface="+mn-lt"/>
                      </a:endParaRPr>
                    </a:p>
                    <a:p>
                      <a:pPr marL="171450" indent="-171450">
                        <a:buFont typeface="Arial" panose="020B0604020202020204" pitchFamily="34" charset="0"/>
                        <a:buChar char="•"/>
                      </a:pPr>
                      <a:r>
                        <a:rPr lang="zh-CN" altLang="en-US" sz="1050" dirty="0">
                          <a:solidFill>
                            <a:schemeClr val="tx1"/>
                          </a:solidFill>
                          <a:latin typeface="+mn-lt"/>
                          <a:ea typeface="+mn-ea"/>
                          <a:cs typeface="+mn-ea"/>
                          <a:sym typeface="+mn-lt"/>
                        </a:rPr>
                        <a:t>负责同行评审争议决策、参与技术评审和管理评审；</a:t>
                      </a:r>
                      <a:endParaRPr lang="en-US" altLang="zh-CN" sz="1050" dirty="0">
                        <a:solidFill>
                          <a:schemeClr val="tx1"/>
                        </a:solidFill>
                        <a:latin typeface="+mn-lt"/>
                        <a:ea typeface="+mn-ea"/>
                        <a:cs typeface="+mn-ea"/>
                        <a:sym typeface="+mn-lt"/>
                      </a:endParaRPr>
                    </a:p>
                    <a:p>
                      <a:pPr marL="171450" indent="-171450">
                        <a:buFont typeface="Arial" panose="020B0604020202020204" pitchFamily="34" charset="0"/>
                        <a:buChar char="•"/>
                      </a:pPr>
                      <a:r>
                        <a:rPr lang="zh-CN" altLang="en-US" sz="1050" dirty="0">
                          <a:solidFill>
                            <a:schemeClr val="tx1"/>
                          </a:solidFill>
                          <a:latin typeface="+mn-lt"/>
                          <a:ea typeface="+mn-ea"/>
                          <a:cs typeface="+mn-ea"/>
                          <a:sym typeface="+mn-lt"/>
                        </a:rPr>
                        <a:t>组织原型机技术状态评审 ；</a:t>
                      </a:r>
                    </a:p>
                  </a:txBody>
                  <a:tcPr anchor="ctr">
                    <a:lnL w="12700" cap="flat" cmpd="sng" algn="ctr">
                      <a:solidFill>
                        <a:schemeClr val="tx1">
                          <a:lumMod val="50000"/>
                          <a:lumOff val="50000"/>
                        </a:schemeClr>
                      </a:solidFill>
                      <a:prstDash val="solid"/>
                      <a:round/>
                      <a:headEnd type="none" w="med" len="med"/>
                      <a:tailEnd type="none" w="med" len="med"/>
                    </a:lnL>
                    <a:lnR w="12700" cap="flat" cmpd="sng" algn="ctr">
                      <a:solidFill>
                        <a:schemeClr val="tx1">
                          <a:lumMod val="50000"/>
                          <a:lumOff val="50000"/>
                        </a:schemeClr>
                      </a:solidFill>
                      <a:prstDash val="solid"/>
                      <a:round/>
                      <a:headEnd type="none" w="med" len="med"/>
                      <a:tailEnd type="none" w="med" len="med"/>
                    </a:lnR>
                    <a:lnT w="12700" cap="flat" cmpd="sng" algn="ctr">
                      <a:solidFill>
                        <a:schemeClr val="tx1">
                          <a:lumMod val="50000"/>
                          <a:lumOff val="50000"/>
                        </a:schemeClr>
                      </a:solidFill>
                      <a:prstDash val="solid"/>
                      <a:round/>
                      <a:headEnd type="none" w="med" len="med"/>
                      <a:tailEnd type="none" w="med" len="med"/>
                    </a:lnT>
                    <a:lnB w="12700" cap="flat" cmpd="sng" algn="ctr">
                      <a:solidFill>
                        <a:schemeClr val="tx1">
                          <a:lumMod val="50000"/>
                          <a:lumOff val="50000"/>
                        </a:schemeClr>
                      </a:solidFill>
                      <a:prstDash val="solid"/>
                      <a:round/>
                      <a:headEnd type="none" w="med" len="med"/>
                      <a:tailEnd type="none" w="med" len="med"/>
                    </a:lnB>
                    <a:noFill/>
                  </a:tcPr>
                </a:tc>
                <a:tc>
                  <a:txBody>
                    <a:bodyPr/>
                    <a:lstStyle/>
                    <a:p>
                      <a:pPr marL="171450" marR="0" indent="-171450" algn="l" defTabSz="914400" rtl="0" eaLnBrk="1" fontAlgn="auto" latinLnBrk="0" hangingPunct="1">
                        <a:lnSpc>
                          <a:spcPct val="120000"/>
                        </a:lnSpc>
                        <a:spcBef>
                          <a:spcPts val="0"/>
                        </a:spcBef>
                        <a:spcAft>
                          <a:spcPts val="0"/>
                        </a:spcAft>
                        <a:buClrTx/>
                        <a:buSzTx/>
                        <a:buFont typeface="Arial" panose="020B0604020202020204" pitchFamily="34" charset="0"/>
                        <a:buChar char="•"/>
                        <a:tabLst/>
                        <a:defRPr/>
                      </a:pPr>
                      <a:r>
                        <a:rPr lang="en-US" altLang="zh-CN" sz="1050" u="none" strike="noStrike" kern="1200" dirty="0">
                          <a:solidFill>
                            <a:schemeClr val="tx1"/>
                          </a:solidFill>
                          <a:effectLst/>
                          <a:latin typeface="+mn-lt"/>
                          <a:ea typeface="+mn-ea"/>
                          <a:cs typeface="+mn-ea"/>
                          <a:sym typeface="+mn-lt"/>
                        </a:rPr>
                        <a:t>《</a:t>
                      </a:r>
                      <a:r>
                        <a:rPr lang="zh-CN" altLang="en-US" sz="1050" u="none" strike="noStrike" kern="1200" dirty="0">
                          <a:solidFill>
                            <a:schemeClr val="tx1"/>
                          </a:solidFill>
                          <a:effectLst/>
                          <a:latin typeface="+mn-lt"/>
                          <a:ea typeface="+mn-ea"/>
                          <a:cs typeface="+mn-ea"/>
                          <a:sym typeface="+mn-lt"/>
                        </a:rPr>
                        <a:t>工程样</a:t>
                      </a:r>
                      <a:r>
                        <a:rPr lang="zh-CN" altLang="en-US" sz="1050" dirty="0">
                          <a:solidFill>
                            <a:schemeClr val="tx1"/>
                          </a:solidFill>
                          <a:latin typeface="+mn-lt"/>
                          <a:ea typeface="+mn-ea"/>
                          <a:cs typeface="+mn-ea"/>
                          <a:sym typeface="+mn-lt"/>
                        </a:rPr>
                        <a:t>机技术状态评审报告</a:t>
                      </a:r>
                      <a:r>
                        <a:rPr lang="en-US" altLang="zh-CN" sz="1050" u="none" strike="noStrike" kern="1200" dirty="0">
                          <a:solidFill>
                            <a:schemeClr val="tx1"/>
                          </a:solidFill>
                          <a:effectLst/>
                          <a:latin typeface="+mn-lt"/>
                          <a:ea typeface="+mn-ea"/>
                          <a:cs typeface="+mn-ea"/>
                          <a:sym typeface="+mn-lt"/>
                        </a:rPr>
                        <a:t>》</a:t>
                      </a:r>
                    </a:p>
                  </a:txBody>
                  <a:tcPr anchor="ctr">
                    <a:lnL w="12700" cap="flat" cmpd="sng" algn="ctr">
                      <a:solidFill>
                        <a:schemeClr val="tx1">
                          <a:lumMod val="50000"/>
                          <a:lumOff val="50000"/>
                        </a:schemeClr>
                      </a:solidFill>
                      <a:prstDash val="solid"/>
                      <a:round/>
                      <a:headEnd type="none" w="med" len="med"/>
                      <a:tailEnd type="none" w="med" len="med"/>
                    </a:lnL>
                    <a:lnR w="12700" cap="flat" cmpd="sng" algn="ctr">
                      <a:solidFill>
                        <a:schemeClr val="tx1">
                          <a:lumMod val="50000"/>
                          <a:lumOff val="50000"/>
                        </a:schemeClr>
                      </a:solidFill>
                      <a:prstDash val="solid"/>
                      <a:round/>
                      <a:headEnd type="none" w="med" len="med"/>
                      <a:tailEnd type="none" w="med" len="med"/>
                    </a:lnR>
                    <a:lnT w="12700" cap="flat" cmpd="sng" algn="ctr">
                      <a:solidFill>
                        <a:schemeClr val="tx1">
                          <a:lumMod val="50000"/>
                          <a:lumOff val="50000"/>
                        </a:schemeClr>
                      </a:solidFill>
                      <a:prstDash val="solid"/>
                      <a:round/>
                      <a:headEnd type="none" w="med" len="med"/>
                      <a:tailEnd type="none" w="med" len="med"/>
                    </a:lnT>
                    <a:lnB w="12700" cap="flat" cmpd="sng" algn="ctr">
                      <a:solidFill>
                        <a:schemeClr val="tx1">
                          <a:lumMod val="50000"/>
                          <a:lumOff val="50000"/>
                        </a:schemeClr>
                      </a:solidFill>
                      <a:prstDash val="solid"/>
                      <a:round/>
                      <a:headEnd type="none" w="med" len="med"/>
                      <a:tailEnd type="none" w="med" len="med"/>
                    </a:lnB>
                    <a:noFill/>
                  </a:tcPr>
                </a:tc>
                <a:extLst>
                  <a:ext uri="{0D108BD9-81ED-4DB2-BD59-A6C34878D82A}">
                    <a16:rowId xmlns:a16="http://schemas.microsoft.com/office/drawing/2014/main" xmlns="" val="2982289352"/>
                  </a:ext>
                </a:extLst>
              </a:tr>
              <a:tr h="308309">
                <a:tc>
                  <a:txBody>
                    <a:bodyPr/>
                    <a:lstStyle/>
                    <a:p>
                      <a:pPr algn="ctr"/>
                      <a:r>
                        <a:rPr lang="en-US" altLang="zh-CN" sz="1050" dirty="0">
                          <a:latin typeface="+mn-lt"/>
                          <a:ea typeface="+mn-ea"/>
                          <a:cs typeface="+mn-ea"/>
                          <a:sym typeface="+mn-lt"/>
                        </a:rPr>
                        <a:t>DC</a:t>
                      </a:r>
                      <a:r>
                        <a:rPr lang="zh-CN" altLang="en-US" sz="1050" dirty="0">
                          <a:latin typeface="+mn-lt"/>
                          <a:ea typeface="+mn-ea"/>
                          <a:cs typeface="+mn-ea"/>
                          <a:sym typeface="+mn-lt"/>
                        </a:rPr>
                        <a:t>工程师</a:t>
                      </a:r>
                    </a:p>
                  </a:txBody>
                  <a:tcPr anchor="ctr">
                    <a:lnL w="12700" cap="flat" cmpd="sng" algn="ctr">
                      <a:solidFill>
                        <a:schemeClr val="tx1">
                          <a:lumMod val="50000"/>
                          <a:lumOff val="50000"/>
                        </a:schemeClr>
                      </a:solidFill>
                      <a:prstDash val="solid"/>
                      <a:round/>
                      <a:headEnd type="none" w="med" len="med"/>
                      <a:tailEnd type="none" w="med" len="med"/>
                    </a:lnL>
                    <a:lnR w="12700" cap="flat" cmpd="sng" algn="ctr">
                      <a:solidFill>
                        <a:schemeClr val="tx1">
                          <a:lumMod val="50000"/>
                          <a:lumOff val="50000"/>
                        </a:schemeClr>
                      </a:solidFill>
                      <a:prstDash val="solid"/>
                      <a:round/>
                      <a:headEnd type="none" w="med" len="med"/>
                      <a:tailEnd type="none" w="med" len="med"/>
                    </a:lnR>
                    <a:lnT w="12700" cap="flat" cmpd="sng" algn="ctr">
                      <a:solidFill>
                        <a:schemeClr val="tx1">
                          <a:lumMod val="50000"/>
                          <a:lumOff val="50000"/>
                        </a:schemeClr>
                      </a:solidFill>
                      <a:prstDash val="solid"/>
                      <a:round/>
                      <a:headEnd type="none" w="med" len="med"/>
                      <a:tailEnd type="none" w="med" len="med"/>
                    </a:lnT>
                    <a:lnB w="12700" cap="flat" cmpd="sng" algn="ctr">
                      <a:solidFill>
                        <a:schemeClr val="tx1">
                          <a:lumMod val="50000"/>
                          <a:lumOff val="50000"/>
                        </a:schemeClr>
                      </a:solidFill>
                      <a:prstDash val="solid"/>
                      <a:round/>
                      <a:headEnd type="none" w="med" len="med"/>
                      <a:tailEnd type="none" w="med" len="med"/>
                    </a:lnB>
                    <a:noFill/>
                  </a:tcPr>
                </a:tc>
                <a:tc>
                  <a:txBody>
                    <a:bodyPr/>
                    <a:lstStyle/>
                    <a:p>
                      <a:pPr marL="171450" indent="-171450" algn="l" defTabSz="914400" rtl="0" eaLnBrk="1" latinLnBrk="0" hangingPunct="1">
                        <a:buFont typeface="Arial" panose="020B0604020202020204" pitchFamily="34" charset="0"/>
                        <a:buChar char="•"/>
                      </a:pPr>
                      <a:r>
                        <a:rPr lang="en-US" altLang="zh-CN" sz="1050" kern="1200" dirty="0">
                          <a:solidFill>
                            <a:schemeClr val="tx1"/>
                          </a:solidFill>
                          <a:latin typeface="+mn-lt"/>
                          <a:ea typeface="+mn-ea"/>
                          <a:cs typeface="+mn-ea"/>
                          <a:sym typeface="+mn-lt"/>
                        </a:rPr>
                        <a:t>DC</a:t>
                      </a:r>
                      <a:r>
                        <a:rPr lang="zh-CN" altLang="en-US" sz="1050" kern="1200" dirty="0">
                          <a:solidFill>
                            <a:schemeClr val="tx1"/>
                          </a:solidFill>
                          <a:latin typeface="+mn-lt"/>
                          <a:ea typeface="+mn-ea"/>
                          <a:cs typeface="+mn-ea"/>
                          <a:sym typeface="+mn-lt"/>
                        </a:rPr>
                        <a:t>测试及改版意见输出</a:t>
                      </a:r>
                    </a:p>
                  </a:txBody>
                  <a:tcPr anchor="ctr">
                    <a:lnL w="12700" cap="flat" cmpd="sng" algn="ctr">
                      <a:solidFill>
                        <a:schemeClr val="tx1">
                          <a:lumMod val="50000"/>
                          <a:lumOff val="50000"/>
                        </a:schemeClr>
                      </a:solidFill>
                      <a:prstDash val="solid"/>
                      <a:round/>
                      <a:headEnd type="none" w="med" len="med"/>
                      <a:tailEnd type="none" w="med" len="med"/>
                    </a:lnL>
                    <a:lnR w="12700" cap="flat" cmpd="sng" algn="ctr">
                      <a:solidFill>
                        <a:schemeClr val="tx1">
                          <a:lumMod val="50000"/>
                          <a:lumOff val="50000"/>
                        </a:schemeClr>
                      </a:solidFill>
                      <a:prstDash val="solid"/>
                      <a:round/>
                      <a:headEnd type="none" w="med" len="med"/>
                      <a:tailEnd type="none" w="med" len="med"/>
                    </a:lnR>
                    <a:lnT w="12700" cap="flat" cmpd="sng" algn="ctr">
                      <a:solidFill>
                        <a:schemeClr val="tx1">
                          <a:lumMod val="50000"/>
                          <a:lumOff val="50000"/>
                        </a:schemeClr>
                      </a:solidFill>
                      <a:prstDash val="solid"/>
                      <a:round/>
                      <a:headEnd type="none" w="med" len="med"/>
                      <a:tailEnd type="none" w="med" len="med"/>
                    </a:lnT>
                    <a:lnB w="12700" cap="flat" cmpd="sng" algn="ctr">
                      <a:solidFill>
                        <a:schemeClr val="tx1">
                          <a:lumMod val="50000"/>
                          <a:lumOff val="50000"/>
                        </a:schemeClr>
                      </a:solidFill>
                      <a:prstDash val="solid"/>
                      <a:round/>
                      <a:headEnd type="none" w="med" len="med"/>
                      <a:tailEnd type="none" w="med" len="med"/>
                    </a:lnB>
                    <a:noFill/>
                  </a:tcPr>
                </a:tc>
                <a:tc>
                  <a:txBody>
                    <a:bodyPr/>
                    <a:lstStyle/>
                    <a:p>
                      <a:pPr marL="171450" marR="0" indent="-171450" algn="l" defTabSz="914400" rtl="0" eaLnBrk="1" fontAlgn="auto" latinLnBrk="0" hangingPunct="1">
                        <a:lnSpc>
                          <a:spcPct val="120000"/>
                        </a:lnSpc>
                        <a:spcBef>
                          <a:spcPts val="0"/>
                        </a:spcBef>
                        <a:spcAft>
                          <a:spcPts val="0"/>
                        </a:spcAft>
                        <a:buClrTx/>
                        <a:buSzTx/>
                        <a:buFont typeface="Arial" panose="020B0604020202020204" pitchFamily="34" charset="0"/>
                        <a:buChar char="•"/>
                        <a:tabLst/>
                        <a:defRPr/>
                      </a:pPr>
                      <a:r>
                        <a:rPr lang="en-US" altLang="zh-CN" sz="1050" u="none" strike="noStrike" kern="1200" dirty="0">
                          <a:solidFill>
                            <a:schemeClr val="dk1"/>
                          </a:solidFill>
                          <a:effectLst/>
                          <a:latin typeface="+mn-lt"/>
                          <a:ea typeface="+mn-ea"/>
                          <a:cs typeface="+mn-ea"/>
                          <a:sym typeface="+mn-lt"/>
                        </a:rPr>
                        <a:t>《DVT DC</a:t>
                      </a:r>
                      <a:r>
                        <a:rPr lang="zh-CN" altLang="en-US" sz="1050" u="none" strike="noStrike" kern="1200" dirty="0">
                          <a:solidFill>
                            <a:schemeClr val="dk1"/>
                          </a:solidFill>
                          <a:effectLst/>
                          <a:latin typeface="+mn-lt"/>
                          <a:ea typeface="+mn-ea"/>
                          <a:cs typeface="+mn-ea"/>
                          <a:sym typeface="+mn-lt"/>
                        </a:rPr>
                        <a:t>测试报告</a:t>
                      </a:r>
                      <a:r>
                        <a:rPr lang="en-US" altLang="zh-CN" sz="1050" u="none" strike="noStrike" kern="1200" dirty="0">
                          <a:solidFill>
                            <a:schemeClr val="dk1"/>
                          </a:solidFill>
                          <a:effectLst/>
                          <a:latin typeface="+mn-lt"/>
                          <a:ea typeface="+mn-ea"/>
                          <a:cs typeface="+mn-ea"/>
                          <a:sym typeface="+mn-lt"/>
                        </a:rPr>
                        <a:t>》《PVT</a:t>
                      </a:r>
                      <a:r>
                        <a:rPr lang="en-US" altLang="zh-CN" sz="1050" u="none" strike="noStrike" kern="1200" baseline="0" dirty="0">
                          <a:solidFill>
                            <a:schemeClr val="dk1"/>
                          </a:solidFill>
                          <a:effectLst/>
                          <a:latin typeface="+mn-lt"/>
                          <a:ea typeface="+mn-ea"/>
                          <a:cs typeface="+mn-ea"/>
                          <a:sym typeface="+mn-lt"/>
                        </a:rPr>
                        <a:t> </a:t>
                      </a:r>
                      <a:r>
                        <a:rPr lang="en-US" altLang="zh-CN" sz="1050" u="none" strike="noStrike" kern="1200" dirty="0">
                          <a:solidFill>
                            <a:schemeClr val="dk1"/>
                          </a:solidFill>
                          <a:effectLst/>
                          <a:latin typeface="+mn-lt"/>
                          <a:ea typeface="+mn-ea"/>
                          <a:cs typeface="+mn-ea"/>
                          <a:sym typeface="+mn-lt"/>
                        </a:rPr>
                        <a:t>DC</a:t>
                      </a:r>
                      <a:r>
                        <a:rPr lang="zh-CN" altLang="en-US" sz="1050" u="none" strike="noStrike" kern="1200" dirty="0">
                          <a:solidFill>
                            <a:schemeClr val="dk1"/>
                          </a:solidFill>
                          <a:effectLst/>
                          <a:latin typeface="+mn-lt"/>
                          <a:ea typeface="+mn-ea"/>
                          <a:cs typeface="+mn-ea"/>
                          <a:sym typeface="+mn-lt"/>
                        </a:rPr>
                        <a:t>测试计划</a:t>
                      </a:r>
                      <a:r>
                        <a:rPr lang="en-US" altLang="zh-CN" sz="1050" u="none" strike="noStrike" kern="1200" dirty="0">
                          <a:solidFill>
                            <a:schemeClr val="dk1"/>
                          </a:solidFill>
                          <a:effectLst/>
                          <a:latin typeface="+mn-lt"/>
                          <a:ea typeface="+mn-ea"/>
                          <a:cs typeface="+mn-ea"/>
                          <a:sym typeface="+mn-lt"/>
                        </a:rPr>
                        <a:t>》</a:t>
                      </a:r>
                    </a:p>
                  </a:txBody>
                  <a:tcPr anchor="ctr">
                    <a:lnL w="12700" cap="flat" cmpd="sng" algn="ctr">
                      <a:solidFill>
                        <a:schemeClr val="tx1">
                          <a:lumMod val="50000"/>
                          <a:lumOff val="50000"/>
                        </a:schemeClr>
                      </a:solidFill>
                      <a:prstDash val="solid"/>
                      <a:round/>
                      <a:headEnd type="none" w="med" len="med"/>
                      <a:tailEnd type="none" w="med" len="med"/>
                    </a:lnL>
                    <a:lnR w="12700" cap="flat" cmpd="sng" algn="ctr">
                      <a:solidFill>
                        <a:schemeClr val="tx1">
                          <a:lumMod val="50000"/>
                          <a:lumOff val="50000"/>
                        </a:schemeClr>
                      </a:solidFill>
                      <a:prstDash val="solid"/>
                      <a:round/>
                      <a:headEnd type="none" w="med" len="med"/>
                      <a:tailEnd type="none" w="med" len="med"/>
                    </a:lnR>
                    <a:lnT w="12700" cap="flat" cmpd="sng" algn="ctr">
                      <a:solidFill>
                        <a:schemeClr val="tx1">
                          <a:lumMod val="50000"/>
                          <a:lumOff val="50000"/>
                        </a:schemeClr>
                      </a:solidFill>
                      <a:prstDash val="solid"/>
                      <a:round/>
                      <a:headEnd type="none" w="med" len="med"/>
                      <a:tailEnd type="none" w="med" len="med"/>
                    </a:lnT>
                    <a:lnB w="12700" cap="flat" cmpd="sng" algn="ctr">
                      <a:solidFill>
                        <a:schemeClr val="tx1">
                          <a:lumMod val="50000"/>
                          <a:lumOff val="50000"/>
                        </a:schemeClr>
                      </a:solidFill>
                      <a:prstDash val="solid"/>
                      <a:round/>
                      <a:headEnd type="none" w="med" len="med"/>
                      <a:tailEnd type="none" w="med" len="med"/>
                    </a:lnB>
                    <a:noFill/>
                  </a:tcPr>
                </a:tc>
                <a:extLst>
                  <a:ext uri="{0D108BD9-81ED-4DB2-BD59-A6C34878D82A}">
                    <a16:rowId xmlns:a16="http://schemas.microsoft.com/office/drawing/2014/main" xmlns="" val="4082592736"/>
                  </a:ext>
                </a:extLst>
              </a:tr>
              <a:tr h="308309">
                <a:tc>
                  <a:txBody>
                    <a:bodyPr/>
                    <a:lstStyle/>
                    <a:p>
                      <a:pPr algn="ctr"/>
                      <a:r>
                        <a:rPr lang="en-US" altLang="zh-CN" sz="1050" dirty="0">
                          <a:latin typeface="+mn-lt"/>
                          <a:ea typeface="+mn-ea"/>
                          <a:cs typeface="+mn-ea"/>
                          <a:sym typeface="+mn-lt"/>
                        </a:rPr>
                        <a:t>SI</a:t>
                      </a:r>
                      <a:r>
                        <a:rPr lang="zh-CN" altLang="en-US" sz="1050" dirty="0">
                          <a:latin typeface="+mn-lt"/>
                          <a:ea typeface="+mn-ea"/>
                          <a:cs typeface="+mn-ea"/>
                          <a:sym typeface="+mn-lt"/>
                        </a:rPr>
                        <a:t>工程师</a:t>
                      </a:r>
                    </a:p>
                  </a:txBody>
                  <a:tcPr anchor="ctr">
                    <a:lnL w="12700" cap="flat" cmpd="sng" algn="ctr">
                      <a:solidFill>
                        <a:schemeClr val="tx1">
                          <a:lumMod val="50000"/>
                          <a:lumOff val="50000"/>
                        </a:schemeClr>
                      </a:solidFill>
                      <a:prstDash val="solid"/>
                      <a:round/>
                      <a:headEnd type="none" w="med" len="med"/>
                      <a:tailEnd type="none" w="med" len="med"/>
                    </a:lnL>
                    <a:lnR w="12700" cap="flat" cmpd="sng" algn="ctr">
                      <a:solidFill>
                        <a:schemeClr val="tx1">
                          <a:lumMod val="50000"/>
                          <a:lumOff val="50000"/>
                        </a:schemeClr>
                      </a:solidFill>
                      <a:prstDash val="solid"/>
                      <a:round/>
                      <a:headEnd type="none" w="med" len="med"/>
                      <a:tailEnd type="none" w="med" len="med"/>
                    </a:lnR>
                    <a:lnT w="12700" cap="flat" cmpd="sng" algn="ctr">
                      <a:solidFill>
                        <a:schemeClr val="tx1">
                          <a:lumMod val="50000"/>
                          <a:lumOff val="50000"/>
                        </a:schemeClr>
                      </a:solidFill>
                      <a:prstDash val="solid"/>
                      <a:round/>
                      <a:headEnd type="none" w="med" len="med"/>
                      <a:tailEnd type="none" w="med" len="med"/>
                    </a:lnT>
                    <a:lnB w="12700" cap="flat" cmpd="sng" algn="ctr">
                      <a:solidFill>
                        <a:schemeClr val="tx1">
                          <a:lumMod val="50000"/>
                          <a:lumOff val="50000"/>
                        </a:schemeClr>
                      </a:solidFill>
                      <a:prstDash val="solid"/>
                      <a:round/>
                      <a:headEnd type="none" w="med" len="med"/>
                      <a:tailEnd type="none" w="med" len="med"/>
                    </a:lnB>
                    <a:noFill/>
                  </a:tcPr>
                </a:tc>
                <a:tc>
                  <a:txBody>
                    <a:bodyPr/>
                    <a:lstStyle/>
                    <a:p>
                      <a:pPr marL="171450" indent="-171450" algn="l" defTabSz="914400" rtl="0" eaLnBrk="1" latinLnBrk="0" hangingPunct="1">
                        <a:buFont typeface="Arial" panose="020B0604020202020204" pitchFamily="34" charset="0"/>
                        <a:buChar char="•"/>
                      </a:pPr>
                      <a:r>
                        <a:rPr lang="en-US" altLang="zh-CN" sz="1050" kern="1200" dirty="0">
                          <a:solidFill>
                            <a:schemeClr val="tx1"/>
                          </a:solidFill>
                          <a:latin typeface="+mn-lt"/>
                          <a:ea typeface="+mn-ea"/>
                          <a:cs typeface="+mn-ea"/>
                          <a:sym typeface="+mn-lt"/>
                        </a:rPr>
                        <a:t>SI</a:t>
                      </a:r>
                      <a:r>
                        <a:rPr lang="zh-CN" altLang="en-US" sz="1050" kern="1200" dirty="0">
                          <a:solidFill>
                            <a:schemeClr val="tx1"/>
                          </a:solidFill>
                          <a:latin typeface="+mn-lt"/>
                          <a:ea typeface="+mn-ea"/>
                          <a:cs typeface="+mn-ea"/>
                          <a:sym typeface="+mn-lt"/>
                        </a:rPr>
                        <a:t>测试及改版意见输出</a:t>
                      </a:r>
                    </a:p>
                  </a:txBody>
                  <a:tcPr anchor="ctr">
                    <a:lnL w="12700" cap="flat" cmpd="sng" algn="ctr">
                      <a:solidFill>
                        <a:schemeClr val="tx1">
                          <a:lumMod val="50000"/>
                          <a:lumOff val="50000"/>
                        </a:schemeClr>
                      </a:solidFill>
                      <a:prstDash val="solid"/>
                      <a:round/>
                      <a:headEnd type="none" w="med" len="med"/>
                      <a:tailEnd type="none" w="med" len="med"/>
                    </a:lnL>
                    <a:lnR w="12700" cap="flat" cmpd="sng" algn="ctr">
                      <a:solidFill>
                        <a:schemeClr val="tx1">
                          <a:lumMod val="50000"/>
                          <a:lumOff val="50000"/>
                        </a:schemeClr>
                      </a:solidFill>
                      <a:prstDash val="solid"/>
                      <a:round/>
                      <a:headEnd type="none" w="med" len="med"/>
                      <a:tailEnd type="none" w="med" len="med"/>
                    </a:lnR>
                    <a:lnT w="12700" cap="flat" cmpd="sng" algn="ctr">
                      <a:solidFill>
                        <a:schemeClr val="tx1">
                          <a:lumMod val="50000"/>
                          <a:lumOff val="50000"/>
                        </a:schemeClr>
                      </a:solidFill>
                      <a:prstDash val="solid"/>
                      <a:round/>
                      <a:headEnd type="none" w="med" len="med"/>
                      <a:tailEnd type="none" w="med" len="med"/>
                    </a:lnT>
                    <a:lnB w="12700" cap="flat" cmpd="sng" algn="ctr">
                      <a:solidFill>
                        <a:schemeClr val="tx1">
                          <a:lumMod val="50000"/>
                          <a:lumOff val="50000"/>
                        </a:schemeClr>
                      </a:solidFill>
                      <a:prstDash val="solid"/>
                      <a:round/>
                      <a:headEnd type="none" w="med" len="med"/>
                      <a:tailEnd type="none" w="med" len="med"/>
                    </a:lnB>
                    <a:noFill/>
                  </a:tcPr>
                </a:tc>
                <a:tc>
                  <a:txBody>
                    <a:bodyPr/>
                    <a:lstStyle/>
                    <a:p>
                      <a:pPr marL="171450" marR="0" indent="-171450" algn="l" defTabSz="914400" rtl="0" eaLnBrk="1" fontAlgn="auto" latinLnBrk="0" hangingPunct="1">
                        <a:lnSpc>
                          <a:spcPct val="120000"/>
                        </a:lnSpc>
                        <a:spcBef>
                          <a:spcPts val="0"/>
                        </a:spcBef>
                        <a:spcAft>
                          <a:spcPts val="0"/>
                        </a:spcAft>
                        <a:buClrTx/>
                        <a:buSzTx/>
                        <a:buFont typeface="Arial" panose="020B0604020202020204" pitchFamily="34" charset="0"/>
                        <a:buChar char="•"/>
                        <a:tabLst/>
                        <a:defRPr/>
                      </a:pPr>
                      <a:r>
                        <a:rPr lang="en-US" altLang="zh-CN" sz="1050" u="none" strike="noStrike" kern="1200" dirty="0">
                          <a:solidFill>
                            <a:schemeClr val="dk1"/>
                          </a:solidFill>
                          <a:effectLst/>
                          <a:latin typeface="+mn-lt"/>
                          <a:ea typeface="+mn-ea"/>
                          <a:cs typeface="+mn-ea"/>
                          <a:sym typeface="+mn-lt"/>
                        </a:rPr>
                        <a:t>《DVT SI</a:t>
                      </a:r>
                      <a:r>
                        <a:rPr lang="zh-CN" altLang="en-US" sz="1050" u="none" strike="noStrike" kern="1200" dirty="0">
                          <a:solidFill>
                            <a:schemeClr val="dk1"/>
                          </a:solidFill>
                          <a:effectLst/>
                          <a:latin typeface="+mn-lt"/>
                          <a:ea typeface="+mn-ea"/>
                          <a:cs typeface="+mn-ea"/>
                          <a:sym typeface="+mn-lt"/>
                        </a:rPr>
                        <a:t>测试报告</a:t>
                      </a:r>
                      <a:r>
                        <a:rPr lang="en-US" altLang="zh-CN" sz="1050" u="none" strike="noStrike" kern="1200" dirty="0">
                          <a:solidFill>
                            <a:schemeClr val="dk1"/>
                          </a:solidFill>
                          <a:effectLst/>
                          <a:latin typeface="+mn-lt"/>
                          <a:ea typeface="+mn-ea"/>
                          <a:cs typeface="+mn-ea"/>
                          <a:sym typeface="+mn-lt"/>
                        </a:rPr>
                        <a:t>》《PVT</a:t>
                      </a:r>
                      <a:r>
                        <a:rPr lang="en-US" altLang="zh-CN" sz="1050" u="none" strike="noStrike" kern="1200" baseline="0" dirty="0">
                          <a:solidFill>
                            <a:schemeClr val="dk1"/>
                          </a:solidFill>
                          <a:effectLst/>
                          <a:latin typeface="+mn-lt"/>
                          <a:ea typeface="+mn-ea"/>
                          <a:cs typeface="+mn-ea"/>
                          <a:sym typeface="+mn-lt"/>
                        </a:rPr>
                        <a:t> </a:t>
                      </a:r>
                      <a:r>
                        <a:rPr lang="en-US" altLang="zh-CN" sz="1050" u="none" strike="noStrike" kern="1200" dirty="0">
                          <a:solidFill>
                            <a:schemeClr val="dk1"/>
                          </a:solidFill>
                          <a:effectLst/>
                          <a:latin typeface="+mn-lt"/>
                          <a:ea typeface="+mn-ea"/>
                          <a:cs typeface="+mn-ea"/>
                          <a:sym typeface="+mn-lt"/>
                        </a:rPr>
                        <a:t>SI</a:t>
                      </a:r>
                      <a:r>
                        <a:rPr lang="zh-CN" altLang="en-US" sz="1050" u="none" strike="noStrike" kern="1200" dirty="0">
                          <a:solidFill>
                            <a:schemeClr val="dk1"/>
                          </a:solidFill>
                          <a:effectLst/>
                          <a:latin typeface="+mn-lt"/>
                          <a:ea typeface="+mn-ea"/>
                          <a:cs typeface="+mn-ea"/>
                          <a:sym typeface="+mn-lt"/>
                        </a:rPr>
                        <a:t>测试计划</a:t>
                      </a:r>
                      <a:r>
                        <a:rPr lang="en-US" altLang="zh-CN" sz="1050" u="none" strike="noStrike" kern="1200" dirty="0">
                          <a:solidFill>
                            <a:schemeClr val="dk1"/>
                          </a:solidFill>
                          <a:effectLst/>
                          <a:latin typeface="+mn-lt"/>
                          <a:ea typeface="+mn-ea"/>
                          <a:cs typeface="+mn-ea"/>
                          <a:sym typeface="+mn-lt"/>
                        </a:rPr>
                        <a:t>》</a:t>
                      </a:r>
                    </a:p>
                  </a:txBody>
                  <a:tcPr anchor="ctr">
                    <a:lnL w="12700" cap="flat" cmpd="sng" algn="ctr">
                      <a:solidFill>
                        <a:schemeClr val="tx1">
                          <a:lumMod val="50000"/>
                          <a:lumOff val="50000"/>
                        </a:schemeClr>
                      </a:solidFill>
                      <a:prstDash val="solid"/>
                      <a:round/>
                      <a:headEnd type="none" w="med" len="med"/>
                      <a:tailEnd type="none" w="med" len="med"/>
                    </a:lnL>
                    <a:lnR w="12700" cap="flat" cmpd="sng" algn="ctr">
                      <a:solidFill>
                        <a:schemeClr val="tx1">
                          <a:lumMod val="50000"/>
                          <a:lumOff val="50000"/>
                        </a:schemeClr>
                      </a:solidFill>
                      <a:prstDash val="solid"/>
                      <a:round/>
                      <a:headEnd type="none" w="med" len="med"/>
                      <a:tailEnd type="none" w="med" len="med"/>
                    </a:lnR>
                    <a:lnT w="12700" cap="flat" cmpd="sng" algn="ctr">
                      <a:solidFill>
                        <a:schemeClr val="tx1">
                          <a:lumMod val="50000"/>
                          <a:lumOff val="50000"/>
                        </a:schemeClr>
                      </a:solidFill>
                      <a:prstDash val="solid"/>
                      <a:round/>
                      <a:headEnd type="none" w="med" len="med"/>
                      <a:tailEnd type="none" w="med" len="med"/>
                    </a:lnT>
                    <a:lnB w="12700" cap="flat" cmpd="sng" algn="ctr">
                      <a:solidFill>
                        <a:schemeClr val="tx1">
                          <a:lumMod val="50000"/>
                          <a:lumOff val="50000"/>
                        </a:schemeClr>
                      </a:solidFill>
                      <a:prstDash val="solid"/>
                      <a:round/>
                      <a:headEnd type="none" w="med" len="med"/>
                      <a:tailEnd type="none" w="med" len="med"/>
                    </a:lnB>
                    <a:noFill/>
                  </a:tcPr>
                </a:tc>
                <a:extLst>
                  <a:ext uri="{0D108BD9-81ED-4DB2-BD59-A6C34878D82A}">
                    <a16:rowId xmlns:a16="http://schemas.microsoft.com/office/drawing/2014/main" xmlns="" val="2821497477"/>
                  </a:ext>
                </a:extLst>
              </a:tr>
              <a:tr h="308309">
                <a:tc>
                  <a:txBody>
                    <a:bodyPr/>
                    <a:lstStyle/>
                    <a:p>
                      <a:pPr algn="ctr"/>
                      <a:r>
                        <a:rPr lang="en-US" altLang="zh-CN" sz="1050" dirty="0">
                          <a:latin typeface="+mn-lt"/>
                          <a:ea typeface="+mn-ea"/>
                          <a:cs typeface="+mn-ea"/>
                          <a:sym typeface="+mn-lt"/>
                        </a:rPr>
                        <a:t>SIT</a:t>
                      </a:r>
                      <a:r>
                        <a:rPr lang="zh-CN" altLang="en-US" sz="1050" dirty="0">
                          <a:latin typeface="+mn-lt"/>
                          <a:ea typeface="+mn-ea"/>
                          <a:cs typeface="+mn-ea"/>
                          <a:sym typeface="+mn-lt"/>
                        </a:rPr>
                        <a:t>工程师</a:t>
                      </a:r>
                    </a:p>
                  </a:txBody>
                  <a:tcPr anchor="ctr">
                    <a:lnL w="12700" cap="flat" cmpd="sng" algn="ctr">
                      <a:solidFill>
                        <a:schemeClr val="tx1">
                          <a:lumMod val="50000"/>
                          <a:lumOff val="50000"/>
                        </a:schemeClr>
                      </a:solidFill>
                      <a:prstDash val="solid"/>
                      <a:round/>
                      <a:headEnd type="none" w="med" len="med"/>
                      <a:tailEnd type="none" w="med" len="med"/>
                    </a:lnL>
                    <a:lnR w="12700" cap="flat" cmpd="sng" algn="ctr">
                      <a:solidFill>
                        <a:schemeClr val="tx1">
                          <a:lumMod val="50000"/>
                          <a:lumOff val="50000"/>
                        </a:schemeClr>
                      </a:solidFill>
                      <a:prstDash val="solid"/>
                      <a:round/>
                      <a:headEnd type="none" w="med" len="med"/>
                      <a:tailEnd type="none" w="med" len="med"/>
                    </a:lnR>
                    <a:lnT w="12700" cap="flat" cmpd="sng" algn="ctr">
                      <a:solidFill>
                        <a:schemeClr val="tx1">
                          <a:lumMod val="50000"/>
                          <a:lumOff val="50000"/>
                        </a:schemeClr>
                      </a:solidFill>
                      <a:prstDash val="solid"/>
                      <a:round/>
                      <a:headEnd type="none" w="med" len="med"/>
                      <a:tailEnd type="none" w="med" len="med"/>
                    </a:lnT>
                    <a:lnB w="12700" cap="flat" cmpd="sng" algn="ctr">
                      <a:solidFill>
                        <a:schemeClr val="tx1">
                          <a:lumMod val="50000"/>
                          <a:lumOff val="50000"/>
                        </a:schemeClr>
                      </a:solidFill>
                      <a:prstDash val="solid"/>
                      <a:round/>
                      <a:headEnd type="none" w="med" len="med"/>
                      <a:tailEnd type="none" w="med" len="med"/>
                    </a:lnB>
                    <a:noFill/>
                  </a:tcPr>
                </a:tc>
                <a:tc>
                  <a:txBody>
                    <a:bodyPr/>
                    <a:lstStyle/>
                    <a:p>
                      <a:pPr marL="171450" indent="-171450" algn="l" defTabSz="914400" rtl="0" eaLnBrk="1" latinLnBrk="0" hangingPunct="1">
                        <a:buFont typeface="Arial" panose="020B0604020202020204" pitchFamily="34" charset="0"/>
                        <a:buChar char="•"/>
                      </a:pPr>
                      <a:r>
                        <a:rPr lang="en-US" altLang="zh-CN" sz="1050" kern="1200" dirty="0">
                          <a:solidFill>
                            <a:schemeClr val="tx1"/>
                          </a:solidFill>
                          <a:latin typeface="+mn-lt"/>
                          <a:ea typeface="+mn-ea"/>
                          <a:cs typeface="+mn-ea"/>
                          <a:sym typeface="+mn-lt"/>
                        </a:rPr>
                        <a:t>SIT</a:t>
                      </a:r>
                      <a:r>
                        <a:rPr lang="zh-CN" altLang="en-US" sz="1050" kern="1200" dirty="0">
                          <a:solidFill>
                            <a:schemeClr val="tx1"/>
                          </a:solidFill>
                          <a:latin typeface="+mn-lt"/>
                          <a:ea typeface="+mn-ea"/>
                          <a:cs typeface="+mn-ea"/>
                          <a:sym typeface="+mn-lt"/>
                        </a:rPr>
                        <a:t>测试，</a:t>
                      </a:r>
                      <a:r>
                        <a:rPr lang="en-US" altLang="zh-CN" sz="1050" kern="1200" dirty="0">
                          <a:solidFill>
                            <a:schemeClr val="tx1"/>
                          </a:solidFill>
                          <a:latin typeface="+mn-lt"/>
                          <a:ea typeface="+mn-ea"/>
                          <a:cs typeface="+mn-ea"/>
                          <a:sym typeface="+mn-lt"/>
                        </a:rPr>
                        <a:t>bug</a:t>
                      </a:r>
                      <a:r>
                        <a:rPr lang="zh-CN" altLang="en-US" sz="1050" kern="1200" dirty="0">
                          <a:solidFill>
                            <a:schemeClr val="tx1"/>
                          </a:solidFill>
                          <a:latin typeface="+mn-lt"/>
                          <a:ea typeface="+mn-ea"/>
                          <a:cs typeface="+mn-ea"/>
                          <a:sym typeface="+mn-lt"/>
                        </a:rPr>
                        <a:t>提交，</a:t>
                      </a:r>
                      <a:r>
                        <a:rPr lang="en-US" altLang="zh-CN" sz="1050" kern="1200" dirty="0">
                          <a:solidFill>
                            <a:schemeClr val="tx1"/>
                          </a:solidFill>
                          <a:latin typeface="+mn-lt"/>
                          <a:ea typeface="+mn-ea"/>
                          <a:cs typeface="+mn-ea"/>
                          <a:sym typeface="+mn-lt"/>
                        </a:rPr>
                        <a:t>bug</a:t>
                      </a:r>
                      <a:r>
                        <a:rPr lang="zh-CN" altLang="en-US" sz="1050" kern="1200" dirty="0">
                          <a:solidFill>
                            <a:schemeClr val="tx1"/>
                          </a:solidFill>
                          <a:latin typeface="+mn-lt"/>
                          <a:ea typeface="+mn-ea"/>
                          <a:cs typeface="+mn-ea"/>
                          <a:sym typeface="+mn-lt"/>
                        </a:rPr>
                        <a:t>验证</a:t>
                      </a:r>
                    </a:p>
                  </a:txBody>
                  <a:tcPr anchor="ctr">
                    <a:lnL w="12700" cap="flat" cmpd="sng" algn="ctr">
                      <a:solidFill>
                        <a:schemeClr val="tx1">
                          <a:lumMod val="50000"/>
                          <a:lumOff val="50000"/>
                        </a:schemeClr>
                      </a:solidFill>
                      <a:prstDash val="solid"/>
                      <a:round/>
                      <a:headEnd type="none" w="med" len="med"/>
                      <a:tailEnd type="none" w="med" len="med"/>
                    </a:lnL>
                    <a:lnR w="12700" cap="flat" cmpd="sng" algn="ctr">
                      <a:solidFill>
                        <a:schemeClr val="tx1">
                          <a:lumMod val="50000"/>
                          <a:lumOff val="50000"/>
                        </a:schemeClr>
                      </a:solidFill>
                      <a:prstDash val="solid"/>
                      <a:round/>
                      <a:headEnd type="none" w="med" len="med"/>
                      <a:tailEnd type="none" w="med" len="med"/>
                    </a:lnR>
                    <a:lnT w="12700" cap="flat" cmpd="sng" algn="ctr">
                      <a:solidFill>
                        <a:schemeClr val="tx1">
                          <a:lumMod val="50000"/>
                          <a:lumOff val="50000"/>
                        </a:schemeClr>
                      </a:solidFill>
                      <a:prstDash val="solid"/>
                      <a:round/>
                      <a:headEnd type="none" w="med" len="med"/>
                      <a:tailEnd type="none" w="med" len="med"/>
                    </a:lnT>
                    <a:lnB w="12700" cap="flat" cmpd="sng" algn="ctr">
                      <a:solidFill>
                        <a:schemeClr val="tx1">
                          <a:lumMod val="50000"/>
                          <a:lumOff val="50000"/>
                        </a:schemeClr>
                      </a:solidFill>
                      <a:prstDash val="solid"/>
                      <a:round/>
                      <a:headEnd type="none" w="med" len="med"/>
                      <a:tailEnd type="none" w="med" len="med"/>
                    </a:lnB>
                    <a:noFill/>
                  </a:tcPr>
                </a:tc>
                <a:tc>
                  <a:txBody>
                    <a:bodyPr/>
                    <a:lstStyle/>
                    <a:p>
                      <a:pPr marL="171450" marR="0" indent="-171450" algn="l" defTabSz="914400" rtl="0" eaLnBrk="1" fontAlgn="auto" latinLnBrk="0" hangingPunct="1">
                        <a:lnSpc>
                          <a:spcPct val="120000"/>
                        </a:lnSpc>
                        <a:spcBef>
                          <a:spcPts val="0"/>
                        </a:spcBef>
                        <a:spcAft>
                          <a:spcPts val="0"/>
                        </a:spcAft>
                        <a:buClrTx/>
                        <a:buSzTx/>
                        <a:buFont typeface="Arial" panose="020B0604020202020204" pitchFamily="34" charset="0"/>
                        <a:buChar char="•"/>
                        <a:tabLst/>
                        <a:defRPr/>
                      </a:pPr>
                      <a:r>
                        <a:rPr lang="en-US" altLang="zh-CN" sz="1050" u="none" strike="noStrike" kern="1200" dirty="0">
                          <a:solidFill>
                            <a:schemeClr val="dk1"/>
                          </a:solidFill>
                          <a:effectLst/>
                          <a:latin typeface="+mn-lt"/>
                          <a:ea typeface="+mn-ea"/>
                          <a:cs typeface="+mn-ea"/>
                          <a:sym typeface="+mn-lt"/>
                        </a:rPr>
                        <a:t>《DVT SIT</a:t>
                      </a:r>
                      <a:r>
                        <a:rPr lang="zh-CN" altLang="en-US" sz="1050" u="none" strike="noStrike" kern="1200" dirty="0">
                          <a:solidFill>
                            <a:schemeClr val="dk1"/>
                          </a:solidFill>
                          <a:effectLst/>
                          <a:latin typeface="+mn-lt"/>
                          <a:ea typeface="+mn-ea"/>
                          <a:cs typeface="+mn-ea"/>
                          <a:sym typeface="+mn-lt"/>
                        </a:rPr>
                        <a:t>测试报告</a:t>
                      </a:r>
                      <a:r>
                        <a:rPr lang="en-US" altLang="zh-CN" sz="1050" u="none" strike="noStrike" kern="1200" dirty="0">
                          <a:solidFill>
                            <a:schemeClr val="dk1"/>
                          </a:solidFill>
                          <a:effectLst/>
                          <a:latin typeface="+mn-lt"/>
                          <a:ea typeface="+mn-ea"/>
                          <a:cs typeface="+mn-ea"/>
                          <a:sym typeface="+mn-lt"/>
                        </a:rPr>
                        <a:t>》《PVT SIT</a:t>
                      </a:r>
                      <a:r>
                        <a:rPr lang="zh-CN" altLang="en-US" sz="1050" u="none" strike="noStrike" kern="1200" dirty="0">
                          <a:solidFill>
                            <a:schemeClr val="dk1"/>
                          </a:solidFill>
                          <a:effectLst/>
                          <a:latin typeface="+mn-lt"/>
                          <a:ea typeface="+mn-ea"/>
                          <a:cs typeface="+mn-ea"/>
                          <a:sym typeface="+mn-lt"/>
                        </a:rPr>
                        <a:t>测试计划</a:t>
                      </a:r>
                      <a:r>
                        <a:rPr lang="en-US" altLang="zh-CN" sz="1050" u="none" strike="noStrike" kern="1200" dirty="0">
                          <a:solidFill>
                            <a:schemeClr val="dk1"/>
                          </a:solidFill>
                          <a:effectLst/>
                          <a:latin typeface="+mn-lt"/>
                          <a:ea typeface="+mn-ea"/>
                          <a:cs typeface="+mn-ea"/>
                          <a:sym typeface="+mn-lt"/>
                        </a:rPr>
                        <a:t>》</a:t>
                      </a:r>
                    </a:p>
                  </a:txBody>
                  <a:tcPr anchor="ctr">
                    <a:lnL w="12700" cap="flat" cmpd="sng" algn="ctr">
                      <a:solidFill>
                        <a:schemeClr val="tx1">
                          <a:lumMod val="50000"/>
                          <a:lumOff val="50000"/>
                        </a:schemeClr>
                      </a:solidFill>
                      <a:prstDash val="solid"/>
                      <a:round/>
                      <a:headEnd type="none" w="med" len="med"/>
                      <a:tailEnd type="none" w="med" len="med"/>
                    </a:lnL>
                    <a:lnR w="12700" cap="flat" cmpd="sng" algn="ctr">
                      <a:solidFill>
                        <a:schemeClr val="tx1">
                          <a:lumMod val="50000"/>
                          <a:lumOff val="50000"/>
                        </a:schemeClr>
                      </a:solidFill>
                      <a:prstDash val="solid"/>
                      <a:round/>
                      <a:headEnd type="none" w="med" len="med"/>
                      <a:tailEnd type="none" w="med" len="med"/>
                    </a:lnR>
                    <a:lnT w="12700" cap="flat" cmpd="sng" algn="ctr">
                      <a:solidFill>
                        <a:schemeClr val="tx1">
                          <a:lumMod val="50000"/>
                          <a:lumOff val="50000"/>
                        </a:schemeClr>
                      </a:solidFill>
                      <a:prstDash val="solid"/>
                      <a:round/>
                      <a:headEnd type="none" w="med" len="med"/>
                      <a:tailEnd type="none" w="med" len="med"/>
                    </a:lnT>
                    <a:lnB w="12700" cap="flat" cmpd="sng" algn="ctr">
                      <a:solidFill>
                        <a:schemeClr val="tx1">
                          <a:lumMod val="50000"/>
                          <a:lumOff val="50000"/>
                        </a:schemeClr>
                      </a:solidFill>
                      <a:prstDash val="solid"/>
                      <a:round/>
                      <a:headEnd type="none" w="med" len="med"/>
                      <a:tailEnd type="none" w="med" len="med"/>
                    </a:lnB>
                    <a:noFill/>
                  </a:tcPr>
                </a:tc>
                <a:extLst>
                  <a:ext uri="{0D108BD9-81ED-4DB2-BD59-A6C34878D82A}">
                    <a16:rowId xmlns:a16="http://schemas.microsoft.com/office/drawing/2014/main" xmlns="" val="331731674"/>
                  </a:ext>
                </a:extLst>
              </a:tr>
              <a:tr h="308309">
                <a:tc>
                  <a:txBody>
                    <a:bodyPr/>
                    <a:lstStyle/>
                    <a:p>
                      <a:pPr algn="ctr"/>
                      <a:r>
                        <a:rPr lang="zh-CN" altLang="en-US" sz="1050" dirty="0">
                          <a:latin typeface="+mn-lt"/>
                          <a:ea typeface="+mn-ea"/>
                          <a:cs typeface="+mn-ea"/>
                          <a:sym typeface="+mn-lt"/>
                        </a:rPr>
                        <a:t>散热工程师</a:t>
                      </a:r>
                    </a:p>
                  </a:txBody>
                  <a:tcPr anchor="ctr">
                    <a:lnL w="12700" cap="flat" cmpd="sng" algn="ctr">
                      <a:solidFill>
                        <a:schemeClr val="tx1">
                          <a:lumMod val="50000"/>
                          <a:lumOff val="50000"/>
                        </a:schemeClr>
                      </a:solidFill>
                      <a:prstDash val="solid"/>
                      <a:round/>
                      <a:headEnd type="none" w="med" len="med"/>
                      <a:tailEnd type="none" w="med" len="med"/>
                    </a:lnL>
                    <a:lnR w="12700" cap="flat" cmpd="sng" algn="ctr">
                      <a:solidFill>
                        <a:schemeClr val="tx1">
                          <a:lumMod val="50000"/>
                          <a:lumOff val="50000"/>
                        </a:schemeClr>
                      </a:solidFill>
                      <a:prstDash val="solid"/>
                      <a:round/>
                      <a:headEnd type="none" w="med" len="med"/>
                      <a:tailEnd type="none" w="med" len="med"/>
                    </a:lnR>
                    <a:lnT w="12700" cap="flat" cmpd="sng" algn="ctr">
                      <a:solidFill>
                        <a:schemeClr val="tx1">
                          <a:lumMod val="50000"/>
                          <a:lumOff val="50000"/>
                        </a:schemeClr>
                      </a:solidFill>
                      <a:prstDash val="solid"/>
                      <a:round/>
                      <a:headEnd type="none" w="med" len="med"/>
                      <a:tailEnd type="none" w="med" len="med"/>
                    </a:lnT>
                    <a:lnB w="12700" cap="flat" cmpd="sng" algn="ctr">
                      <a:solidFill>
                        <a:schemeClr val="tx1">
                          <a:lumMod val="50000"/>
                          <a:lumOff val="50000"/>
                        </a:schemeClr>
                      </a:solidFill>
                      <a:prstDash val="solid"/>
                      <a:round/>
                      <a:headEnd type="none" w="med" len="med"/>
                      <a:tailEnd type="none" w="med" len="med"/>
                    </a:lnB>
                    <a:noFill/>
                  </a:tcPr>
                </a:tc>
                <a:tc>
                  <a:txBody>
                    <a:bodyPr/>
                    <a:lstStyle/>
                    <a:p>
                      <a:pPr marL="171450" indent="-171450" algn="l" defTabSz="914400" rtl="0" eaLnBrk="1" latinLnBrk="0" hangingPunct="1">
                        <a:buFont typeface="Arial" panose="020B0604020202020204" pitchFamily="34" charset="0"/>
                        <a:buChar char="•"/>
                      </a:pPr>
                      <a:r>
                        <a:rPr lang="zh-CN" altLang="en-US" sz="1050" dirty="0">
                          <a:latin typeface="+mn-lt"/>
                          <a:ea typeface="+mn-ea"/>
                          <a:cs typeface="+mn-ea"/>
                          <a:sym typeface="+mn-lt"/>
                        </a:rPr>
                        <a:t>散热</a:t>
                      </a:r>
                      <a:r>
                        <a:rPr lang="zh-CN" altLang="en-US" sz="1050" kern="1200" dirty="0">
                          <a:solidFill>
                            <a:schemeClr val="tx1"/>
                          </a:solidFill>
                          <a:latin typeface="+mn-lt"/>
                          <a:ea typeface="+mn-ea"/>
                          <a:cs typeface="+mn-ea"/>
                          <a:sym typeface="+mn-lt"/>
                        </a:rPr>
                        <a:t>测试及改版意见输出</a:t>
                      </a:r>
                    </a:p>
                  </a:txBody>
                  <a:tcPr anchor="ctr">
                    <a:lnL w="12700" cap="flat" cmpd="sng" algn="ctr">
                      <a:solidFill>
                        <a:schemeClr val="tx1">
                          <a:lumMod val="50000"/>
                          <a:lumOff val="50000"/>
                        </a:schemeClr>
                      </a:solidFill>
                      <a:prstDash val="solid"/>
                      <a:round/>
                      <a:headEnd type="none" w="med" len="med"/>
                      <a:tailEnd type="none" w="med" len="med"/>
                    </a:lnL>
                    <a:lnR w="12700" cap="flat" cmpd="sng" algn="ctr">
                      <a:solidFill>
                        <a:schemeClr val="tx1">
                          <a:lumMod val="50000"/>
                          <a:lumOff val="50000"/>
                        </a:schemeClr>
                      </a:solidFill>
                      <a:prstDash val="solid"/>
                      <a:round/>
                      <a:headEnd type="none" w="med" len="med"/>
                      <a:tailEnd type="none" w="med" len="med"/>
                    </a:lnR>
                    <a:lnT w="12700" cap="flat" cmpd="sng" algn="ctr">
                      <a:solidFill>
                        <a:schemeClr val="tx1">
                          <a:lumMod val="50000"/>
                          <a:lumOff val="50000"/>
                        </a:schemeClr>
                      </a:solidFill>
                      <a:prstDash val="solid"/>
                      <a:round/>
                      <a:headEnd type="none" w="med" len="med"/>
                      <a:tailEnd type="none" w="med" len="med"/>
                    </a:lnT>
                    <a:lnB w="12700" cap="flat" cmpd="sng" algn="ctr">
                      <a:solidFill>
                        <a:schemeClr val="tx1">
                          <a:lumMod val="50000"/>
                          <a:lumOff val="50000"/>
                        </a:schemeClr>
                      </a:solidFill>
                      <a:prstDash val="solid"/>
                      <a:round/>
                      <a:headEnd type="none" w="med" len="med"/>
                      <a:tailEnd type="none" w="med" len="med"/>
                    </a:lnB>
                    <a:noFill/>
                  </a:tcPr>
                </a:tc>
                <a:tc>
                  <a:txBody>
                    <a:bodyPr/>
                    <a:lstStyle/>
                    <a:p>
                      <a:pPr marL="171450" marR="0" indent="-171450" algn="l" defTabSz="914400" rtl="0" eaLnBrk="1" fontAlgn="auto" latinLnBrk="0" hangingPunct="1">
                        <a:lnSpc>
                          <a:spcPct val="120000"/>
                        </a:lnSpc>
                        <a:spcBef>
                          <a:spcPts val="0"/>
                        </a:spcBef>
                        <a:spcAft>
                          <a:spcPts val="0"/>
                        </a:spcAft>
                        <a:buClrTx/>
                        <a:buSzTx/>
                        <a:buFont typeface="Arial" panose="020B0604020202020204" pitchFamily="34" charset="0"/>
                        <a:buChar char="•"/>
                        <a:tabLst/>
                        <a:defRPr/>
                      </a:pPr>
                      <a:r>
                        <a:rPr lang="en-US" altLang="zh-CN" sz="1050" u="none" strike="noStrike" kern="1200" dirty="0">
                          <a:solidFill>
                            <a:schemeClr val="dk1"/>
                          </a:solidFill>
                          <a:effectLst/>
                          <a:latin typeface="+mn-lt"/>
                          <a:ea typeface="+mn-ea"/>
                          <a:cs typeface="+mn-ea"/>
                          <a:sym typeface="+mn-lt"/>
                        </a:rPr>
                        <a:t>《DVT </a:t>
                      </a:r>
                      <a:r>
                        <a:rPr lang="zh-CN" altLang="en-US" sz="1050" dirty="0">
                          <a:latin typeface="+mn-lt"/>
                          <a:ea typeface="+mn-ea"/>
                          <a:cs typeface="+mn-ea"/>
                          <a:sym typeface="+mn-lt"/>
                        </a:rPr>
                        <a:t>散热</a:t>
                      </a:r>
                      <a:r>
                        <a:rPr lang="zh-CN" altLang="en-US" sz="1050" u="none" strike="noStrike" kern="1200" dirty="0">
                          <a:solidFill>
                            <a:schemeClr val="dk1"/>
                          </a:solidFill>
                          <a:effectLst/>
                          <a:latin typeface="+mn-lt"/>
                          <a:ea typeface="+mn-ea"/>
                          <a:cs typeface="+mn-ea"/>
                          <a:sym typeface="+mn-lt"/>
                        </a:rPr>
                        <a:t>测试报告</a:t>
                      </a:r>
                      <a:r>
                        <a:rPr lang="en-US" altLang="zh-CN" sz="1050" u="none" strike="noStrike" kern="1200" dirty="0">
                          <a:solidFill>
                            <a:schemeClr val="dk1"/>
                          </a:solidFill>
                          <a:effectLst/>
                          <a:latin typeface="+mn-lt"/>
                          <a:ea typeface="+mn-ea"/>
                          <a:cs typeface="+mn-ea"/>
                          <a:sym typeface="+mn-lt"/>
                        </a:rPr>
                        <a:t>》《PVT </a:t>
                      </a:r>
                      <a:r>
                        <a:rPr lang="zh-CN" altLang="en-US" sz="1050" dirty="0">
                          <a:latin typeface="+mn-lt"/>
                          <a:ea typeface="+mn-ea"/>
                          <a:cs typeface="+mn-ea"/>
                          <a:sym typeface="+mn-lt"/>
                        </a:rPr>
                        <a:t>散热</a:t>
                      </a:r>
                      <a:r>
                        <a:rPr lang="zh-CN" altLang="en-US" sz="1050" u="none" strike="noStrike" kern="1200" dirty="0">
                          <a:solidFill>
                            <a:schemeClr val="dk1"/>
                          </a:solidFill>
                          <a:effectLst/>
                          <a:latin typeface="+mn-lt"/>
                          <a:ea typeface="+mn-ea"/>
                          <a:cs typeface="+mn-ea"/>
                          <a:sym typeface="+mn-lt"/>
                        </a:rPr>
                        <a:t>测试计划</a:t>
                      </a:r>
                      <a:r>
                        <a:rPr lang="en-US" altLang="zh-CN" sz="1050" u="none" strike="noStrike" kern="1200" dirty="0">
                          <a:solidFill>
                            <a:schemeClr val="dk1"/>
                          </a:solidFill>
                          <a:effectLst/>
                          <a:latin typeface="+mn-lt"/>
                          <a:ea typeface="+mn-ea"/>
                          <a:cs typeface="+mn-ea"/>
                          <a:sym typeface="+mn-lt"/>
                        </a:rPr>
                        <a:t>》</a:t>
                      </a:r>
                    </a:p>
                  </a:txBody>
                  <a:tcPr anchor="ctr">
                    <a:lnL w="12700" cap="flat" cmpd="sng" algn="ctr">
                      <a:solidFill>
                        <a:schemeClr val="tx1">
                          <a:lumMod val="50000"/>
                          <a:lumOff val="50000"/>
                        </a:schemeClr>
                      </a:solidFill>
                      <a:prstDash val="solid"/>
                      <a:round/>
                      <a:headEnd type="none" w="med" len="med"/>
                      <a:tailEnd type="none" w="med" len="med"/>
                    </a:lnL>
                    <a:lnR w="12700" cap="flat" cmpd="sng" algn="ctr">
                      <a:solidFill>
                        <a:schemeClr val="tx1">
                          <a:lumMod val="50000"/>
                          <a:lumOff val="50000"/>
                        </a:schemeClr>
                      </a:solidFill>
                      <a:prstDash val="solid"/>
                      <a:round/>
                      <a:headEnd type="none" w="med" len="med"/>
                      <a:tailEnd type="none" w="med" len="med"/>
                    </a:lnR>
                    <a:lnT w="12700" cap="flat" cmpd="sng" algn="ctr">
                      <a:solidFill>
                        <a:schemeClr val="tx1">
                          <a:lumMod val="50000"/>
                          <a:lumOff val="50000"/>
                        </a:schemeClr>
                      </a:solidFill>
                      <a:prstDash val="solid"/>
                      <a:round/>
                      <a:headEnd type="none" w="med" len="med"/>
                      <a:tailEnd type="none" w="med" len="med"/>
                    </a:lnT>
                    <a:lnB w="12700" cap="flat" cmpd="sng" algn="ctr">
                      <a:solidFill>
                        <a:schemeClr val="tx1">
                          <a:lumMod val="50000"/>
                          <a:lumOff val="50000"/>
                        </a:schemeClr>
                      </a:solidFill>
                      <a:prstDash val="solid"/>
                      <a:round/>
                      <a:headEnd type="none" w="med" len="med"/>
                      <a:tailEnd type="none" w="med" len="med"/>
                    </a:lnB>
                    <a:noFill/>
                  </a:tcPr>
                </a:tc>
                <a:extLst>
                  <a:ext uri="{0D108BD9-81ED-4DB2-BD59-A6C34878D82A}">
                    <a16:rowId xmlns:a16="http://schemas.microsoft.com/office/drawing/2014/main" xmlns="" val="757293535"/>
                  </a:ext>
                </a:extLst>
              </a:tr>
              <a:tr h="308309">
                <a:tc>
                  <a:txBody>
                    <a:bodyPr/>
                    <a:lstStyle/>
                    <a:p>
                      <a:pPr algn="ctr"/>
                      <a:r>
                        <a:rPr lang="en-US" altLang="zh-CN" sz="1050" dirty="0">
                          <a:latin typeface="+mn-lt"/>
                          <a:ea typeface="+mn-ea"/>
                          <a:cs typeface="+mn-ea"/>
                          <a:sym typeface="+mn-lt"/>
                        </a:rPr>
                        <a:t>PA</a:t>
                      </a:r>
                      <a:r>
                        <a:rPr lang="zh-CN" altLang="en-US" sz="1050" dirty="0">
                          <a:latin typeface="+mn-lt"/>
                          <a:ea typeface="+mn-ea"/>
                          <a:cs typeface="+mn-ea"/>
                          <a:sym typeface="+mn-lt"/>
                        </a:rPr>
                        <a:t>工程师</a:t>
                      </a:r>
                    </a:p>
                  </a:txBody>
                  <a:tcPr anchor="ctr">
                    <a:lnL w="12700" cap="flat" cmpd="sng" algn="ctr">
                      <a:solidFill>
                        <a:schemeClr val="tx1">
                          <a:lumMod val="50000"/>
                          <a:lumOff val="50000"/>
                        </a:schemeClr>
                      </a:solidFill>
                      <a:prstDash val="solid"/>
                      <a:round/>
                      <a:headEnd type="none" w="med" len="med"/>
                      <a:tailEnd type="none" w="med" len="med"/>
                    </a:lnL>
                    <a:lnR w="12700" cap="flat" cmpd="sng" algn="ctr">
                      <a:solidFill>
                        <a:schemeClr val="tx1">
                          <a:lumMod val="50000"/>
                          <a:lumOff val="50000"/>
                        </a:schemeClr>
                      </a:solidFill>
                      <a:prstDash val="solid"/>
                      <a:round/>
                      <a:headEnd type="none" w="med" len="med"/>
                      <a:tailEnd type="none" w="med" len="med"/>
                    </a:lnR>
                    <a:lnT w="12700" cap="flat" cmpd="sng" algn="ctr">
                      <a:solidFill>
                        <a:schemeClr val="tx1">
                          <a:lumMod val="50000"/>
                          <a:lumOff val="50000"/>
                        </a:schemeClr>
                      </a:solidFill>
                      <a:prstDash val="solid"/>
                      <a:round/>
                      <a:headEnd type="none" w="med" len="med"/>
                      <a:tailEnd type="none" w="med" len="med"/>
                    </a:lnT>
                    <a:lnB w="12700" cap="flat" cmpd="sng" algn="ctr">
                      <a:solidFill>
                        <a:schemeClr val="tx1">
                          <a:lumMod val="50000"/>
                          <a:lumOff val="50000"/>
                        </a:schemeClr>
                      </a:solidFill>
                      <a:prstDash val="solid"/>
                      <a:round/>
                      <a:headEnd type="none" w="med" len="med"/>
                      <a:tailEnd type="none" w="med" len="med"/>
                    </a:lnB>
                    <a:noFill/>
                  </a:tcPr>
                </a:tc>
                <a:tc>
                  <a:txBody>
                    <a:bodyPr/>
                    <a:lstStyle/>
                    <a:p>
                      <a:pPr marL="171450" indent="-171450" algn="l" defTabSz="914400" rtl="0" eaLnBrk="1" latinLnBrk="0" hangingPunct="1">
                        <a:buFont typeface="Arial" panose="020B0604020202020204" pitchFamily="34" charset="0"/>
                        <a:buChar char="•"/>
                      </a:pPr>
                      <a:r>
                        <a:rPr lang="en-US" altLang="zh-CN" sz="1050" kern="1200" dirty="0">
                          <a:solidFill>
                            <a:schemeClr val="tx1"/>
                          </a:solidFill>
                          <a:latin typeface="+mn-lt"/>
                          <a:ea typeface="+mn-ea"/>
                          <a:cs typeface="+mn-ea"/>
                          <a:sym typeface="+mn-lt"/>
                        </a:rPr>
                        <a:t>PA</a:t>
                      </a:r>
                      <a:r>
                        <a:rPr lang="zh-CN" altLang="en-US" sz="1050" kern="1200" dirty="0">
                          <a:solidFill>
                            <a:schemeClr val="tx1"/>
                          </a:solidFill>
                          <a:latin typeface="+mn-lt"/>
                          <a:ea typeface="+mn-ea"/>
                          <a:cs typeface="+mn-ea"/>
                          <a:sym typeface="+mn-lt"/>
                        </a:rPr>
                        <a:t>测试及改版意见输出</a:t>
                      </a:r>
                    </a:p>
                  </a:txBody>
                  <a:tcPr anchor="ctr">
                    <a:lnL w="12700" cap="flat" cmpd="sng" algn="ctr">
                      <a:solidFill>
                        <a:schemeClr val="tx1">
                          <a:lumMod val="50000"/>
                          <a:lumOff val="50000"/>
                        </a:schemeClr>
                      </a:solidFill>
                      <a:prstDash val="solid"/>
                      <a:round/>
                      <a:headEnd type="none" w="med" len="med"/>
                      <a:tailEnd type="none" w="med" len="med"/>
                    </a:lnL>
                    <a:lnR w="12700" cap="flat" cmpd="sng" algn="ctr">
                      <a:solidFill>
                        <a:schemeClr val="tx1">
                          <a:lumMod val="50000"/>
                          <a:lumOff val="50000"/>
                        </a:schemeClr>
                      </a:solidFill>
                      <a:prstDash val="solid"/>
                      <a:round/>
                      <a:headEnd type="none" w="med" len="med"/>
                      <a:tailEnd type="none" w="med" len="med"/>
                    </a:lnR>
                    <a:lnT w="12700" cap="flat" cmpd="sng" algn="ctr">
                      <a:solidFill>
                        <a:schemeClr val="tx1">
                          <a:lumMod val="50000"/>
                          <a:lumOff val="50000"/>
                        </a:schemeClr>
                      </a:solidFill>
                      <a:prstDash val="solid"/>
                      <a:round/>
                      <a:headEnd type="none" w="med" len="med"/>
                      <a:tailEnd type="none" w="med" len="med"/>
                    </a:lnT>
                    <a:lnB w="12700" cap="flat" cmpd="sng" algn="ctr">
                      <a:solidFill>
                        <a:schemeClr val="tx1">
                          <a:lumMod val="50000"/>
                          <a:lumOff val="50000"/>
                        </a:schemeClr>
                      </a:solidFill>
                      <a:prstDash val="solid"/>
                      <a:round/>
                      <a:headEnd type="none" w="med" len="med"/>
                      <a:tailEnd type="none" w="med" len="med"/>
                    </a:lnB>
                    <a:noFill/>
                  </a:tcPr>
                </a:tc>
                <a:tc>
                  <a:txBody>
                    <a:bodyPr/>
                    <a:lstStyle/>
                    <a:p>
                      <a:pPr marL="171450" marR="0" indent="-171450" algn="l" defTabSz="914400" rtl="0" eaLnBrk="1" fontAlgn="auto" latinLnBrk="0" hangingPunct="1">
                        <a:lnSpc>
                          <a:spcPct val="120000"/>
                        </a:lnSpc>
                        <a:spcBef>
                          <a:spcPts val="0"/>
                        </a:spcBef>
                        <a:spcAft>
                          <a:spcPts val="0"/>
                        </a:spcAft>
                        <a:buClrTx/>
                        <a:buSzTx/>
                        <a:buFont typeface="Arial" panose="020B0604020202020204" pitchFamily="34" charset="0"/>
                        <a:buChar char="•"/>
                        <a:tabLst/>
                        <a:defRPr/>
                      </a:pPr>
                      <a:r>
                        <a:rPr lang="en-US" altLang="zh-CN" sz="1050" u="none" strike="noStrike" kern="1200" dirty="0">
                          <a:solidFill>
                            <a:schemeClr val="dk1"/>
                          </a:solidFill>
                          <a:effectLst/>
                          <a:latin typeface="+mn-lt"/>
                          <a:ea typeface="+mn-ea"/>
                          <a:cs typeface="+mn-ea"/>
                          <a:sym typeface="+mn-lt"/>
                        </a:rPr>
                        <a:t>《DVT PA</a:t>
                      </a:r>
                      <a:r>
                        <a:rPr lang="zh-CN" altLang="en-US" sz="1050" u="none" strike="noStrike" kern="1200" dirty="0">
                          <a:solidFill>
                            <a:schemeClr val="dk1"/>
                          </a:solidFill>
                          <a:effectLst/>
                          <a:latin typeface="+mn-lt"/>
                          <a:ea typeface="+mn-ea"/>
                          <a:cs typeface="+mn-ea"/>
                          <a:sym typeface="+mn-lt"/>
                        </a:rPr>
                        <a:t>测试报告</a:t>
                      </a:r>
                      <a:r>
                        <a:rPr lang="en-US" altLang="zh-CN" sz="1050" u="none" strike="noStrike" kern="1200" dirty="0">
                          <a:solidFill>
                            <a:schemeClr val="dk1"/>
                          </a:solidFill>
                          <a:effectLst/>
                          <a:latin typeface="+mn-lt"/>
                          <a:ea typeface="+mn-ea"/>
                          <a:cs typeface="+mn-ea"/>
                          <a:sym typeface="+mn-lt"/>
                        </a:rPr>
                        <a:t>》《PVT PA</a:t>
                      </a:r>
                      <a:r>
                        <a:rPr lang="zh-CN" altLang="en-US" sz="1050" u="none" strike="noStrike" kern="1200" dirty="0">
                          <a:solidFill>
                            <a:schemeClr val="dk1"/>
                          </a:solidFill>
                          <a:effectLst/>
                          <a:latin typeface="+mn-lt"/>
                          <a:ea typeface="+mn-ea"/>
                          <a:cs typeface="+mn-ea"/>
                          <a:sym typeface="+mn-lt"/>
                        </a:rPr>
                        <a:t>测试计划</a:t>
                      </a:r>
                      <a:r>
                        <a:rPr lang="en-US" altLang="zh-CN" sz="1050" u="none" strike="noStrike" kern="1200" dirty="0">
                          <a:solidFill>
                            <a:schemeClr val="dk1"/>
                          </a:solidFill>
                          <a:effectLst/>
                          <a:latin typeface="+mn-lt"/>
                          <a:ea typeface="+mn-ea"/>
                          <a:cs typeface="+mn-ea"/>
                          <a:sym typeface="+mn-lt"/>
                        </a:rPr>
                        <a:t>》</a:t>
                      </a:r>
                    </a:p>
                  </a:txBody>
                  <a:tcPr anchor="ctr">
                    <a:lnL w="12700" cap="flat" cmpd="sng" algn="ctr">
                      <a:solidFill>
                        <a:schemeClr val="tx1">
                          <a:lumMod val="50000"/>
                          <a:lumOff val="50000"/>
                        </a:schemeClr>
                      </a:solidFill>
                      <a:prstDash val="solid"/>
                      <a:round/>
                      <a:headEnd type="none" w="med" len="med"/>
                      <a:tailEnd type="none" w="med" len="med"/>
                    </a:lnL>
                    <a:lnR w="12700" cap="flat" cmpd="sng" algn="ctr">
                      <a:solidFill>
                        <a:schemeClr val="tx1">
                          <a:lumMod val="50000"/>
                          <a:lumOff val="50000"/>
                        </a:schemeClr>
                      </a:solidFill>
                      <a:prstDash val="solid"/>
                      <a:round/>
                      <a:headEnd type="none" w="med" len="med"/>
                      <a:tailEnd type="none" w="med" len="med"/>
                    </a:lnR>
                    <a:lnT w="12700" cap="flat" cmpd="sng" algn="ctr">
                      <a:solidFill>
                        <a:schemeClr val="tx1">
                          <a:lumMod val="50000"/>
                          <a:lumOff val="50000"/>
                        </a:schemeClr>
                      </a:solidFill>
                      <a:prstDash val="solid"/>
                      <a:round/>
                      <a:headEnd type="none" w="med" len="med"/>
                      <a:tailEnd type="none" w="med" len="med"/>
                    </a:lnT>
                    <a:lnB w="12700" cap="flat" cmpd="sng" algn="ctr">
                      <a:solidFill>
                        <a:schemeClr val="tx1">
                          <a:lumMod val="50000"/>
                          <a:lumOff val="50000"/>
                        </a:schemeClr>
                      </a:solidFill>
                      <a:prstDash val="solid"/>
                      <a:round/>
                      <a:headEnd type="none" w="med" len="med"/>
                      <a:tailEnd type="none" w="med" len="med"/>
                    </a:lnB>
                    <a:noFill/>
                  </a:tcPr>
                </a:tc>
                <a:extLst>
                  <a:ext uri="{0D108BD9-81ED-4DB2-BD59-A6C34878D82A}">
                    <a16:rowId xmlns:a16="http://schemas.microsoft.com/office/drawing/2014/main" xmlns="" val="2133214060"/>
                  </a:ext>
                </a:extLst>
              </a:tr>
              <a:tr h="308309">
                <a:tc>
                  <a:txBody>
                    <a:bodyPr/>
                    <a:lstStyle/>
                    <a:p>
                      <a:pPr algn="ctr"/>
                      <a:r>
                        <a:rPr lang="zh-CN" altLang="en-US" sz="1050" dirty="0">
                          <a:latin typeface="+mn-lt"/>
                          <a:ea typeface="+mn-ea"/>
                          <a:cs typeface="+mn-ea"/>
                          <a:sym typeface="+mn-lt"/>
                        </a:rPr>
                        <a:t>可靠性工程师</a:t>
                      </a:r>
                    </a:p>
                  </a:txBody>
                  <a:tcPr anchor="ctr">
                    <a:lnL w="12700" cap="flat" cmpd="sng" algn="ctr">
                      <a:solidFill>
                        <a:schemeClr val="tx1">
                          <a:lumMod val="50000"/>
                          <a:lumOff val="50000"/>
                        </a:schemeClr>
                      </a:solidFill>
                      <a:prstDash val="solid"/>
                      <a:round/>
                      <a:headEnd type="none" w="med" len="med"/>
                      <a:tailEnd type="none" w="med" len="med"/>
                    </a:lnL>
                    <a:lnR w="12700" cap="flat" cmpd="sng" algn="ctr">
                      <a:solidFill>
                        <a:schemeClr val="tx1">
                          <a:lumMod val="50000"/>
                          <a:lumOff val="50000"/>
                        </a:schemeClr>
                      </a:solidFill>
                      <a:prstDash val="solid"/>
                      <a:round/>
                      <a:headEnd type="none" w="med" len="med"/>
                      <a:tailEnd type="none" w="med" len="med"/>
                    </a:lnR>
                    <a:lnT w="12700" cap="flat" cmpd="sng" algn="ctr">
                      <a:solidFill>
                        <a:schemeClr val="tx1">
                          <a:lumMod val="50000"/>
                          <a:lumOff val="50000"/>
                        </a:schemeClr>
                      </a:solidFill>
                      <a:prstDash val="solid"/>
                      <a:round/>
                      <a:headEnd type="none" w="med" len="med"/>
                      <a:tailEnd type="none" w="med" len="med"/>
                    </a:lnT>
                    <a:lnB w="12700" cap="flat" cmpd="sng" algn="ctr">
                      <a:solidFill>
                        <a:schemeClr val="tx1">
                          <a:lumMod val="50000"/>
                          <a:lumOff val="50000"/>
                        </a:schemeClr>
                      </a:solidFill>
                      <a:prstDash val="solid"/>
                      <a:round/>
                      <a:headEnd type="none" w="med" len="med"/>
                      <a:tailEnd type="none" w="med" len="med"/>
                    </a:lnB>
                    <a:noFill/>
                  </a:tcPr>
                </a:tc>
                <a:tc>
                  <a:txBody>
                    <a:bodyPr/>
                    <a:lstStyle/>
                    <a:p>
                      <a:pPr marL="171450" indent="-171450" algn="l" defTabSz="914400" rtl="0" eaLnBrk="1" latinLnBrk="0" hangingPunct="1">
                        <a:buFont typeface="Arial" panose="020B0604020202020204" pitchFamily="34" charset="0"/>
                        <a:buChar char="•"/>
                      </a:pPr>
                      <a:r>
                        <a:rPr lang="zh-CN" altLang="en-US" sz="1050" kern="1200" dirty="0">
                          <a:solidFill>
                            <a:schemeClr val="tx1"/>
                          </a:solidFill>
                          <a:latin typeface="+mn-lt"/>
                          <a:ea typeface="+mn-ea"/>
                          <a:cs typeface="+mn-ea"/>
                          <a:sym typeface="+mn-lt"/>
                        </a:rPr>
                        <a:t>可靠性测试及改版意见输出</a:t>
                      </a:r>
                    </a:p>
                  </a:txBody>
                  <a:tcPr anchor="ctr">
                    <a:lnL w="12700" cap="flat" cmpd="sng" algn="ctr">
                      <a:solidFill>
                        <a:schemeClr val="tx1">
                          <a:lumMod val="50000"/>
                          <a:lumOff val="50000"/>
                        </a:schemeClr>
                      </a:solidFill>
                      <a:prstDash val="solid"/>
                      <a:round/>
                      <a:headEnd type="none" w="med" len="med"/>
                      <a:tailEnd type="none" w="med" len="med"/>
                    </a:lnL>
                    <a:lnR w="12700" cap="flat" cmpd="sng" algn="ctr">
                      <a:solidFill>
                        <a:schemeClr val="tx1">
                          <a:lumMod val="50000"/>
                          <a:lumOff val="50000"/>
                        </a:schemeClr>
                      </a:solidFill>
                      <a:prstDash val="solid"/>
                      <a:round/>
                      <a:headEnd type="none" w="med" len="med"/>
                      <a:tailEnd type="none" w="med" len="med"/>
                    </a:lnR>
                    <a:lnT w="12700" cap="flat" cmpd="sng" algn="ctr">
                      <a:solidFill>
                        <a:schemeClr val="tx1">
                          <a:lumMod val="50000"/>
                          <a:lumOff val="50000"/>
                        </a:schemeClr>
                      </a:solidFill>
                      <a:prstDash val="solid"/>
                      <a:round/>
                      <a:headEnd type="none" w="med" len="med"/>
                      <a:tailEnd type="none" w="med" len="med"/>
                    </a:lnT>
                    <a:lnB w="12700" cap="flat" cmpd="sng" algn="ctr">
                      <a:solidFill>
                        <a:schemeClr val="tx1">
                          <a:lumMod val="50000"/>
                          <a:lumOff val="50000"/>
                        </a:schemeClr>
                      </a:solidFill>
                      <a:prstDash val="solid"/>
                      <a:round/>
                      <a:headEnd type="none" w="med" len="med"/>
                      <a:tailEnd type="none" w="med" len="med"/>
                    </a:lnB>
                    <a:noFill/>
                  </a:tcPr>
                </a:tc>
                <a:tc>
                  <a:txBody>
                    <a:bodyPr/>
                    <a:lstStyle/>
                    <a:p>
                      <a:pPr marL="171450" marR="0" indent="-171450" algn="l" defTabSz="914400" rtl="0" eaLnBrk="1" fontAlgn="auto" latinLnBrk="0" hangingPunct="1">
                        <a:lnSpc>
                          <a:spcPct val="120000"/>
                        </a:lnSpc>
                        <a:spcBef>
                          <a:spcPts val="0"/>
                        </a:spcBef>
                        <a:spcAft>
                          <a:spcPts val="0"/>
                        </a:spcAft>
                        <a:buClrTx/>
                        <a:buSzTx/>
                        <a:buFont typeface="Arial" panose="020B0604020202020204" pitchFamily="34" charset="0"/>
                        <a:buChar char="•"/>
                        <a:tabLst/>
                        <a:defRPr/>
                      </a:pPr>
                      <a:r>
                        <a:rPr lang="en-US" altLang="zh-CN" sz="1050" u="none" strike="noStrike" kern="1200" dirty="0">
                          <a:solidFill>
                            <a:schemeClr val="dk1"/>
                          </a:solidFill>
                          <a:effectLst/>
                          <a:latin typeface="+mn-lt"/>
                          <a:ea typeface="+mn-ea"/>
                          <a:cs typeface="+mn-ea"/>
                          <a:sym typeface="+mn-lt"/>
                        </a:rPr>
                        <a:t>《DVT </a:t>
                      </a:r>
                      <a:r>
                        <a:rPr lang="zh-CN" altLang="en-US" sz="1050" kern="1200" dirty="0">
                          <a:solidFill>
                            <a:schemeClr val="tx1"/>
                          </a:solidFill>
                          <a:latin typeface="+mn-lt"/>
                          <a:ea typeface="+mn-ea"/>
                          <a:cs typeface="+mn-ea"/>
                          <a:sym typeface="+mn-lt"/>
                        </a:rPr>
                        <a:t>可靠性</a:t>
                      </a:r>
                      <a:r>
                        <a:rPr lang="zh-CN" altLang="en-US" sz="1050" u="none" strike="noStrike" kern="1200" dirty="0">
                          <a:solidFill>
                            <a:schemeClr val="dk1"/>
                          </a:solidFill>
                          <a:effectLst/>
                          <a:latin typeface="+mn-lt"/>
                          <a:ea typeface="+mn-ea"/>
                          <a:cs typeface="+mn-ea"/>
                          <a:sym typeface="+mn-lt"/>
                        </a:rPr>
                        <a:t>测试报告</a:t>
                      </a:r>
                      <a:r>
                        <a:rPr lang="en-US" altLang="zh-CN" sz="1050" u="none" strike="noStrike" kern="1200" dirty="0">
                          <a:solidFill>
                            <a:schemeClr val="dk1"/>
                          </a:solidFill>
                          <a:effectLst/>
                          <a:latin typeface="+mn-lt"/>
                          <a:ea typeface="+mn-ea"/>
                          <a:cs typeface="+mn-ea"/>
                          <a:sym typeface="+mn-lt"/>
                        </a:rPr>
                        <a:t>》《PVT </a:t>
                      </a:r>
                      <a:r>
                        <a:rPr lang="zh-CN" altLang="en-US" sz="1050" kern="1200" dirty="0">
                          <a:solidFill>
                            <a:schemeClr val="tx1"/>
                          </a:solidFill>
                          <a:latin typeface="+mn-lt"/>
                          <a:ea typeface="+mn-ea"/>
                          <a:cs typeface="+mn-ea"/>
                          <a:sym typeface="+mn-lt"/>
                        </a:rPr>
                        <a:t>可靠性</a:t>
                      </a:r>
                      <a:r>
                        <a:rPr lang="zh-CN" altLang="en-US" sz="1050" u="none" strike="noStrike" kern="1200" dirty="0">
                          <a:solidFill>
                            <a:schemeClr val="dk1"/>
                          </a:solidFill>
                          <a:effectLst/>
                          <a:latin typeface="+mn-lt"/>
                          <a:ea typeface="+mn-ea"/>
                          <a:cs typeface="+mn-ea"/>
                          <a:sym typeface="+mn-lt"/>
                        </a:rPr>
                        <a:t>测试计划</a:t>
                      </a:r>
                      <a:r>
                        <a:rPr lang="en-US" altLang="zh-CN" sz="1050" u="none" strike="noStrike" kern="1200" dirty="0">
                          <a:solidFill>
                            <a:schemeClr val="dk1"/>
                          </a:solidFill>
                          <a:effectLst/>
                          <a:latin typeface="+mn-lt"/>
                          <a:ea typeface="+mn-ea"/>
                          <a:cs typeface="+mn-ea"/>
                          <a:sym typeface="+mn-lt"/>
                        </a:rPr>
                        <a:t>》</a:t>
                      </a:r>
                    </a:p>
                  </a:txBody>
                  <a:tcPr anchor="ctr">
                    <a:lnL w="12700" cap="flat" cmpd="sng" algn="ctr">
                      <a:solidFill>
                        <a:schemeClr val="tx1">
                          <a:lumMod val="50000"/>
                          <a:lumOff val="50000"/>
                        </a:schemeClr>
                      </a:solidFill>
                      <a:prstDash val="solid"/>
                      <a:round/>
                      <a:headEnd type="none" w="med" len="med"/>
                      <a:tailEnd type="none" w="med" len="med"/>
                    </a:lnL>
                    <a:lnR w="12700" cap="flat" cmpd="sng" algn="ctr">
                      <a:solidFill>
                        <a:schemeClr val="tx1">
                          <a:lumMod val="50000"/>
                          <a:lumOff val="50000"/>
                        </a:schemeClr>
                      </a:solidFill>
                      <a:prstDash val="solid"/>
                      <a:round/>
                      <a:headEnd type="none" w="med" len="med"/>
                      <a:tailEnd type="none" w="med" len="med"/>
                    </a:lnR>
                    <a:lnT w="12700" cap="flat" cmpd="sng" algn="ctr">
                      <a:solidFill>
                        <a:schemeClr val="tx1">
                          <a:lumMod val="50000"/>
                          <a:lumOff val="50000"/>
                        </a:schemeClr>
                      </a:solidFill>
                      <a:prstDash val="solid"/>
                      <a:round/>
                      <a:headEnd type="none" w="med" len="med"/>
                      <a:tailEnd type="none" w="med" len="med"/>
                    </a:lnT>
                    <a:lnB w="12700" cap="flat" cmpd="sng" algn="ctr">
                      <a:solidFill>
                        <a:schemeClr val="tx1">
                          <a:lumMod val="50000"/>
                          <a:lumOff val="50000"/>
                        </a:schemeClr>
                      </a:solidFill>
                      <a:prstDash val="solid"/>
                      <a:round/>
                      <a:headEnd type="none" w="med" len="med"/>
                      <a:tailEnd type="none" w="med" len="med"/>
                    </a:lnB>
                    <a:noFill/>
                  </a:tcPr>
                </a:tc>
                <a:extLst>
                  <a:ext uri="{0D108BD9-81ED-4DB2-BD59-A6C34878D82A}">
                    <a16:rowId xmlns:a16="http://schemas.microsoft.com/office/drawing/2014/main" xmlns="" val="2524037987"/>
                  </a:ext>
                </a:extLst>
              </a:tr>
              <a:tr h="308309">
                <a:tc>
                  <a:txBody>
                    <a:bodyPr/>
                    <a:lstStyle/>
                    <a:p>
                      <a:pPr algn="ctr"/>
                      <a:r>
                        <a:rPr lang="en-US" altLang="zh-CN" sz="1050" dirty="0">
                          <a:latin typeface="+mn-lt"/>
                          <a:ea typeface="+mn-ea"/>
                          <a:cs typeface="+mn-ea"/>
                          <a:sym typeface="+mn-lt"/>
                        </a:rPr>
                        <a:t>BMC/BIOS/CMM</a:t>
                      </a:r>
                      <a:endParaRPr lang="zh-CN" altLang="en-US" sz="1050" dirty="0">
                        <a:latin typeface="+mn-lt"/>
                        <a:ea typeface="+mn-ea"/>
                        <a:cs typeface="+mn-ea"/>
                        <a:sym typeface="+mn-lt"/>
                      </a:endParaRPr>
                    </a:p>
                  </a:txBody>
                  <a:tcPr anchor="ctr">
                    <a:lnL w="12700" cap="flat" cmpd="sng" algn="ctr">
                      <a:solidFill>
                        <a:schemeClr val="tx1">
                          <a:lumMod val="50000"/>
                          <a:lumOff val="50000"/>
                        </a:schemeClr>
                      </a:solidFill>
                      <a:prstDash val="solid"/>
                      <a:round/>
                      <a:headEnd type="none" w="med" len="med"/>
                      <a:tailEnd type="none" w="med" len="med"/>
                    </a:lnL>
                    <a:lnR w="12700" cap="flat" cmpd="sng" algn="ctr">
                      <a:solidFill>
                        <a:schemeClr val="tx1">
                          <a:lumMod val="50000"/>
                          <a:lumOff val="50000"/>
                        </a:schemeClr>
                      </a:solidFill>
                      <a:prstDash val="solid"/>
                      <a:round/>
                      <a:headEnd type="none" w="med" len="med"/>
                      <a:tailEnd type="none" w="med" len="med"/>
                    </a:lnR>
                    <a:lnT w="12700" cap="flat" cmpd="sng" algn="ctr">
                      <a:solidFill>
                        <a:schemeClr val="tx1">
                          <a:lumMod val="50000"/>
                          <a:lumOff val="50000"/>
                        </a:schemeClr>
                      </a:solidFill>
                      <a:prstDash val="solid"/>
                      <a:round/>
                      <a:headEnd type="none" w="med" len="med"/>
                      <a:tailEnd type="none" w="med" len="med"/>
                    </a:lnT>
                    <a:lnB w="12700" cap="flat" cmpd="sng" algn="ctr">
                      <a:solidFill>
                        <a:schemeClr val="tx1">
                          <a:lumMod val="50000"/>
                          <a:lumOff val="50000"/>
                        </a:schemeClr>
                      </a:solidFill>
                      <a:prstDash val="solid"/>
                      <a:round/>
                      <a:headEnd type="none" w="med" len="med"/>
                      <a:tailEnd type="none" w="med" len="med"/>
                    </a:lnB>
                    <a:noFill/>
                  </a:tcPr>
                </a:tc>
                <a:tc>
                  <a:txBody>
                    <a:bodyPr/>
                    <a:lstStyle/>
                    <a:p>
                      <a:pPr marL="171450" indent="-171450" algn="l" defTabSz="914400" rtl="0" eaLnBrk="1" latinLnBrk="0" hangingPunct="1">
                        <a:buFont typeface="Arial" panose="020B0604020202020204" pitchFamily="34" charset="0"/>
                        <a:buChar char="•"/>
                      </a:pPr>
                      <a:r>
                        <a:rPr lang="zh-CN" altLang="en-US" sz="1050" kern="1200" dirty="0">
                          <a:solidFill>
                            <a:schemeClr val="tx1"/>
                          </a:solidFill>
                          <a:latin typeface="+mn-lt"/>
                          <a:ea typeface="+mn-ea"/>
                          <a:cs typeface="+mn-ea"/>
                          <a:sym typeface="+mn-lt"/>
                        </a:rPr>
                        <a:t>软件版本开发</a:t>
                      </a:r>
                    </a:p>
                  </a:txBody>
                  <a:tcPr anchor="ctr">
                    <a:lnL w="12700" cap="flat" cmpd="sng" algn="ctr">
                      <a:solidFill>
                        <a:schemeClr val="tx1">
                          <a:lumMod val="50000"/>
                          <a:lumOff val="50000"/>
                        </a:schemeClr>
                      </a:solidFill>
                      <a:prstDash val="solid"/>
                      <a:round/>
                      <a:headEnd type="none" w="med" len="med"/>
                      <a:tailEnd type="none" w="med" len="med"/>
                    </a:lnL>
                    <a:lnR w="12700" cap="flat" cmpd="sng" algn="ctr">
                      <a:solidFill>
                        <a:schemeClr val="tx1">
                          <a:lumMod val="50000"/>
                          <a:lumOff val="50000"/>
                        </a:schemeClr>
                      </a:solidFill>
                      <a:prstDash val="solid"/>
                      <a:round/>
                      <a:headEnd type="none" w="med" len="med"/>
                      <a:tailEnd type="none" w="med" len="med"/>
                    </a:lnR>
                    <a:lnT w="12700" cap="flat" cmpd="sng" algn="ctr">
                      <a:solidFill>
                        <a:schemeClr val="tx1">
                          <a:lumMod val="50000"/>
                          <a:lumOff val="50000"/>
                        </a:schemeClr>
                      </a:solidFill>
                      <a:prstDash val="solid"/>
                      <a:round/>
                      <a:headEnd type="none" w="med" len="med"/>
                      <a:tailEnd type="none" w="med" len="med"/>
                    </a:lnT>
                    <a:lnB w="12700" cap="flat" cmpd="sng" algn="ctr">
                      <a:solidFill>
                        <a:schemeClr val="tx1">
                          <a:lumMod val="50000"/>
                          <a:lumOff val="50000"/>
                        </a:schemeClr>
                      </a:solidFill>
                      <a:prstDash val="solid"/>
                      <a:round/>
                      <a:headEnd type="none" w="med" len="med"/>
                      <a:tailEnd type="none" w="med" len="med"/>
                    </a:lnB>
                    <a:noFill/>
                  </a:tcPr>
                </a:tc>
                <a:tc>
                  <a:txBody>
                    <a:bodyPr/>
                    <a:lstStyle/>
                    <a:p>
                      <a:pPr marL="171450" marR="0" indent="-171450" algn="l" defTabSz="914400" rtl="0" eaLnBrk="1" fontAlgn="auto" latinLnBrk="0" hangingPunct="1">
                        <a:lnSpc>
                          <a:spcPct val="120000"/>
                        </a:lnSpc>
                        <a:spcBef>
                          <a:spcPts val="0"/>
                        </a:spcBef>
                        <a:spcAft>
                          <a:spcPts val="0"/>
                        </a:spcAft>
                        <a:buClrTx/>
                        <a:buSzTx/>
                        <a:buFont typeface="Arial" panose="020B0604020202020204" pitchFamily="34" charset="0"/>
                        <a:buChar char="•"/>
                        <a:tabLst/>
                        <a:defRPr/>
                      </a:pPr>
                      <a:r>
                        <a:rPr lang="zh-CN" altLang="en-US" sz="1050" u="none" strike="noStrike" kern="1200" dirty="0">
                          <a:solidFill>
                            <a:schemeClr val="dk1"/>
                          </a:solidFill>
                          <a:effectLst/>
                          <a:latin typeface="+mn-lt"/>
                          <a:ea typeface="+mn-ea"/>
                          <a:cs typeface="+mn-ea"/>
                          <a:sym typeface="+mn-lt"/>
                        </a:rPr>
                        <a:t>软件版本（根据软件版本计划发布）</a:t>
                      </a:r>
                      <a:endParaRPr lang="en-US" altLang="zh-CN" sz="1050" u="none" strike="noStrike" kern="1200" dirty="0">
                        <a:solidFill>
                          <a:schemeClr val="dk1"/>
                        </a:solidFill>
                        <a:effectLst/>
                        <a:latin typeface="+mn-lt"/>
                        <a:ea typeface="+mn-ea"/>
                        <a:cs typeface="+mn-ea"/>
                        <a:sym typeface="+mn-lt"/>
                      </a:endParaRPr>
                    </a:p>
                  </a:txBody>
                  <a:tcPr anchor="ctr">
                    <a:lnL w="12700" cap="flat" cmpd="sng" algn="ctr">
                      <a:solidFill>
                        <a:schemeClr val="tx1">
                          <a:lumMod val="50000"/>
                          <a:lumOff val="50000"/>
                        </a:schemeClr>
                      </a:solidFill>
                      <a:prstDash val="solid"/>
                      <a:round/>
                      <a:headEnd type="none" w="med" len="med"/>
                      <a:tailEnd type="none" w="med" len="med"/>
                    </a:lnL>
                    <a:lnR w="12700" cap="flat" cmpd="sng" algn="ctr">
                      <a:solidFill>
                        <a:schemeClr val="tx1">
                          <a:lumMod val="50000"/>
                          <a:lumOff val="50000"/>
                        </a:schemeClr>
                      </a:solidFill>
                      <a:prstDash val="solid"/>
                      <a:round/>
                      <a:headEnd type="none" w="med" len="med"/>
                      <a:tailEnd type="none" w="med" len="med"/>
                    </a:lnR>
                    <a:lnT w="12700" cap="flat" cmpd="sng" algn="ctr">
                      <a:solidFill>
                        <a:schemeClr val="tx1">
                          <a:lumMod val="50000"/>
                          <a:lumOff val="50000"/>
                        </a:schemeClr>
                      </a:solidFill>
                      <a:prstDash val="solid"/>
                      <a:round/>
                      <a:headEnd type="none" w="med" len="med"/>
                      <a:tailEnd type="none" w="med" len="med"/>
                    </a:lnT>
                    <a:lnB w="12700" cap="flat" cmpd="sng" algn="ctr">
                      <a:solidFill>
                        <a:schemeClr val="tx1">
                          <a:lumMod val="50000"/>
                          <a:lumOff val="50000"/>
                        </a:schemeClr>
                      </a:solidFill>
                      <a:prstDash val="solid"/>
                      <a:round/>
                      <a:headEnd type="none" w="med" len="med"/>
                      <a:tailEnd type="none" w="med" len="med"/>
                    </a:lnB>
                    <a:noFill/>
                  </a:tcPr>
                </a:tc>
                <a:extLst>
                  <a:ext uri="{0D108BD9-81ED-4DB2-BD59-A6C34878D82A}">
                    <a16:rowId xmlns:a16="http://schemas.microsoft.com/office/drawing/2014/main" xmlns="" val="1295311231"/>
                  </a:ext>
                </a:extLst>
              </a:tr>
              <a:tr h="308309">
                <a:tc>
                  <a:txBody>
                    <a:bodyPr/>
                    <a:lstStyle/>
                    <a:p>
                      <a:pPr algn="ctr"/>
                      <a:r>
                        <a:rPr lang="zh-CN" altLang="en-US" sz="1050" dirty="0">
                          <a:latin typeface="+mn-lt"/>
                          <a:ea typeface="+mn-ea"/>
                          <a:cs typeface="+mn-ea"/>
                          <a:sym typeface="+mn-lt"/>
                        </a:rPr>
                        <a:t>硬件工程师</a:t>
                      </a:r>
                    </a:p>
                  </a:txBody>
                  <a:tcPr anchor="ctr">
                    <a:lnL w="12700" cap="flat" cmpd="sng" algn="ctr">
                      <a:solidFill>
                        <a:schemeClr val="tx1">
                          <a:lumMod val="50000"/>
                          <a:lumOff val="50000"/>
                        </a:schemeClr>
                      </a:solidFill>
                      <a:prstDash val="solid"/>
                      <a:round/>
                      <a:headEnd type="none" w="med" len="med"/>
                      <a:tailEnd type="none" w="med" len="med"/>
                    </a:lnL>
                    <a:lnR w="12700" cap="flat" cmpd="sng" algn="ctr">
                      <a:solidFill>
                        <a:schemeClr val="tx1">
                          <a:lumMod val="50000"/>
                          <a:lumOff val="50000"/>
                        </a:schemeClr>
                      </a:solidFill>
                      <a:prstDash val="solid"/>
                      <a:round/>
                      <a:headEnd type="none" w="med" len="med"/>
                      <a:tailEnd type="none" w="med" len="med"/>
                    </a:lnR>
                    <a:lnT w="12700" cap="flat" cmpd="sng" algn="ctr">
                      <a:solidFill>
                        <a:schemeClr val="tx1">
                          <a:lumMod val="50000"/>
                          <a:lumOff val="50000"/>
                        </a:schemeClr>
                      </a:solidFill>
                      <a:prstDash val="solid"/>
                      <a:round/>
                      <a:headEnd type="none" w="med" len="med"/>
                      <a:tailEnd type="none" w="med" len="med"/>
                    </a:lnT>
                    <a:lnB w="12700" cap="flat" cmpd="sng" algn="ctr">
                      <a:solidFill>
                        <a:schemeClr val="tx1">
                          <a:lumMod val="50000"/>
                          <a:lumOff val="50000"/>
                        </a:schemeClr>
                      </a:solidFill>
                      <a:prstDash val="solid"/>
                      <a:round/>
                      <a:headEnd type="none" w="med" len="med"/>
                      <a:tailEnd type="none" w="med" len="med"/>
                    </a:lnB>
                    <a:noFill/>
                  </a:tcPr>
                </a:tc>
                <a:tc>
                  <a:txBody>
                    <a:bodyPr/>
                    <a:lstStyle/>
                    <a:p>
                      <a:pPr marL="171450" indent="-171450" algn="l" defTabSz="914400" rtl="0" eaLnBrk="1" latinLnBrk="0" hangingPunct="1">
                        <a:buFont typeface="Arial" panose="020B0604020202020204" pitchFamily="34" charset="0"/>
                        <a:buChar char="•"/>
                      </a:pPr>
                      <a:r>
                        <a:rPr lang="zh-CN" altLang="en-US" sz="1050" kern="1200" dirty="0">
                          <a:solidFill>
                            <a:schemeClr val="tx1"/>
                          </a:solidFill>
                          <a:latin typeface="+mn-lt"/>
                          <a:ea typeface="+mn-ea"/>
                          <a:cs typeface="+mn-ea"/>
                          <a:sym typeface="+mn-lt"/>
                        </a:rPr>
                        <a:t>评估</a:t>
                      </a:r>
                      <a:r>
                        <a:rPr lang="en-US" altLang="zh-CN" sz="1050" kern="1200" dirty="0">
                          <a:solidFill>
                            <a:schemeClr val="tx1"/>
                          </a:solidFill>
                          <a:latin typeface="+mn-lt"/>
                          <a:ea typeface="+mn-ea"/>
                          <a:cs typeface="+mn-ea"/>
                          <a:sym typeface="+mn-lt"/>
                        </a:rPr>
                        <a:t>bug</a:t>
                      </a:r>
                      <a:r>
                        <a:rPr lang="zh-CN" altLang="en-US" sz="1050" kern="1200" dirty="0">
                          <a:solidFill>
                            <a:schemeClr val="tx1"/>
                          </a:solidFill>
                          <a:latin typeface="+mn-lt"/>
                          <a:ea typeface="+mn-ea"/>
                          <a:cs typeface="+mn-ea"/>
                          <a:sym typeface="+mn-lt"/>
                        </a:rPr>
                        <a:t>及各组改版意见进行原理图改版</a:t>
                      </a:r>
                    </a:p>
                  </a:txBody>
                  <a:tcPr anchor="ctr">
                    <a:lnL w="12700" cap="flat" cmpd="sng" algn="ctr">
                      <a:solidFill>
                        <a:schemeClr val="tx1">
                          <a:lumMod val="50000"/>
                          <a:lumOff val="50000"/>
                        </a:schemeClr>
                      </a:solidFill>
                      <a:prstDash val="solid"/>
                      <a:round/>
                      <a:headEnd type="none" w="med" len="med"/>
                      <a:tailEnd type="none" w="med" len="med"/>
                    </a:lnL>
                    <a:lnR w="12700" cap="flat" cmpd="sng" algn="ctr">
                      <a:solidFill>
                        <a:schemeClr val="tx1">
                          <a:lumMod val="50000"/>
                          <a:lumOff val="50000"/>
                        </a:schemeClr>
                      </a:solidFill>
                      <a:prstDash val="solid"/>
                      <a:round/>
                      <a:headEnd type="none" w="med" len="med"/>
                      <a:tailEnd type="none" w="med" len="med"/>
                    </a:lnR>
                    <a:lnT w="12700" cap="flat" cmpd="sng" algn="ctr">
                      <a:solidFill>
                        <a:schemeClr val="tx1">
                          <a:lumMod val="50000"/>
                          <a:lumOff val="50000"/>
                        </a:schemeClr>
                      </a:solidFill>
                      <a:prstDash val="solid"/>
                      <a:round/>
                      <a:headEnd type="none" w="med" len="med"/>
                      <a:tailEnd type="none" w="med" len="med"/>
                    </a:lnT>
                    <a:lnB w="12700" cap="flat" cmpd="sng" algn="ctr">
                      <a:solidFill>
                        <a:schemeClr val="tx1">
                          <a:lumMod val="50000"/>
                          <a:lumOff val="50000"/>
                        </a:schemeClr>
                      </a:solidFill>
                      <a:prstDash val="solid"/>
                      <a:round/>
                      <a:headEnd type="none" w="med" len="med"/>
                      <a:tailEnd type="none" w="med" len="med"/>
                    </a:lnB>
                    <a:noFill/>
                  </a:tcPr>
                </a:tc>
                <a:tc>
                  <a:txBody>
                    <a:bodyPr/>
                    <a:lstStyle/>
                    <a:p>
                      <a:pPr marL="171450" marR="0" indent="-171450" algn="l" defTabSz="914400" rtl="0" eaLnBrk="1" fontAlgn="auto" latinLnBrk="0" hangingPunct="1">
                        <a:lnSpc>
                          <a:spcPct val="120000"/>
                        </a:lnSpc>
                        <a:spcBef>
                          <a:spcPts val="0"/>
                        </a:spcBef>
                        <a:spcAft>
                          <a:spcPts val="0"/>
                        </a:spcAft>
                        <a:buClrTx/>
                        <a:buSzTx/>
                        <a:buFont typeface="Arial" panose="020B0604020202020204" pitchFamily="34" charset="0"/>
                        <a:buChar char="•"/>
                        <a:tabLst/>
                        <a:defRPr/>
                      </a:pPr>
                      <a:r>
                        <a:rPr lang="en-US" altLang="zh-CN" sz="1050" u="none" strike="noStrike" kern="1200" dirty="0">
                          <a:solidFill>
                            <a:schemeClr val="dk1"/>
                          </a:solidFill>
                          <a:effectLst/>
                          <a:latin typeface="+mn-lt"/>
                          <a:ea typeface="+mn-ea"/>
                          <a:cs typeface="+mn-ea"/>
                          <a:sym typeface="+mn-lt"/>
                        </a:rPr>
                        <a:t>《</a:t>
                      </a:r>
                      <a:r>
                        <a:rPr lang="zh-CN" altLang="en-US" sz="1050" u="none" strike="noStrike" kern="1200" dirty="0">
                          <a:solidFill>
                            <a:schemeClr val="dk1"/>
                          </a:solidFill>
                          <a:effectLst/>
                          <a:latin typeface="+mn-lt"/>
                          <a:ea typeface="+mn-ea"/>
                          <a:cs typeface="+mn-ea"/>
                          <a:sym typeface="+mn-lt"/>
                        </a:rPr>
                        <a:t>原理图（含</a:t>
                      </a:r>
                      <a:r>
                        <a:rPr lang="en-US" altLang="zh-CN" sz="1050" u="none" strike="noStrike" kern="1200" dirty="0" err="1">
                          <a:solidFill>
                            <a:schemeClr val="dk1"/>
                          </a:solidFill>
                          <a:effectLst/>
                          <a:latin typeface="+mn-lt"/>
                          <a:ea typeface="+mn-ea"/>
                          <a:cs typeface="+mn-ea"/>
                          <a:sym typeface="+mn-lt"/>
                        </a:rPr>
                        <a:t>Changelist</a:t>
                      </a:r>
                      <a:r>
                        <a:rPr lang="zh-CN" altLang="en-US" sz="1050" u="none" strike="noStrike" kern="1200" dirty="0">
                          <a:solidFill>
                            <a:schemeClr val="dk1"/>
                          </a:solidFill>
                          <a:effectLst/>
                          <a:latin typeface="+mn-lt"/>
                          <a:ea typeface="+mn-ea"/>
                          <a:cs typeface="+mn-ea"/>
                          <a:sym typeface="+mn-lt"/>
                        </a:rPr>
                        <a:t>）</a:t>
                      </a:r>
                      <a:r>
                        <a:rPr lang="en-US" altLang="zh-CN" sz="1050" u="none" strike="noStrike" kern="1200" dirty="0">
                          <a:solidFill>
                            <a:schemeClr val="dk1"/>
                          </a:solidFill>
                          <a:effectLst/>
                          <a:latin typeface="+mn-lt"/>
                          <a:ea typeface="+mn-ea"/>
                          <a:cs typeface="+mn-ea"/>
                          <a:sym typeface="+mn-lt"/>
                        </a:rPr>
                        <a:t>》《layout guideline》</a:t>
                      </a:r>
                    </a:p>
                  </a:txBody>
                  <a:tcPr anchor="ctr">
                    <a:lnL w="12700" cap="flat" cmpd="sng" algn="ctr">
                      <a:solidFill>
                        <a:schemeClr val="tx1">
                          <a:lumMod val="50000"/>
                          <a:lumOff val="50000"/>
                        </a:schemeClr>
                      </a:solidFill>
                      <a:prstDash val="solid"/>
                      <a:round/>
                      <a:headEnd type="none" w="med" len="med"/>
                      <a:tailEnd type="none" w="med" len="med"/>
                    </a:lnL>
                    <a:lnR w="12700" cap="flat" cmpd="sng" algn="ctr">
                      <a:solidFill>
                        <a:schemeClr val="tx1">
                          <a:lumMod val="50000"/>
                          <a:lumOff val="50000"/>
                        </a:schemeClr>
                      </a:solidFill>
                      <a:prstDash val="solid"/>
                      <a:round/>
                      <a:headEnd type="none" w="med" len="med"/>
                      <a:tailEnd type="none" w="med" len="med"/>
                    </a:lnR>
                    <a:lnT w="12700" cap="flat" cmpd="sng" algn="ctr">
                      <a:solidFill>
                        <a:schemeClr val="tx1">
                          <a:lumMod val="50000"/>
                          <a:lumOff val="50000"/>
                        </a:schemeClr>
                      </a:solidFill>
                      <a:prstDash val="solid"/>
                      <a:round/>
                      <a:headEnd type="none" w="med" len="med"/>
                      <a:tailEnd type="none" w="med" len="med"/>
                    </a:lnT>
                    <a:lnB w="12700" cap="flat" cmpd="sng" algn="ctr">
                      <a:solidFill>
                        <a:schemeClr val="tx1">
                          <a:lumMod val="50000"/>
                          <a:lumOff val="50000"/>
                        </a:schemeClr>
                      </a:solidFill>
                      <a:prstDash val="solid"/>
                      <a:round/>
                      <a:headEnd type="none" w="med" len="med"/>
                      <a:tailEnd type="none" w="med" len="med"/>
                    </a:lnB>
                    <a:noFill/>
                  </a:tcPr>
                </a:tc>
                <a:extLst>
                  <a:ext uri="{0D108BD9-81ED-4DB2-BD59-A6C34878D82A}">
                    <a16:rowId xmlns:a16="http://schemas.microsoft.com/office/drawing/2014/main" xmlns="" val="2353297114"/>
                  </a:ext>
                </a:extLst>
              </a:tr>
              <a:tr h="308309">
                <a:tc>
                  <a:txBody>
                    <a:bodyPr/>
                    <a:lstStyle/>
                    <a:p>
                      <a:pPr algn="ctr"/>
                      <a:r>
                        <a:rPr lang="en-US" altLang="zh-CN" sz="1050" dirty="0">
                          <a:latin typeface="+mn-lt"/>
                          <a:ea typeface="+mn-ea"/>
                          <a:cs typeface="+mn-ea"/>
                          <a:sym typeface="+mn-lt"/>
                        </a:rPr>
                        <a:t>Layout</a:t>
                      </a:r>
                      <a:r>
                        <a:rPr lang="zh-CN" altLang="en-US" sz="1050" dirty="0">
                          <a:latin typeface="+mn-lt"/>
                          <a:ea typeface="+mn-ea"/>
                          <a:cs typeface="+mn-ea"/>
                          <a:sym typeface="+mn-lt"/>
                        </a:rPr>
                        <a:t>工程师</a:t>
                      </a:r>
                    </a:p>
                  </a:txBody>
                  <a:tcPr anchor="ctr">
                    <a:lnL w="12700" cap="flat" cmpd="sng" algn="ctr">
                      <a:solidFill>
                        <a:schemeClr val="tx1">
                          <a:lumMod val="50000"/>
                          <a:lumOff val="50000"/>
                        </a:schemeClr>
                      </a:solidFill>
                      <a:prstDash val="solid"/>
                      <a:round/>
                      <a:headEnd type="none" w="med" len="med"/>
                      <a:tailEnd type="none" w="med" len="med"/>
                    </a:lnL>
                    <a:lnR w="12700" cap="flat" cmpd="sng" algn="ctr">
                      <a:solidFill>
                        <a:schemeClr val="tx1">
                          <a:lumMod val="50000"/>
                          <a:lumOff val="50000"/>
                        </a:schemeClr>
                      </a:solidFill>
                      <a:prstDash val="solid"/>
                      <a:round/>
                      <a:headEnd type="none" w="med" len="med"/>
                      <a:tailEnd type="none" w="med" len="med"/>
                    </a:lnR>
                    <a:lnT w="12700" cap="flat" cmpd="sng" algn="ctr">
                      <a:solidFill>
                        <a:schemeClr val="tx1">
                          <a:lumMod val="50000"/>
                          <a:lumOff val="50000"/>
                        </a:schemeClr>
                      </a:solidFill>
                      <a:prstDash val="solid"/>
                      <a:round/>
                      <a:headEnd type="none" w="med" len="med"/>
                      <a:tailEnd type="none" w="med" len="med"/>
                    </a:lnT>
                    <a:lnB w="12700" cap="flat" cmpd="sng" algn="ctr">
                      <a:solidFill>
                        <a:schemeClr val="tx1">
                          <a:lumMod val="50000"/>
                          <a:lumOff val="50000"/>
                        </a:schemeClr>
                      </a:solidFill>
                      <a:prstDash val="solid"/>
                      <a:round/>
                      <a:headEnd type="none" w="med" len="med"/>
                      <a:tailEnd type="none" w="med" len="med"/>
                    </a:lnB>
                    <a:noFill/>
                  </a:tcPr>
                </a:tc>
                <a:tc>
                  <a:txBody>
                    <a:bodyPr/>
                    <a:lstStyle/>
                    <a:p>
                      <a:pPr marL="171450" indent="-171450" algn="l" defTabSz="914400" rtl="0" eaLnBrk="1" latinLnBrk="0" hangingPunct="1">
                        <a:buFont typeface="Arial" panose="020B0604020202020204" pitchFamily="34" charset="0"/>
                        <a:buChar char="•"/>
                      </a:pPr>
                      <a:r>
                        <a:rPr lang="zh-CN" altLang="en-US" sz="1050" kern="1200" dirty="0">
                          <a:solidFill>
                            <a:schemeClr val="tx1"/>
                          </a:solidFill>
                          <a:latin typeface="+mn-lt"/>
                          <a:ea typeface="+mn-ea"/>
                          <a:cs typeface="+mn-ea"/>
                          <a:sym typeface="+mn-lt"/>
                        </a:rPr>
                        <a:t>改版布线，</a:t>
                      </a:r>
                      <a:r>
                        <a:rPr lang="en-US" altLang="zh-CN" sz="1050" kern="1200" dirty="0">
                          <a:solidFill>
                            <a:schemeClr val="tx1"/>
                          </a:solidFill>
                          <a:latin typeface="+mn-lt"/>
                          <a:ea typeface="+mn-ea"/>
                          <a:cs typeface="+mn-ea"/>
                          <a:sym typeface="+mn-lt"/>
                        </a:rPr>
                        <a:t>Gerber</a:t>
                      </a:r>
                      <a:r>
                        <a:rPr lang="zh-CN" altLang="en-US" sz="1050" kern="1200" dirty="0">
                          <a:solidFill>
                            <a:schemeClr val="tx1"/>
                          </a:solidFill>
                          <a:latin typeface="+mn-lt"/>
                          <a:ea typeface="+mn-ea"/>
                          <a:cs typeface="+mn-ea"/>
                          <a:sym typeface="+mn-lt"/>
                        </a:rPr>
                        <a:t>文档发布</a:t>
                      </a:r>
                    </a:p>
                  </a:txBody>
                  <a:tcPr anchor="ctr">
                    <a:lnL w="12700" cap="flat" cmpd="sng" algn="ctr">
                      <a:solidFill>
                        <a:schemeClr val="tx1">
                          <a:lumMod val="50000"/>
                          <a:lumOff val="50000"/>
                        </a:schemeClr>
                      </a:solidFill>
                      <a:prstDash val="solid"/>
                      <a:round/>
                      <a:headEnd type="none" w="med" len="med"/>
                      <a:tailEnd type="none" w="med" len="med"/>
                    </a:lnL>
                    <a:lnR w="12700" cap="flat" cmpd="sng" algn="ctr">
                      <a:solidFill>
                        <a:schemeClr val="tx1">
                          <a:lumMod val="50000"/>
                          <a:lumOff val="50000"/>
                        </a:schemeClr>
                      </a:solidFill>
                      <a:prstDash val="solid"/>
                      <a:round/>
                      <a:headEnd type="none" w="med" len="med"/>
                      <a:tailEnd type="none" w="med" len="med"/>
                    </a:lnR>
                    <a:lnT w="12700" cap="flat" cmpd="sng" algn="ctr">
                      <a:solidFill>
                        <a:schemeClr val="tx1">
                          <a:lumMod val="50000"/>
                          <a:lumOff val="50000"/>
                        </a:schemeClr>
                      </a:solidFill>
                      <a:prstDash val="solid"/>
                      <a:round/>
                      <a:headEnd type="none" w="med" len="med"/>
                      <a:tailEnd type="none" w="med" len="med"/>
                    </a:lnT>
                    <a:lnB w="12700" cap="flat" cmpd="sng" algn="ctr">
                      <a:solidFill>
                        <a:schemeClr val="tx1">
                          <a:lumMod val="50000"/>
                          <a:lumOff val="50000"/>
                        </a:schemeClr>
                      </a:solidFill>
                      <a:prstDash val="solid"/>
                      <a:round/>
                      <a:headEnd type="none" w="med" len="med"/>
                      <a:tailEnd type="none" w="med" len="med"/>
                    </a:lnB>
                    <a:noFill/>
                  </a:tcPr>
                </a:tc>
                <a:tc>
                  <a:txBody>
                    <a:bodyPr/>
                    <a:lstStyle/>
                    <a:p>
                      <a:pPr marL="171450" marR="0" indent="-171450" algn="l" defTabSz="914400" rtl="0" eaLnBrk="1" fontAlgn="auto" latinLnBrk="0" hangingPunct="1">
                        <a:lnSpc>
                          <a:spcPct val="120000"/>
                        </a:lnSpc>
                        <a:spcBef>
                          <a:spcPts val="0"/>
                        </a:spcBef>
                        <a:spcAft>
                          <a:spcPts val="0"/>
                        </a:spcAft>
                        <a:buClrTx/>
                        <a:buSzTx/>
                        <a:buFont typeface="Arial" panose="020B0604020202020204" pitchFamily="34" charset="0"/>
                        <a:buChar char="•"/>
                        <a:tabLst/>
                        <a:defRPr/>
                      </a:pPr>
                      <a:r>
                        <a:rPr lang="en-US" altLang="zh-CN" sz="1050" u="none" strike="noStrike" kern="1200" dirty="0">
                          <a:solidFill>
                            <a:schemeClr val="dk1"/>
                          </a:solidFill>
                          <a:effectLst/>
                          <a:latin typeface="+mn-lt"/>
                          <a:ea typeface="+mn-ea"/>
                          <a:cs typeface="+mn-ea"/>
                          <a:sym typeface="+mn-lt"/>
                        </a:rPr>
                        <a:t>《BRD》《Gerber</a:t>
                      </a:r>
                      <a:r>
                        <a:rPr lang="zh-CN" altLang="en-US" sz="1050" u="none" strike="noStrike" kern="1200" dirty="0">
                          <a:solidFill>
                            <a:schemeClr val="dk1"/>
                          </a:solidFill>
                          <a:effectLst/>
                          <a:latin typeface="+mn-lt"/>
                          <a:ea typeface="+mn-ea"/>
                          <a:cs typeface="+mn-ea"/>
                          <a:sym typeface="+mn-lt"/>
                        </a:rPr>
                        <a:t>文件</a:t>
                      </a:r>
                      <a:r>
                        <a:rPr lang="en-US" altLang="zh-CN" sz="1050" u="none" strike="noStrike" kern="1200" dirty="0">
                          <a:solidFill>
                            <a:schemeClr val="dk1"/>
                          </a:solidFill>
                          <a:effectLst/>
                          <a:latin typeface="+mn-lt"/>
                          <a:ea typeface="+mn-ea"/>
                          <a:cs typeface="+mn-ea"/>
                          <a:sym typeface="+mn-lt"/>
                        </a:rPr>
                        <a:t>》</a:t>
                      </a:r>
                    </a:p>
                  </a:txBody>
                  <a:tcPr anchor="ctr">
                    <a:lnL w="12700" cap="flat" cmpd="sng" algn="ctr">
                      <a:solidFill>
                        <a:schemeClr val="tx1">
                          <a:lumMod val="50000"/>
                          <a:lumOff val="50000"/>
                        </a:schemeClr>
                      </a:solidFill>
                      <a:prstDash val="solid"/>
                      <a:round/>
                      <a:headEnd type="none" w="med" len="med"/>
                      <a:tailEnd type="none" w="med" len="med"/>
                    </a:lnL>
                    <a:lnR w="12700" cap="flat" cmpd="sng" algn="ctr">
                      <a:solidFill>
                        <a:schemeClr val="tx1">
                          <a:lumMod val="50000"/>
                          <a:lumOff val="50000"/>
                        </a:schemeClr>
                      </a:solidFill>
                      <a:prstDash val="solid"/>
                      <a:round/>
                      <a:headEnd type="none" w="med" len="med"/>
                      <a:tailEnd type="none" w="med" len="med"/>
                    </a:lnR>
                    <a:lnT w="12700" cap="flat" cmpd="sng" algn="ctr">
                      <a:solidFill>
                        <a:schemeClr val="tx1">
                          <a:lumMod val="50000"/>
                          <a:lumOff val="50000"/>
                        </a:schemeClr>
                      </a:solidFill>
                      <a:prstDash val="solid"/>
                      <a:round/>
                      <a:headEnd type="none" w="med" len="med"/>
                      <a:tailEnd type="none" w="med" len="med"/>
                    </a:lnT>
                    <a:lnB w="12700" cap="flat" cmpd="sng" algn="ctr">
                      <a:solidFill>
                        <a:schemeClr val="tx1">
                          <a:lumMod val="50000"/>
                          <a:lumOff val="50000"/>
                        </a:schemeClr>
                      </a:solidFill>
                      <a:prstDash val="solid"/>
                      <a:round/>
                      <a:headEnd type="none" w="med" len="med"/>
                      <a:tailEnd type="none" w="med" len="med"/>
                    </a:lnB>
                    <a:noFill/>
                  </a:tcPr>
                </a:tc>
                <a:extLst>
                  <a:ext uri="{0D108BD9-81ED-4DB2-BD59-A6C34878D82A}">
                    <a16:rowId xmlns:a16="http://schemas.microsoft.com/office/drawing/2014/main" xmlns="" val="1940346069"/>
                  </a:ext>
                </a:extLst>
              </a:tr>
              <a:tr h="308309">
                <a:tc>
                  <a:txBody>
                    <a:bodyPr/>
                    <a:lstStyle/>
                    <a:p>
                      <a:pPr algn="ctr"/>
                      <a:r>
                        <a:rPr lang="zh-CN" altLang="en-US" sz="1050" dirty="0">
                          <a:latin typeface="+mn-lt"/>
                          <a:ea typeface="+mn-ea"/>
                          <a:cs typeface="+mn-ea"/>
                          <a:sym typeface="+mn-lt"/>
                        </a:rPr>
                        <a:t>机构工程师</a:t>
                      </a:r>
                    </a:p>
                  </a:txBody>
                  <a:tcPr anchor="ctr">
                    <a:lnL w="12700" cap="flat" cmpd="sng" algn="ctr">
                      <a:solidFill>
                        <a:schemeClr val="tx1">
                          <a:lumMod val="50000"/>
                          <a:lumOff val="50000"/>
                        </a:schemeClr>
                      </a:solidFill>
                      <a:prstDash val="solid"/>
                      <a:round/>
                      <a:headEnd type="none" w="med" len="med"/>
                      <a:tailEnd type="none" w="med" len="med"/>
                    </a:lnL>
                    <a:lnR w="12700" cap="flat" cmpd="sng" algn="ctr">
                      <a:solidFill>
                        <a:schemeClr val="tx1">
                          <a:lumMod val="50000"/>
                          <a:lumOff val="50000"/>
                        </a:schemeClr>
                      </a:solidFill>
                      <a:prstDash val="solid"/>
                      <a:round/>
                      <a:headEnd type="none" w="med" len="med"/>
                      <a:tailEnd type="none" w="med" len="med"/>
                    </a:lnR>
                    <a:lnT w="12700" cap="flat" cmpd="sng" algn="ctr">
                      <a:solidFill>
                        <a:schemeClr val="tx1">
                          <a:lumMod val="50000"/>
                          <a:lumOff val="50000"/>
                        </a:schemeClr>
                      </a:solidFill>
                      <a:prstDash val="solid"/>
                      <a:round/>
                      <a:headEnd type="none" w="med" len="med"/>
                      <a:tailEnd type="none" w="med" len="med"/>
                    </a:lnT>
                    <a:lnB w="12700" cap="flat" cmpd="sng" algn="ctr">
                      <a:solidFill>
                        <a:schemeClr val="tx1">
                          <a:lumMod val="50000"/>
                          <a:lumOff val="50000"/>
                        </a:schemeClr>
                      </a:solidFill>
                      <a:prstDash val="solid"/>
                      <a:round/>
                      <a:headEnd type="none" w="med" len="med"/>
                      <a:tailEnd type="none" w="med" len="med"/>
                    </a:lnB>
                    <a:noFill/>
                  </a:tcPr>
                </a:tc>
                <a:tc>
                  <a:txBody>
                    <a:bodyPr/>
                    <a:lstStyle/>
                    <a:p>
                      <a:pPr marL="171450" indent="-171450" algn="l" defTabSz="914400" rtl="0" eaLnBrk="1" latinLnBrk="0" hangingPunct="1">
                        <a:buFont typeface="Arial" panose="020B0604020202020204" pitchFamily="34" charset="0"/>
                        <a:buChar char="•"/>
                      </a:pPr>
                      <a:r>
                        <a:rPr lang="zh-CN" altLang="en-US" sz="1050" kern="1200" dirty="0">
                          <a:solidFill>
                            <a:schemeClr val="tx1"/>
                          </a:solidFill>
                          <a:latin typeface="+mn-lt"/>
                          <a:ea typeface="+mn-ea"/>
                          <a:cs typeface="+mn-ea"/>
                          <a:sym typeface="+mn-lt"/>
                        </a:rPr>
                        <a:t>评估</a:t>
                      </a:r>
                      <a:r>
                        <a:rPr lang="en-US" altLang="zh-CN" sz="1050" kern="1200" dirty="0">
                          <a:solidFill>
                            <a:schemeClr val="tx1"/>
                          </a:solidFill>
                          <a:latin typeface="+mn-lt"/>
                          <a:ea typeface="+mn-ea"/>
                          <a:cs typeface="+mn-ea"/>
                          <a:sym typeface="+mn-lt"/>
                        </a:rPr>
                        <a:t>bug</a:t>
                      </a:r>
                      <a:r>
                        <a:rPr lang="zh-CN" altLang="en-US" sz="1050" kern="1200" dirty="0">
                          <a:solidFill>
                            <a:schemeClr val="tx1"/>
                          </a:solidFill>
                          <a:latin typeface="+mn-lt"/>
                          <a:ea typeface="+mn-ea"/>
                          <a:cs typeface="+mn-ea"/>
                          <a:sym typeface="+mn-lt"/>
                        </a:rPr>
                        <a:t>及各组改版意见进行机构图档改版</a:t>
                      </a:r>
                    </a:p>
                  </a:txBody>
                  <a:tcPr anchor="ctr">
                    <a:lnL w="12700" cap="flat" cmpd="sng" algn="ctr">
                      <a:solidFill>
                        <a:schemeClr val="tx1">
                          <a:lumMod val="50000"/>
                          <a:lumOff val="50000"/>
                        </a:schemeClr>
                      </a:solidFill>
                      <a:prstDash val="solid"/>
                      <a:round/>
                      <a:headEnd type="none" w="med" len="med"/>
                      <a:tailEnd type="none" w="med" len="med"/>
                    </a:lnL>
                    <a:lnR w="12700" cap="flat" cmpd="sng" algn="ctr">
                      <a:solidFill>
                        <a:schemeClr val="tx1">
                          <a:lumMod val="50000"/>
                          <a:lumOff val="50000"/>
                        </a:schemeClr>
                      </a:solidFill>
                      <a:prstDash val="solid"/>
                      <a:round/>
                      <a:headEnd type="none" w="med" len="med"/>
                      <a:tailEnd type="none" w="med" len="med"/>
                    </a:lnR>
                    <a:lnT w="12700" cap="flat" cmpd="sng" algn="ctr">
                      <a:solidFill>
                        <a:schemeClr val="tx1">
                          <a:lumMod val="50000"/>
                          <a:lumOff val="50000"/>
                        </a:schemeClr>
                      </a:solidFill>
                      <a:prstDash val="solid"/>
                      <a:round/>
                      <a:headEnd type="none" w="med" len="med"/>
                      <a:tailEnd type="none" w="med" len="med"/>
                    </a:lnT>
                    <a:lnB w="12700" cap="flat" cmpd="sng" algn="ctr">
                      <a:solidFill>
                        <a:schemeClr val="tx1">
                          <a:lumMod val="50000"/>
                          <a:lumOff val="50000"/>
                        </a:schemeClr>
                      </a:solidFill>
                      <a:prstDash val="solid"/>
                      <a:round/>
                      <a:headEnd type="none" w="med" len="med"/>
                      <a:tailEnd type="none" w="med" len="med"/>
                    </a:lnB>
                    <a:noFill/>
                  </a:tcPr>
                </a:tc>
                <a:tc>
                  <a:txBody>
                    <a:bodyPr/>
                    <a:lstStyle/>
                    <a:p>
                      <a:pPr marL="171450" marR="0" indent="-171450" algn="l" defTabSz="914400" rtl="0" eaLnBrk="1" fontAlgn="auto" latinLnBrk="0" hangingPunct="1">
                        <a:lnSpc>
                          <a:spcPct val="120000"/>
                        </a:lnSpc>
                        <a:spcBef>
                          <a:spcPts val="0"/>
                        </a:spcBef>
                        <a:spcAft>
                          <a:spcPts val="0"/>
                        </a:spcAft>
                        <a:buClrTx/>
                        <a:buSzTx/>
                        <a:buFont typeface="Arial" panose="020B0604020202020204" pitchFamily="34" charset="0"/>
                        <a:buChar char="•"/>
                        <a:tabLst/>
                        <a:defRPr/>
                      </a:pPr>
                      <a:r>
                        <a:rPr lang="en-US" altLang="zh-CN" sz="1050" u="none" strike="noStrike" kern="1200" dirty="0">
                          <a:solidFill>
                            <a:schemeClr val="dk1"/>
                          </a:solidFill>
                          <a:effectLst/>
                          <a:latin typeface="+mn-lt"/>
                          <a:ea typeface="+mn-ea"/>
                          <a:cs typeface="+mn-ea"/>
                          <a:sym typeface="+mn-lt"/>
                        </a:rPr>
                        <a:t>《</a:t>
                      </a:r>
                      <a:r>
                        <a:rPr lang="zh-CN" altLang="en-US" sz="1050" u="none" strike="noStrike" kern="1200" dirty="0">
                          <a:solidFill>
                            <a:schemeClr val="dk1"/>
                          </a:solidFill>
                          <a:effectLst/>
                          <a:latin typeface="+mn-lt"/>
                          <a:ea typeface="+mn-ea"/>
                          <a:cs typeface="+mn-ea"/>
                          <a:sym typeface="+mn-lt"/>
                        </a:rPr>
                        <a:t>结构</a:t>
                      </a:r>
                      <a:r>
                        <a:rPr lang="en-US" altLang="zh-CN" sz="1050" u="none" strike="noStrike" kern="1200" dirty="0">
                          <a:solidFill>
                            <a:schemeClr val="dk1"/>
                          </a:solidFill>
                          <a:effectLst/>
                          <a:latin typeface="+mn-lt"/>
                          <a:ea typeface="+mn-ea"/>
                          <a:cs typeface="+mn-ea"/>
                          <a:sym typeface="+mn-lt"/>
                        </a:rPr>
                        <a:t>3D</a:t>
                      </a:r>
                      <a:r>
                        <a:rPr lang="zh-CN" altLang="en-US" sz="1050" u="none" strike="noStrike" kern="1200" dirty="0">
                          <a:solidFill>
                            <a:schemeClr val="dk1"/>
                          </a:solidFill>
                          <a:effectLst/>
                          <a:latin typeface="+mn-lt"/>
                          <a:ea typeface="+mn-ea"/>
                          <a:cs typeface="+mn-ea"/>
                          <a:sym typeface="+mn-lt"/>
                        </a:rPr>
                        <a:t>文件</a:t>
                      </a:r>
                      <a:r>
                        <a:rPr lang="en-US" altLang="zh-CN" sz="1050" u="none" strike="noStrike" kern="1200" dirty="0">
                          <a:solidFill>
                            <a:schemeClr val="dk1"/>
                          </a:solidFill>
                          <a:effectLst/>
                          <a:latin typeface="+mn-lt"/>
                          <a:ea typeface="+mn-ea"/>
                          <a:cs typeface="+mn-ea"/>
                          <a:sym typeface="+mn-lt"/>
                        </a:rPr>
                        <a:t>》《</a:t>
                      </a:r>
                      <a:r>
                        <a:rPr lang="zh-CN" altLang="en-US" sz="1050" u="none" strike="noStrike" kern="1200" dirty="0">
                          <a:solidFill>
                            <a:schemeClr val="dk1"/>
                          </a:solidFill>
                          <a:effectLst/>
                          <a:latin typeface="+mn-lt"/>
                          <a:ea typeface="+mn-ea"/>
                          <a:cs typeface="+mn-ea"/>
                          <a:sym typeface="+mn-lt"/>
                        </a:rPr>
                        <a:t>结构布局图</a:t>
                      </a:r>
                      <a:r>
                        <a:rPr lang="en-US" altLang="zh-CN" sz="1050" u="none" strike="noStrike" kern="1200" dirty="0">
                          <a:solidFill>
                            <a:schemeClr val="dk1"/>
                          </a:solidFill>
                          <a:effectLst/>
                          <a:latin typeface="+mn-lt"/>
                          <a:ea typeface="+mn-ea"/>
                          <a:cs typeface="+mn-ea"/>
                          <a:sym typeface="+mn-lt"/>
                        </a:rPr>
                        <a:t>》《</a:t>
                      </a:r>
                      <a:r>
                        <a:rPr lang="zh-CN" altLang="en-US" sz="1050" u="none" strike="noStrike" kern="1200" dirty="0">
                          <a:solidFill>
                            <a:schemeClr val="dk1"/>
                          </a:solidFill>
                          <a:effectLst/>
                          <a:latin typeface="+mn-lt"/>
                          <a:ea typeface="+mn-ea"/>
                          <a:cs typeface="+mn-ea"/>
                          <a:sym typeface="+mn-lt"/>
                        </a:rPr>
                        <a:t>结构包装设计图</a:t>
                      </a:r>
                      <a:r>
                        <a:rPr lang="en-US" altLang="zh-CN" sz="1050" u="none" strike="noStrike" kern="1200" dirty="0">
                          <a:solidFill>
                            <a:schemeClr val="dk1"/>
                          </a:solidFill>
                          <a:effectLst/>
                          <a:latin typeface="+mn-lt"/>
                          <a:ea typeface="+mn-ea"/>
                          <a:cs typeface="+mn-ea"/>
                          <a:sym typeface="+mn-lt"/>
                        </a:rPr>
                        <a:t>》</a:t>
                      </a:r>
                    </a:p>
                  </a:txBody>
                  <a:tcPr anchor="ctr">
                    <a:lnL w="12700" cap="flat" cmpd="sng" algn="ctr">
                      <a:solidFill>
                        <a:schemeClr val="tx1">
                          <a:lumMod val="50000"/>
                          <a:lumOff val="50000"/>
                        </a:schemeClr>
                      </a:solidFill>
                      <a:prstDash val="solid"/>
                      <a:round/>
                      <a:headEnd type="none" w="med" len="med"/>
                      <a:tailEnd type="none" w="med" len="med"/>
                    </a:lnL>
                    <a:lnR w="12700" cap="flat" cmpd="sng" algn="ctr">
                      <a:solidFill>
                        <a:schemeClr val="tx1">
                          <a:lumMod val="50000"/>
                          <a:lumOff val="50000"/>
                        </a:schemeClr>
                      </a:solidFill>
                      <a:prstDash val="solid"/>
                      <a:round/>
                      <a:headEnd type="none" w="med" len="med"/>
                      <a:tailEnd type="none" w="med" len="med"/>
                    </a:lnR>
                    <a:lnT w="12700" cap="flat" cmpd="sng" algn="ctr">
                      <a:solidFill>
                        <a:schemeClr val="tx1">
                          <a:lumMod val="50000"/>
                          <a:lumOff val="50000"/>
                        </a:schemeClr>
                      </a:solidFill>
                      <a:prstDash val="solid"/>
                      <a:round/>
                      <a:headEnd type="none" w="med" len="med"/>
                      <a:tailEnd type="none" w="med" len="med"/>
                    </a:lnT>
                    <a:lnB w="12700" cap="flat" cmpd="sng" algn="ctr">
                      <a:solidFill>
                        <a:schemeClr val="tx1">
                          <a:lumMod val="50000"/>
                          <a:lumOff val="50000"/>
                        </a:schemeClr>
                      </a:solidFill>
                      <a:prstDash val="solid"/>
                      <a:round/>
                      <a:headEnd type="none" w="med" len="med"/>
                      <a:tailEnd type="none" w="med" len="med"/>
                    </a:lnB>
                    <a:noFill/>
                  </a:tcPr>
                </a:tc>
                <a:extLst>
                  <a:ext uri="{0D108BD9-81ED-4DB2-BD59-A6C34878D82A}">
                    <a16:rowId xmlns:a16="http://schemas.microsoft.com/office/drawing/2014/main" xmlns="" val="3923471605"/>
                  </a:ext>
                </a:extLst>
              </a:tr>
            </a:tbl>
          </a:graphicData>
        </a:graphic>
      </p:graphicFrame>
    </p:spTree>
    <p:extLst>
      <p:ext uri="{BB962C8B-B14F-4D97-AF65-F5344CB8AC3E}">
        <p14:creationId xmlns:p14="http://schemas.microsoft.com/office/powerpoint/2010/main" val="1735755418"/>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占位符 1"/>
          <p:cNvSpPr>
            <a:spLocks noGrp="1"/>
          </p:cNvSpPr>
          <p:nvPr>
            <p:ph type="body" sz="quarter" idx="13"/>
          </p:nvPr>
        </p:nvSpPr>
        <p:spPr/>
        <p:txBody>
          <a:bodyPr/>
          <a:lstStyle/>
          <a:p>
            <a:r>
              <a:rPr lang="en-US" altLang="zh-CN" dirty="0">
                <a:latin typeface="+mn-lt"/>
                <a:ea typeface="+mn-ea"/>
                <a:cs typeface="+mn-ea"/>
                <a:sym typeface="+mn-lt"/>
              </a:rPr>
              <a:t>DVT——</a:t>
            </a:r>
            <a:r>
              <a:rPr lang="zh-CN" altLang="en-US" dirty="0">
                <a:latin typeface="+mn-lt"/>
                <a:ea typeface="+mn-ea"/>
                <a:cs typeface="+mn-ea"/>
                <a:sym typeface="+mn-lt"/>
              </a:rPr>
              <a:t>重点岗位主要工作</a:t>
            </a:r>
          </a:p>
        </p:txBody>
      </p:sp>
      <p:graphicFrame>
        <p:nvGraphicFramePr>
          <p:cNvPr id="94" name="表格 93"/>
          <p:cNvGraphicFramePr>
            <a:graphicFrameLocks noGrp="1"/>
          </p:cNvGraphicFramePr>
          <p:nvPr>
            <p:extLst>
              <p:ext uri="{D42A27DB-BD31-4B8C-83A1-F6EECF244321}">
                <p14:modId xmlns:p14="http://schemas.microsoft.com/office/powerpoint/2010/main" val="1360577916"/>
              </p:ext>
            </p:extLst>
          </p:nvPr>
        </p:nvGraphicFramePr>
        <p:xfrm>
          <a:off x="323528" y="771550"/>
          <a:ext cx="8424936" cy="4091896"/>
        </p:xfrm>
        <a:graphic>
          <a:graphicData uri="http://schemas.openxmlformats.org/drawingml/2006/table">
            <a:tbl>
              <a:tblPr firstRow="1" bandRow="1">
                <a:tableStyleId>{21E4AEA4-8DFA-4A89-87EB-49C32662AFE0}</a:tableStyleId>
              </a:tblPr>
              <a:tblGrid>
                <a:gridCol w="1072264">
                  <a:extLst>
                    <a:ext uri="{9D8B030D-6E8A-4147-A177-3AD203B41FA5}">
                      <a16:colId xmlns:a16="http://schemas.microsoft.com/office/drawing/2014/main" xmlns="" val="1503978168"/>
                    </a:ext>
                  </a:extLst>
                </a:gridCol>
                <a:gridCol w="1761578">
                  <a:extLst>
                    <a:ext uri="{9D8B030D-6E8A-4147-A177-3AD203B41FA5}">
                      <a16:colId xmlns:a16="http://schemas.microsoft.com/office/drawing/2014/main" xmlns="" val="773509366"/>
                    </a:ext>
                  </a:extLst>
                </a:gridCol>
                <a:gridCol w="2067939">
                  <a:extLst>
                    <a:ext uri="{9D8B030D-6E8A-4147-A177-3AD203B41FA5}">
                      <a16:colId xmlns:a16="http://schemas.microsoft.com/office/drawing/2014/main" xmlns="" val="1193865247"/>
                    </a:ext>
                  </a:extLst>
                </a:gridCol>
                <a:gridCol w="3523155">
                  <a:extLst>
                    <a:ext uri="{9D8B030D-6E8A-4147-A177-3AD203B41FA5}">
                      <a16:colId xmlns:a16="http://schemas.microsoft.com/office/drawing/2014/main" xmlns="" val="869367937"/>
                    </a:ext>
                  </a:extLst>
                </a:gridCol>
              </a:tblGrid>
              <a:tr h="320036">
                <a:tc>
                  <a:txBody>
                    <a:bodyPr/>
                    <a:lstStyle/>
                    <a:p>
                      <a:pPr algn="ctr"/>
                      <a:r>
                        <a:rPr lang="zh-CN" altLang="en-US" sz="1400" dirty="0">
                          <a:latin typeface="+mn-lt"/>
                          <a:ea typeface="+mn-ea"/>
                          <a:cs typeface="+mn-ea"/>
                          <a:sym typeface="+mn-lt"/>
                        </a:rPr>
                        <a:t>岗位名称</a:t>
                      </a:r>
                    </a:p>
                  </a:txBody>
                  <a:tcPr>
                    <a:lnL w="12700" cap="flat" cmpd="sng" algn="ctr">
                      <a:solidFill>
                        <a:schemeClr val="tx1">
                          <a:lumMod val="50000"/>
                          <a:lumOff val="50000"/>
                        </a:schemeClr>
                      </a:solidFill>
                      <a:prstDash val="solid"/>
                      <a:round/>
                      <a:headEnd type="none" w="med" len="med"/>
                      <a:tailEnd type="none" w="med" len="med"/>
                    </a:lnL>
                    <a:lnR w="12700" cap="flat" cmpd="sng" algn="ctr">
                      <a:solidFill>
                        <a:schemeClr val="tx1">
                          <a:lumMod val="50000"/>
                          <a:lumOff val="50000"/>
                        </a:schemeClr>
                      </a:solidFill>
                      <a:prstDash val="solid"/>
                      <a:round/>
                      <a:headEnd type="none" w="med" len="med"/>
                      <a:tailEnd type="none" w="med" len="med"/>
                    </a:lnR>
                    <a:lnT w="12700" cap="flat" cmpd="sng" algn="ctr">
                      <a:solidFill>
                        <a:schemeClr val="tx1">
                          <a:lumMod val="50000"/>
                          <a:lumOff val="50000"/>
                        </a:schemeClr>
                      </a:solidFill>
                      <a:prstDash val="solid"/>
                      <a:round/>
                      <a:headEnd type="none" w="med" len="med"/>
                      <a:tailEnd type="none" w="med" len="med"/>
                    </a:lnT>
                    <a:lnB w="12700" cap="flat" cmpd="sng" algn="ctr">
                      <a:solidFill>
                        <a:schemeClr val="tx1">
                          <a:lumMod val="50000"/>
                          <a:lumOff val="50000"/>
                        </a:schemeClr>
                      </a:solidFill>
                      <a:prstDash val="solid"/>
                      <a:round/>
                      <a:headEnd type="none" w="med" len="med"/>
                      <a:tailEnd type="none" w="med" len="med"/>
                    </a:lnB>
                    <a:solidFill>
                      <a:srgbClr val="AD2830"/>
                    </a:solidFill>
                  </a:tcPr>
                </a:tc>
                <a:tc>
                  <a:txBody>
                    <a:bodyPr/>
                    <a:lstStyle/>
                    <a:p>
                      <a:pPr algn="ctr"/>
                      <a:r>
                        <a:rPr lang="zh-CN" altLang="en-US" sz="1400" dirty="0">
                          <a:latin typeface="+mn-lt"/>
                          <a:ea typeface="+mn-ea"/>
                          <a:cs typeface="+mn-ea"/>
                          <a:sym typeface="+mn-lt"/>
                        </a:rPr>
                        <a:t>工作内容</a:t>
                      </a:r>
                    </a:p>
                  </a:txBody>
                  <a:tcPr>
                    <a:lnL w="12700" cap="flat" cmpd="sng" algn="ctr">
                      <a:solidFill>
                        <a:schemeClr val="tx1">
                          <a:lumMod val="50000"/>
                          <a:lumOff val="50000"/>
                        </a:schemeClr>
                      </a:solidFill>
                      <a:prstDash val="solid"/>
                      <a:round/>
                      <a:headEnd type="none" w="med" len="med"/>
                      <a:tailEnd type="none" w="med" len="med"/>
                    </a:lnL>
                    <a:lnR w="12700" cap="flat" cmpd="sng" algn="ctr">
                      <a:solidFill>
                        <a:schemeClr val="tx1">
                          <a:lumMod val="50000"/>
                          <a:lumOff val="50000"/>
                        </a:schemeClr>
                      </a:solidFill>
                      <a:prstDash val="solid"/>
                      <a:round/>
                      <a:headEnd type="none" w="med" len="med"/>
                      <a:tailEnd type="none" w="med" len="med"/>
                    </a:lnR>
                    <a:lnT w="12700" cap="flat" cmpd="sng" algn="ctr">
                      <a:solidFill>
                        <a:schemeClr val="tx1">
                          <a:lumMod val="50000"/>
                          <a:lumOff val="50000"/>
                        </a:schemeClr>
                      </a:solidFill>
                      <a:prstDash val="solid"/>
                      <a:round/>
                      <a:headEnd type="none" w="med" len="med"/>
                      <a:tailEnd type="none" w="med" len="med"/>
                    </a:lnT>
                    <a:lnB w="12700" cap="flat" cmpd="sng" algn="ctr">
                      <a:solidFill>
                        <a:schemeClr val="tx1">
                          <a:lumMod val="50000"/>
                          <a:lumOff val="50000"/>
                        </a:schemeClr>
                      </a:solidFill>
                      <a:prstDash val="solid"/>
                      <a:round/>
                      <a:headEnd type="none" w="med" len="med"/>
                      <a:tailEnd type="none" w="med" len="med"/>
                    </a:lnB>
                    <a:solidFill>
                      <a:srgbClr val="AD2830"/>
                    </a:solidFill>
                  </a:tcPr>
                </a:tc>
                <a:tc>
                  <a:txBody>
                    <a:bodyPr/>
                    <a:lstStyle/>
                    <a:p>
                      <a:pPr algn="ctr"/>
                      <a:r>
                        <a:rPr lang="zh-CN" altLang="en-US" sz="1400" dirty="0">
                          <a:latin typeface="+mn-lt"/>
                          <a:ea typeface="+mn-ea"/>
                          <a:cs typeface="+mn-ea"/>
                          <a:sym typeface="+mn-lt"/>
                        </a:rPr>
                        <a:t>参与人</a:t>
                      </a:r>
                    </a:p>
                  </a:txBody>
                  <a:tcPr>
                    <a:lnL w="12700" cap="flat" cmpd="sng" algn="ctr">
                      <a:solidFill>
                        <a:schemeClr val="tx1">
                          <a:lumMod val="50000"/>
                          <a:lumOff val="50000"/>
                        </a:schemeClr>
                      </a:solidFill>
                      <a:prstDash val="solid"/>
                      <a:round/>
                      <a:headEnd type="none" w="med" len="med"/>
                      <a:tailEnd type="none" w="med" len="med"/>
                    </a:lnL>
                    <a:lnR w="12700" cap="flat" cmpd="sng" algn="ctr">
                      <a:solidFill>
                        <a:schemeClr val="tx1">
                          <a:lumMod val="50000"/>
                          <a:lumOff val="50000"/>
                        </a:schemeClr>
                      </a:solidFill>
                      <a:prstDash val="solid"/>
                      <a:round/>
                      <a:headEnd type="none" w="med" len="med"/>
                      <a:tailEnd type="none" w="med" len="med"/>
                    </a:lnR>
                    <a:lnT w="12700" cap="flat" cmpd="sng" algn="ctr">
                      <a:solidFill>
                        <a:schemeClr val="tx1">
                          <a:lumMod val="50000"/>
                          <a:lumOff val="50000"/>
                        </a:schemeClr>
                      </a:solidFill>
                      <a:prstDash val="solid"/>
                      <a:round/>
                      <a:headEnd type="none" w="med" len="med"/>
                      <a:tailEnd type="none" w="med" len="med"/>
                    </a:lnT>
                    <a:lnB w="12700" cap="flat" cmpd="sng" algn="ctr">
                      <a:solidFill>
                        <a:schemeClr val="tx1">
                          <a:lumMod val="50000"/>
                          <a:lumOff val="50000"/>
                        </a:schemeClr>
                      </a:solidFill>
                      <a:prstDash val="solid"/>
                      <a:round/>
                      <a:headEnd type="none" w="med" len="med"/>
                      <a:tailEnd type="none" w="med" len="med"/>
                    </a:lnB>
                    <a:solidFill>
                      <a:srgbClr val="AD2830"/>
                    </a:solidFill>
                  </a:tcPr>
                </a:tc>
                <a:tc>
                  <a:txBody>
                    <a:bodyPr/>
                    <a:lstStyle/>
                    <a:p>
                      <a:pPr algn="ctr"/>
                      <a:r>
                        <a:rPr lang="zh-CN" altLang="en-US" sz="1400" dirty="0">
                          <a:latin typeface="+mn-lt"/>
                          <a:ea typeface="+mn-ea"/>
                          <a:cs typeface="+mn-ea"/>
                          <a:sym typeface="+mn-lt"/>
                        </a:rPr>
                        <a:t>输出物</a:t>
                      </a:r>
                    </a:p>
                  </a:txBody>
                  <a:tcPr>
                    <a:lnL w="12700" cap="flat" cmpd="sng" algn="ctr">
                      <a:solidFill>
                        <a:schemeClr val="tx1">
                          <a:lumMod val="50000"/>
                          <a:lumOff val="50000"/>
                        </a:schemeClr>
                      </a:solidFill>
                      <a:prstDash val="solid"/>
                      <a:round/>
                      <a:headEnd type="none" w="med" len="med"/>
                      <a:tailEnd type="none" w="med" len="med"/>
                    </a:lnL>
                    <a:lnR w="12700" cap="flat" cmpd="sng" algn="ctr">
                      <a:solidFill>
                        <a:schemeClr val="tx1">
                          <a:lumMod val="50000"/>
                          <a:lumOff val="50000"/>
                        </a:schemeClr>
                      </a:solidFill>
                      <a:prstDash val="solid"/>
                      <a:round/>
                      <a:headEnd type="none" w="med" len="med"/>
                      <a:tailEnd type="none" w="med" len="med"/>
                    </a:lnR>
                    <a:lnT w="12700" cap="flat" cmpd="sng" algn="ctr">
                      <a:solidFill>
                        <a:schemeClr val="tx1">
                          <a:lumMod val="50000"/>
                          <a:lumOff val="50000"/>
                        </a:schemeClr>
                      </a:solidFill>
                      <a:prstDash val="solid"/>
                      <a:round/>
                      <a:headEnd type="none" w="med" len="med"/>
                      <a:tailEnd type="none" w="med" len="med"/>
                    </a:lnT>
                    <a:lnB w="12700" cap="flat" cmpd="sng" algn="ctr">
                      <a:solidFill>
                        <a:schemeClr val="tx1">
                          <a:lumMod val="50000"/>
                          <a:lumOff val="50000"/>
                        </a:schemeClr>
                      </a:solidFill>
                      <a:prstDash val="solid"/>
                      <a:round/>
                      <a:headEnd type="none" w="med" len="med"/>
                      <a:tailEnd type="none" w="med" len="med"/>
                    </a:lnB>
                    <a:solidFill>
                      <a:srgbClr val="AD2830"/>
                    </a:solidFill>
                  </a:tcPr>
                </a:tc>
                <a:extLst>
                  <a:ext uri="{0D108BD9-81ED-4DB2-BD59-A6C34878D82A}">
                    <a16:rowId xmlns:a16="http://schemas.microsoft.com/office/drawing/2014/main" xmlns="" val="3162067804"/>
                  </a:ext>
                </a:extLst>
              </a:tr>
              <a:tr h="544060">
                <a:tc rowSpan="6">
                  <a:txBody>
                    <a:bodyPr/>
                    <a:lstStyle/>
                    <a:p>
                      <a:pPr algn="ctr"/>
                      <a:r>
                        <a:rPr lang="zh-CN" altLang="en-US" sz="1050" dirty="0">
                          <a:latin typeface="+mn-lt"/>
                          <a:ea typeface="+mn-ea"/>
                          <a:cs typeface="+mn-ea"/>
                          <a:sym typeface="+mn-lt"/>
                        </a:rPr>
                        <a:t>项目经理</a:t>
                      </a:r>
                    </a:p>
                  </a:txBody>
                  <a:tcPr anchor="ctr">
                    <a:lnL w="12700" cap="flat" cmpd="sng" algn="ctr">
                      <a:solidFill>
                        <a:schemeClr val="tx1">
                          <a:lumMod val="50000"/>
                          <a:lumOff val="50000"/>
                        </a:schemeClr>
                      </a:solidFill>
                      <a:prstDash val="solid"/>
                      <a:round/>
                      <a:headEnd type="none" w="med" len="med"/>
                      <a:tailEnd type="none" w="med" len="med"/>
                    </a:lnL>
                    <a:lnR w="12700" cap="flat" cmpd="sng" algn="ctr">
                      <a:solidFill>
                        <a:schemeClr val="tx1">
                          <a:lumMod val="50000"/>
                          <a:lumOff val="50000"/>
                        </a:schemeClr>
                      </a:solidFill>
                      <a:prstDash val="solid"/>
                      <a:round/>
                      <a:headEnd type="none" w="med" len="med"/>
                      <a:tailEnd type="none" w="med" len="med"/>
                    </a:lnR>
                    <a:lnT w="12700" cap="flat" cmpd="sng" algn="ctr">
                      <a:solidFill>
                        <a:schemeClr val="tx1">
                          <a:lumMod val="50000"/>
                          <a:lumOff val="50000"/>
                        </a:schemeClr>
                      </a:solidFill>
                      <a:prstDash val="solid"/>
                      <a:round/>
                      <a:headEnd type="none" w="med" len="med"/>
                      <a:tailEnd type="none" w="med" len="med"/>
                    </a:lnT>
                    <a:lnB w="12700" cap="flat" cmpd="sng" algn="ctr">
                      <a:solidFill>
                        <a:schemeClr val="tx1">
                          <a:lumMod val="50000"/>
                          <a:lumOff val="50000"/>
                        </a:schemeClr>
                      </a:solidFill>
                      <a:prstDash val="solid"/>
                      <a:round/>
                      <a:headEnd type="none" w="med" len="med"/>
                      <a:tailEnd type="none" w="med" len="med"/>
                    </a:lnB>
                    <a:noFill/>
                  </a:tcPr>
                </a:tc>
                <a:tc>
                  <a:txBody>
                    <a:bodyPr/>
                    <a:lstStyle/>
                    <a:p>
                      <a:r>
                        <a:rPr lang="zh-CN" altLang="en-US" sz="1050" dirty="0">
                          <a:latin typeface="+mn-lt"/>
                          <a:ea typeface="+mn-ea"/>
                          <a:cs typeface="+mn-ea"/>
                          <a:sym typeface="+mn-lt"/>
                        </a:rPr>
                        <a:t>组织机构安装评审</a:t>
                      </a:r>
                    </a:p>
                  </a:txBody>
                  <a:tcPr anchor="ctr">
                    <a:lnL w="12700" cap="flat" cmpd="sng" algn="ctr">
                      <a:solidFill>
                        <a:schemeClr val="tx1">
                          <a:lumMod val="50000"/>
                          <a:lumOff val="50000"/>
                        </a:schemeClr>
                      </a:solidFill>
                      <a:prstDash val="solid"/>
                      <a:round/>
                      <a:headEnd type="none" w="med" len="med"/>
                      <a:tailEnd type="none" w="med" len="med"/>
                    </a:lnL>
                    <a:lnR w="12700" cap="flat" cmpd="sng" algn="ctr">
                      <a:solidFill>
                        <a:schemeClr val="tx1">
                          <a:lumMod val="50000"/>
                          <a:lumOff val="50000"/>
                        </a:schemeClr>
                      </a:solidFill>
                      <a:prstDash val="solid"/>
                      <a:round/>
                      <a:headEnd type="none" w="med" len="med"/>
                      <a:tailEnd type="none" w="med" len="med"/>
                    </a:lnR>
                    <a:lnT w="12700" cap="flat" cmpd="sng" algn="ctr">
                      <a:solidFill>
                        <a:schemeClr val="tx1">
                          <a:lumMod val="50000"/>
                          <a:lumOff val="50000"/>
                        </a:schemeClr>
                      </a:solidFill>
                      <a:prstDash val="solid"/>
                      <a:round/>
                      <a:headEnd type="none" w="med" len="med"/>
                      <a:tailEnd type="none" w="med" len="med"/>
                    </a:lnT>
                    <a:lnB w="12700" cap="flat" cmpd="sng" algn="ctr">
                      <a:solidFill>
                        <a:schemeClr val="tx1">
                          <a:lumMod val="50000"/>
                          <a:lumOff val="50000"/>
                        </a:schemeClr>
                      </a:solidFill>
                      <a:prstDash val="solid"/>
                      <a:round/>
                      <a:headEnd type="none" w="med" len="med"/>
                      <a:tailEnd type="none" w="med" len="med"/>
                    </a:lnB>
                    <a:noFill/>
                  </a:tcPr>
                </a:tc>
                <a:tc>
                  <a:txBody>
                    <a:bodyPr/>
                    <a:lstStyle/>
                    <a:p>
                      <a:r>
                        <a:rPr lang="zh-CN" altLang="en-US" sz="1050" dirty="0">
                          <a:latin typeface="+mn-lt"/>
                          <a:ea typeface="+mn-ea"/>
                          <a:cs typeface="+mn-ea"/>
                          <a:sym typeface="+mn-lt"/>
                        </a:rPr>
                        <a:t>产线、解决方案、技术支持、品质管理、项目组关键角色</a:t>
                      </a:r>
                      <a:endParaRPr lang="zh-CN" altLang="en-US" sz="1050" dirty="0">
                        <a:solidFill>
                          <a:schemeClr val="tx1"/>
                        </a:solidFill>
                        <a:latin typeface="+mn-lt"/>
                        <a:ea typeface="+mn-ea"/>
                        <a:cs typeface="+mn-ea"/>
                        <a:sym typeface="+mn-lt"/>
                      </a:endParaRPr>
                    </a:p>
                  </a:txBody>
                  <a:tcPr anchor="ctr">
                    <a:lnL w="12700" cap="flat" cmpd="sng" algn="ctr">
                      <a:solidFill>
                        <a:schemeClr val="tx1">
                          <a:lumMod val="50000"/>
                          <a:lumOff val="50000"/>
                        </a:schemeClr>
                      </a:solidFill>
                      <a:prstDash val="solid"/>
                      <a:round/>
                      <a:headEnd type="none" w="med" len="med"/>
                      <a:tailEnd type="none" w="med" len="med"/>
                    </a:lnL>
                    <a:lnR w="12700" cap="flat" cmpd="sng" algn="ctr">
                      <a:solidFill>
                        <a:schemeClr val="tx1">
                          <a:lumMod val="50000"/>
                          <a:lumOff val="50000"/>
                        </a:schemeClr>
                      </a:solidFill>
                      <a:prstDash val="solid"/>
                      <a:round/>
                      <a:headEnd type="none" w="med" len="med"/>
                      <a:tailEnd type="none" w="med" len="med"/>
                    </a:lnR>
                    <a:lnT w="12700" cap="flat" cmpd="sng" algn="ctr">
                      <a:solidFill>
                        <a:schemeClr val="tx1">
                          <a:lumMod val="50000"/>
                          <a:lumOff val="50000"/>
                        </a:schemeClr>
                      </a:solidFill>
                      <a:prstDash val="solid"/>
                      <a:round/>
                      <a:headEnd type="none" w="med" len="med"/>
                      <a:tailEnd type="none" w="med" len="med"/>
                    </a:lnT>
                    <a:lnB w="12700" cap="flat" cmpd="sng" algn="ctr">
                      <a:solidFill>
                        <a:schemeClr val="tx1">
                          <a:lumMod val="50000"/>
                          <a:lumOff val="50000"/>
                        </a:schemeClr>
                      </a:solidFill>
                      <a:prstDash val="solid"/>
                      <a:round/>
                      <a:headEnd type="none" w="med" len="med"/>
                      <a:tailEnd type="none" w="med" len="med"/>
                    </a:lnB>
                    <a:noFill/>
                  </a:tcPr>
                </a:tc>
                <a:tc>
                  <a:txBody>
                    <a:bodyPr/>
                    <a:lstStyle/>
                    <a:p>
                      <a:pPr marL="171450" marR="0" indent="-171450" algn="l" defTabSz="914400" rtl="0" eaLnBrk="1" fontAlgn="auto" latinLnBrk="0" hangingPunct="1">
                        <a:lnSpc>
                          <a:spcPct val="120000"/>
                        </a:lnSpc>
                        <a:spcBef>
                          <a:spcPts val="0"/>
                        </a:spcBef>
                        <a:spcAft>
                          <a:spcPts val="0"/>
                        </a:spcAft>
                        <a:buClrTx/>
                        <a:buSzTx/>
                        <a:buFont typeface="Arial" panose="020B0604020202020204" pitchFamily="34" charset="0"/>
                        <a:buChar char="•"/>
                        <a:tabLst/>
                        <a:defRPr/>
                      </a:pPr>
                      <a:r>
                        <a:rPr lang="en-US" altLang="zh-CN" sz="1050" u="none" strike="noStrike" kern="1200" dirty="0">
                          <a:solidFill>
                            <a:schemeClr val="dk1"/>
                          </a:solidFill>
                          <a:effectLst/>
                          <a:latin typeface="+mn-lt"/>
                          <a:ea typeface="+mn-ea"/>
                          <a:cs typeface="+mn-ea"/>
                          <a:sym typeface="+mn-lt"/>
                        </a:rPr>
                        <a:t>《</a:t>
                      </a:r>
                      <a:r>
                        <a:rPr lang="zh-CN" altLang="en-US" sz="1050" u="none" strike="noStrike" kern="1200" dirty="0">
                          <a:solidFill>
                            <a:schemeClr val="dk1"/>
                          </a:solidFill>
                          <a:effectLst/>
                          <a:latin typeface="+mn-lt"/>
                          <a:ea typeface="+mn-ea"/>
                          <a:cs typeface="+mn-ea"/>
                          <a:sym typeface="+mn-lt"/>
                        </a:rPr>
                        <a:t>机构安装评审签到表</a:t>
                      </a:r>
                      <a:r>
                        <a:rPr lang="en-US" altLang="zh-CN" sz="1050" u="none" strike="noStrike" kern="1200" dirty="0">
                          <a:solidFill>
                            <a:schemeClr val="dk1"/>
                          </a:solidFill>
                          <a:effectLst/>
                          <a:latin typeface="+mn-lt"/>
                          <a:ea typeface="+mn-ea"/>
                          <a:cs typeface="+mn-ea"/>
                          <a:sym typeface="+mn-lt"/>
                        </a:rPr>
                        <a:t>》</a:t>
                      </a:r>
                    </a:p>
                    <a:p>
                      <a:pPr marL="171450" marR="0" indent="-171450" algn="l" defTabSz="914400" rtl="0" eaLnBrk="1" fontAlgn="auto" latinLnBrk="0" hangingPunct="1">
                        <a:lnSpc>
                          <a:spcPct val="120000"/>
                        </a:lnSpc>
                        <a:spcBef>
                          <a:spcPts val="0"/>
                        </a:spcBef>
                        <a:spcAft>
                          <a:spcPts val="0"/>
                        </a:spcAft>
                        <a:buClrTx/>
                        <a:buSzTx/>
                        <a:buFont typeface="Arial" panose="020B0604020202020204" pitchFamily="34" charset="0"/>
                        <a:buChar char="•"/>
                        <a:tabLst/>
                        <a:defRPr/>
                      </a:pPr>
                      <a:r>
                        <a:rPr lang="en-US" altLang="zh-CN" sz="1050" u="none" strike="noStrike" kern="1200" dirty="0">
                          <a:solidFill>
                            <a:schemeClr val="dk1"/>
                          </a:solidFill>
                          <a:effectLst/>
                          <a:latin typeface="+mn-lt"/>
                          <a:ea typeface="+mn-ea"/>
                          <a:cs typeface="+mn-ea"/>
                          <a:sym typeface="+mn-lt"/>
                        </a:rPr>
                        <a:t>   Bug</a:t>
                      </a:r>
                      <a:r>
                        <a:rPr lang="zh-CN" altLang="en-US" sz="1050" u="none" strike="noStrike" kern="1200" dirty="0">
                          <a:solidFill>
                            <a:schemeClr val="dk1"/>
                          </a:solidFill>
                          <a:effectLst/>
                          <a:latin typeface="+mn-lt"/>
                          <a:ea typeface="+mn-ea"/>
                          <a:cs typeface="+mn-ea"/>
                          <a:sym typeface="+mn-lt"/>
                        </a:rPr>
                        <a:t>提交（问题提出人）</a:t>
                      </a:r>
                    </a:p>
                  </a:txBody>
                  <a:tcPr anchor="ctr">
                    <a:lnL w="12700" cap="flat" cmpd="sng" algn="ctr">
                      <a:solidFill>
                        <a:schemeClr val="tx1">
                          <a:lumMod val="50000"/>
                          <a:lumOff val="50000"/>
                        </a:schemeClr>
                      </a:solidFill>
                      <a:prstDash val="solid"/>
                      <a:round/>
                      <a:headEnd type="none" w="med" len="med"/>
                      <a:tailEnd type="none" w="med" len="med"/>
                    </a:lnL>
                    <a:lnR w="12700" cap="flat" cmpd="sng" algn="ctr">
                      <a:solidFill>
                        <a:schemeClr val="tx1">
                          <a:lumMod val="50000"/>
                          <a:lumOff val="50000"/>
                        </a:schemeClr>
                      </a:solidFill>
                      <a:prstDash val="solid"/>
                      <a:round/>
                      <a:headEnd type="none" w="med" len="med"/>
                      <a:tailEnd type="none" w="med" len="med"/>
                    </a:lnR>
                    <a:lnT w="12700" cap="flat" cmpd="sng" algn="ctr">
                      <a:solidFill>
                        <a:schemeClr val="tx1">
                          <a:lumMod val="50000"/>
                          <a:lumOff val="50000"/>
                        </a:schemeClr>
                      </a:solidFill>
                      <a:prstDash val="solid"/>
                      <a:round/>
                      <a:headEnd type="none" w="med" len="med"/>
                      <a:tailEnd type="none" w="med" len="med"/>
                    </a:lnT>
                    <a:lnB w="12700" cap="flat" cmpd="sng" algn="ctr">
                      <a:solidFill>
                        <a:schemeClr val="tx1">
                          <a:lumMod val="50000"/>
                          <a:lumOff val="50000"/>
                        </a:schemeClr>
                      </a:solidFill>
                      <a:prstDash val="solid"/>
                      <a:round/>
                      <a:headEnd type="none" w="med" len="med"/>
                      <a:tailEnd type="none" w="med" len="med"/>
                    </a:lnB>
                    <a:noFill/>
                  </a:tcPr>
                </a:tc>
                <a:extLst>
                  <a:ext uri="{0D108BD9-81ED-4DB2-BD59-A6C34878D82A}">
                    <a16:rowId xmlns:a16="http://schemas.microsoft.com/office/drawing/2014/main" xmlns="" val="2982289352"/>
                  </a:ext>
                </a:extLst>
              </a:tr>
              <a:tr h="544060">
                <a:tc vMerge="1">
                  <a:txBody>
                    <a:bodyPr/>
                    <a:lstStyle/>
                    <a:p>
                      <a:pPr algn="ctr"/>
                      <a:endParaRPr lang="zh-CN" altLang="en-US" sz="1100" dirty="0">
                        <a:latin typeface="+mn-ea"/>
                        <a:ea typeface="+mn-ea"/>
                      </a:endParaRPr>
                    </a:p>
                  </a:txBody>
                  <a:tcPr anchor="ctr">
                    <a:lnL w="12700" cap="flat" cmpd="sng" algn="ctr">
                      <a:solidFill>
                        <a:schemeClr val="tx1">
                          <a:lumMod val="50000"/>
                          <a:lumOff val="50000"/>
                        </a:schemeClr>
                      </a:solidFill>
                      <a:prstDash val="solid"/>
                      <a:round/>
                      <a:headEnd type="none" w="med" len="med"/>
                      <a:tailEnd type="none" w="med" len="med"/>
                    </a:lnL>
                    <a:lnR w="12700" cap="flat" cmpd="sng" algn="ctr">
                      <a:solidFill>
                        <a:schemeClr val="tx1">
                          <a:lumMod val="50000"/>
                          <a:lumOff val="50000"/>
                        </a:schemeClr>
                      </a:solidFill>
                      <a:prstDash val="solid"/>
                      <a:round/>
                      <a:headEnd type="none" w="med" len="med"/>
                      <a:tailEnd type="none" w="med" len="med"/>
                    </a:lnR>
                    <a:lnT w="12700" cap="flat" cmpd="sng" algn="ctr">
                      <a:solidFill>
                        <a:schemeClr val="tx1">
                          <a:lumMod val="50000"/>
                          <a:lumOff val="50000"/>
                        </a:schemeClr>
                      </a:solidFill>
                      <a:prstDash val="solid"/>
                      <a:round/>
                      <a:headEnd type="none" w="med" len="med"/>
                      <a:tailEnd type="none" w="med" len="med"/>
                    </a:lnT>
                    <a:lnB w="12700" cap="flat" cmpd="sng" algn="ctr">
                      <a:solidFill>
                        <a:schemeClr val="tx1">
                          <a:lumMod val="50000"/>
                          <a:lumOff val="50000"/>
                        </a:schemeClr>
                      </a:solidFill>
                      <a:prstDash val="solid"/>
                      <a:round/>
                      <a:headEnd type="none" w="med" len="med"/>
                      <a:tailEnd type="none" w="med" len="med"/>
                    </a:lnB>
                    <a:noFill/>
                  </a:tcPr>
                </a:tc>
                <a:tc>
                  <a:txBody>
                    <a:bodyPr/>
                    <a:lstStyle/>
                    <a:p>
                      <a:r>
                        <a:rPr lang="zh-CN" altLang="en-US" sz="1050" dirty="0">
                          <a:latin typeface="+mn-lt"/>
                          <a:ea typeface="+mn-ea"/>
                          <a:cs typeface="+mn-ea"/>
                          <a:sym typeface="+mn-lt"/>
                        </a:rPr>
                        <a:t>项目进展及状态跟踪</a:t>
                      </a:r>
                    </a:p>
                  </a:txBody>
                  <a:tcPr anchor="ctr">
                    <a:lnL w="12700" cap="flat" cmpd="sng" algn="ctr">
                      <a:solidFill>
                        <a:schemeClr val="tx1">
                          <a:lumMod val="50000"/>
                          <a:lumOff val="50000"/>
                        </a:schemeClr>
                      </a:solidFill>
                      <a:prstDash val="solid"/>
                      <a:round/>
                      <a:headEnd type="none" w="med" len="med"/>
                      <a:tailEnd type="none" w="med" len="med"/>
                    </a:lnL>
                    <a:lnR w="12700" cap="flat" cmpd="sng" algn="ctr">
                      <a:solidFill>
                        <a:schemeClr val="tx1">
                          <a:lumMod val="50000"/>
                          <a:lumOff val="50000"/>
                        </a:schemeClr>
                      </a:solidFill>
                      <a:prstDash val="solid"/>
                      <a:round/>
                      <a:headEnd type="none" w="med" len="med"/>
                      <a:tailEnd type="none" w="med" len="med"/>
                    </a:lnR>
                    <a:lnT w="12700" cap="flat" cmpd="sng" algn="ctr">
                      <a:solidFill>
                        <a:schemeClr val="tx1">
                          <a:lumMod val="50000"/>
                          <a:lumOff val="50000"/>
                        </a:schemeClr>
                      </a:solidFill>
                      <a:prstDash val="solid"/>
                      <a:round/>
                      <a:headEnd type="none" w="med" len="med"/>
                      <a:tailEnd type="none" w="med" len="med"/>
                    </a:lnT>
                    <a:lnB w="12700" cap="flat" cmpd="sng" algn="ctr">
                      <a:solidFill>
                        <a:schemeClr val="tx1">
                          <a:lumMod val="50000"/>
                          <a:lumOff val="50000"/>
                        </a:schemeClr>
                      </a:solidFill>
                      <a:prstDash val="solid"/>
                      <a:round/>
                      <a:headEnd type="none" w="med" len="med"/>
                      <a:tailEnd type="none" w="med" len="med"/>
                    </a:lnB>
                    <a:noFill/>
                  </a:tcPr>
                </a:tc>
                <a:tc>
                  <a:txBody>
                    <a:bodyPr/>
                    <a:lstStyle/>
                    <a:p>
                      <a:r>
                        <a:rPr lang="zh-CN" altLang="en-US" sz="1050" dirty="0">
                          <a:solidFill>
                            <a:schemeClr val="tx1"/>
                          </a:solidFill>
                          <a:latin typeface="+mn-lt"/>
                          <a:ea typeface="+mn-ea"/>
                          <a:cs typeface="+mn-ea"/>
                          <a:sym typeface="+mn-lt"/>
                        </a:rPr>
                        <a:t>项目组全体成员</a:t>
                      </a:r>
                    </a:p>
                  </a:txBody>
                  <a:tcPr anchor="ctr">
                    <a:lnL w="12700" cap="flat" cmpd="sng" algn="ctr">
                      <a:solidFill>
                        <a:schemeClr val="tx1">
                          <a:lumMod val="50000"/>
                          <a:lumOff val="50000"/>
                        </a:schemeClr>
                      </a:solidFill>
                      <a:prstDash val="solid"/>
                      <a:round/>
                      <a:headEnd type="none" w="med" len="med"/>
                      <a:tailEnd type="none" w="med" len="med"/>
                    </a:lnL>
                    <a:lnR w="12700" cap="flat" cmpd="sng" algn="ctr">
                      <a:solidFill>
                        <a:schemeClr val="tx1">
                          <a:lumMod val="50000"/>
                          <a:lumOff val="50000"/>
                        </a:schemeClr>
                      </a:solidFill>
                      <a:prstDash val="solid"/>
                      <a:round/>
                      <a:headEnd type="none" w="med" len="med"/>
                      <a:tailEnd type="none" w="med" len="med"/>
                    </a:lnR>
                    <a:lnT w="12700" cap="flat" cmpd="sng" algn="ctr">
                      <a:solidFill>
                        <a:schemeClr val="tx1">
                          <a:lumMod val="50000"/>
                          <a:lumOff val="50000"/>
                        </a:schemeClr>
                      </a:solidFill>
                      <a:prstDash val="solid"/>
                      <a:round/>
                      <a:headEnd type="none" w="med" len="med"/>
                      <a:tailEnd type="none" w="med" len="med"/>
                    </a:lnT>
                    <a:lnB w="12700" cap="flat" cmpd="sng" algn="ctr">
                      <a:solidFill>
                        <a:schemeClr val="tx1">
                          <a:lumMod val="50000"/>
                          <a:lumOff val="50000"/>
                        </a:schemeClr>
                      </a:solidFill>
                      <a:prstDash val="solid"/>
                      <a:round/>
                      <a:headEnd type="none" w="med" len="med"/>
                      <a:tailEnd type="none" w="med" len="med"/>
                    </a:lnB>
                    <a:noFill/>
                  </a:tcPr>
                </a:tc>
                <a:tc>
                  <a:txBody>
                    <a:bodyPr/>
                    <a:lstStyle/>
                    <a:p>
                      <a:pPr marL="171450" marR="0" indent="-171450" algn="l" defTabSz="914400" rtl="0" eaLnBrk="1" fontAlgn="auto" latinLnBrk="0" hangingPunct="1">
                        <a:lnSpc>
                          <a:spcPct val="120000"/>
                        </a:lnSpc>
                        <a:spcBef>
                          <a:spcPts val="0"/>
                        </a:spcBef>
                        <a:spcAft>
                          <a:spcPts val="0"/>
                        </a:spcAft>
                        <a:buClrTx/>
                        <a:buSzTx/>
                        <a:buFont typeface="Arial" panose="020B0604020202020204" pitchFamily="34" charset="0"/>
                        <a:buChar char="•"/>
                        <a:tabLst/>
                        <a:defRPr/>
                      </a:pPr>
                      <a:r>
                        <a:rPr lang="en-US" altLang="zh-CN" sz="1050" u="none" strike="noStrike" kern="1200" dirty="0">
                          <a:solidFill>
                            <a:schemeClr val="dk1"/>
                          </a:solidFill>
                          <a:effectLst/>
                          <a:latin typeface="+mn-lt"/>
                          <a:ea typeface="+mn-ea"/>
                          <a:cs typeface="+mn-ea"/>
                          <a:sym typeface="+mn-lt"/>
                        </a:rPr>
                        <a:t>《QR-D-PH-003-003</a:t>
                      </a:r>
                      <a:r>
                        <a:rPr lang="zh-CN" altLang="en-US" sz="1050" u="none" strike="noStrike" kern="1200" dirty="0">
                          <a:solidFill>
                            <a:schemeClr val="dk1"/>
                          </a:solidFill>
                          <a:effectLst/>
                          <a:latin typeface="+mn-lt"/>
                          <a:ea typeface="+mn-ea"/>
                          <a:cs typeface="+mn-ea"/>
                          <a:sym typeface="+mn-lt"/>
                        </a:rPr>
                        <a:t>项目会议纪要</a:t>
                      </a:r>
                      <a:r>
                        <a:rPr lang="en-US" altLang="zh-CN" sz="1050" u="none" strike="noStrike" kern="1200" dirty="0">
                          <a:solidFill>
                            <a:schemeClr val="dk1"/>
                          </a:solidFill>
                          <a:effectLst/>
                          <a:latin typeface="+mn-lt"/>
                          <a:ea typeface="+mn-ea"/>
                          <a:cs typeface="+mn-ea"/>
                          <a:sym typeface="+mn-lt"/>
                        </a:rPr>
                        <a:t>》</a:t>
                      </a:r>
                    </a:p>
                    <a:p>
                      <a:pPr marL="171450" marR="0" indent="-171450" algn="l" defTabSz="914400" rtl="0" eaLnBrk="1" fontAlgn="auto" latinLnBrk="0" hangingPunct="1">
                        <a:lnSpc>
                          <a:spcPct val="120000"/>
                        </a:lnSpc>
                        <a:spcBef>
                          <a:spcPts val="0"/>
                        </a:spcBef>
                        <a:spcAft>
                          <a:spcPts val="0"/>
                        </a:spcAft>
                        <a:buClrTx/>
                        <a:buSzTx/>
                        <a:buFont typeface="Arial" panose="020B0604020202020204" pitchFamily="34" charset="0"/>
                        <a:buChar char="•"/>
                        <a:tabLst/>
                        <a:defRPr/>
                      </a:pPr>
                      <a:r>
                        <a:rPr lang="en-US" altLang="zh-CN" sz="1050" u="none" strike="noStrike" kern="1200" dirty="0">
                          <a:solidFill>
                            <a:schemeClr val="dk1"/>
                          </a:solidFill>
                          <a:effectLst/>
                          <a:latin typeface="+mn-lt"/>
                          <a:ea typeface="+mn-ea"/>
                          <a:cs typeface="+mn-ea"/>
                          <a:sym typeface="+mn-lt"/>
                        </a:rPr>
                        <a:t>   BUG</a:t>
                      </a:r>
                      <a:r>
                        <a:rPr lang="zh-CN" altLang="en-US" sz="1050" u="none" strike="noStrike" kern="1200" dirty="0">
                          <a:solidFill>
                            <a:schemeClr val="dk1"/>
                          </a:solidFill>
                          <a:effectLst/>
                          <a:latin typeface="+mn-lt"/>
                          <a:ea typeface="+mn-ea"/>
                          <a:cs typeface="+mn-ea"/>
                          <a:sym typeface="+mn-lt"/>
                        </a:rPr>
                        <a:t>回复时效性及</a:t>
                      </a:r>
                      <a:r>
                        <a:rPr lang="en-US" altLang="zh-CN" sz="1050" u="none" strike="noStrike" kern="1200" dirty="0">
                          <a:solidFill>
                            <a:schemeClr val="dk1"/>
                          </a:solidFill>
                          <a:effectLst/>
                          <a:latin typeface="+mn-lt"/>
                          <a:ea typeface="+mn-ea"/>
                          <a:cs typeface="+mn-ea"/>
                          <a:sym typeface="+mn-lt"/>
                        </a:rPr>
                        <a:t>DI</a:t>
                      </a:r>
                      <a:r>
                        <a:rPr lang="zh-CN" altLang="en-US" sz="1050" u="none" strike="noStrike" kern="1200" dirty="0">
                          <a:solidFill>
                            <a:schemeClr val="dk1"/>
                          </a:solidFill>
                          <a:effectLst/>
                          <a:latin typeface="+mn-lt"/>
                          <a:ea typeface="+mn-ea"/>
                          <a:cs typeface="+mn-ea"/>
                          <a:sym typeface="+mn-lt"/>
                        </a:rPr>
                        <a:t>值统计报告（邮件）</a:t>
                      </a:r>
                      <a:endParaRPr lang="en-US" altLang="zh-CN" sz="1050" u="none" strike="noStrike" kern="1200" dirty="0">
                        <a:solidFill>
                          <a:schemeClr val="dk1"/>
                        </a:solidFill>
                        <a:effectLst/>
                        <a:latin typeface="+mn-lt"/>
                        <a:ea typeface="+mn-ea"/>
                        <a:cs typeface="+mn-ea"/>
                        <a:sym typeface="+mn-lt"/>
                      </a:endParaRPr>
                    </a:p>
                    <a:p>
                      <a:pPr marL="171450" marR="0" indent="-171450" algn="l" defTabSz="914400" rtl="0" eaLnBrk="1" fontAlgn="auto" latinLnBrk="0" hangingPunct="1">
                        <a:lnSpc>
                          <a:spcPct val="120000"/>
                        </a:lnSpc>
                        <a:spcBef>
                          <a:spcPts val="0"/>
                        </a:spcBef>
                        <a:spcAft>
                          <a:spcPts val="0"/>
                        </a:spcAft>
                        <a:buClrTx/>
                        <a:buSzTx/>
                        <a:buFont typeface="Arial" panose="020B0604020202020204" pitchFamily="34" charset="0"/>
                        <a:buChar char="•"/>
                        <a:tabLst/>
                        <a:defRPr/>
                      </a:pPr>
                      <a:r>
                        <a:rPr lang="en-US" altLang="zh-CN" sz="1050" u="none" strike="noStrike" kern="1200" dirty="0">
                          <a:solidFill>
                            <a:schemeClr val="dk1"/>
                          </a:solidFill>
                          <a:effectLst/>
                          <a:latin typeface="+mn-lt"/>
                          <a:ea typeface="+mn-ea"/>
                          <a:cs typeface="+mn-ea"/>
                          <a:sym typeface="+mn-lt"/>
                        </a:rPr>
                        <a:t>《</a:t>
                      </a:r>
                      <a:r>
                        <a:rPr lang="zh-CN" altLang="en-US" sz="1050" u="none" strike="noStrike" kern="1200" dirty="0">
                          <a:solidFill>
                            <a:schemeClr val="dk1"/>
                          </a:solidFill>
                          <a:effectLst/>
                          <a:latin typeface="+mn-lt"/>
                          <a:ea typeface="+mn-ea"/>
                          <a:cs typeface="+mn-ea"/>
                          <a:sym typeface="+mn-lt"/>
                        </a:rPr>
                        <a:t>在研项目状态周报</a:t>
                      </a:r>
                      <a:r>
                        <a:rPr lang="en-US" altLang="zh-CN" sz="1050" u="none" strike="noStrike" kern="1200" dirty="0">
                          <a:solidFill>
                            <a:schemeClr val="dk1"/>
                          </a:solidFill>
                          <a:effectLst/>
                          <a:latin typeface="+mn-lt"/>
                          <a:ea typeface="+mn-ea"/>
                          <a:cs typeface="+mn-ea"/>
                          <a:sym typeface="+mn-lt"/>
                        </a:rPr>
                        <a:t>》</a:t>
                      </a:r>
                      <a:r>
                        <a:rPr lang="zh-CN" altLang="en-US" sz="1050" u="none" strike="noStrike" kern="1200" dirty="0">
                          <a:solidFill>
                            <a:schemeClr val="dk1"/>
                          </a:solidFill>
                          <a:effectLst/>
                          <a:latin typeface="+mn-lt"/>
                          <a:ea typeface="+mn-ea"/>
                          <a:cs typeface="+mn-ea"/>
                          <a:sym typeface="+mn-lt"/>
                        </a:rPr>
                        <a:t>（双周）</a:t>
                      </a:r>
                      <a:endParaRPr lang="en-US" altLang="zh-CN" sz="1050" u="none" strike="noStrike" kern="1200" dirty="0">
                        <a:solidFill>
                          <a:schemeClr val="dk1"/>
                        </a:solidFill>
                        <a:effectLst/>
                        <a:latin typeface="+mn-lt"/>
                        <a:ea typeface="+mn-ea"/>
                        <a:cs typeface="+mn-ea"/>
                        <a:sym typeface="+mn-lt"/>
                      </a:endParaRPr>
                    </a:p>
                    <a:p>
                      <a:pPr marL="171450" marR="0" indent="-171450" algn="l" defTabSz="914400" rtl="0" eaLnBrk="1" fontAlgn="auto" latinLnBrk="0" hangingPunct="1">
                        <a:lnSpc>
                          <a:spcPct val="120000"/>
                        </a:lnSpc>
                        <a:spcBef>
                          <a:spcPts val="0"/>
                        </a:spcBef>
                        <a:spcAft>
                          <a:spcPts val="0"/>
                        </a:spcAft>
                        <a:buClrTx/>
                        <a:buSzTx/>
                        <a:buFont typeface="Arial" panose="020B0604020202020204" pitchFamily="34" charset="0"/>
                        <a:buChar char="•"/>
                        <a:tabLst/>
                        <a:defRPr/>
                      </a:pPr>
                      <a:r>
                        <a:rPr lang="zh-CN" altLang="en-US" sz="1050" u="none" strike="noStrike" kern="1200" dirty="0">
                          <a:solidFill>
                            <a:schemeClr val="dk1"/>
                          </a:solidFill>
                          <a:effectLst/>
                          <a:latin typeface="+mn-lt"/>
                          <a:ea typeface="+mn-ea"/>
                          <a:cs typeface="+mn-ea"/>
                          <a:sym typeface="+mn-lt"/>
                        </a:rPr>
                        <a:t>   项目严重风险</a:t>
                      </a:r>
                      <a:r>
                        <a:rPr lang="en-US" altLang="zh-CN" sz="1050" u="none" strike="noStrike" kern="1200" dirty="0">
                          <a:solidFill>
                            <a:schemeClr val="dk1"/>
                          </a:solidFill>
                          <a:effectLst/>
                          <a:latin typeface="+mn-lt"/>
                          <a:ea typeface="+mn-ea"/>
                          <a:cs typeface="+mn-ea"/>
                          <a:sym typeface="+mn-lt"/>
                        </a:rPr>
                        <a:t>/</a:t>
                      </a:r>
                      <a:r>
                        <a:rPr lang="zh-CN" altLang="en-US" sz="1050" u="none" strike="noStrike" kern="1200" dirty="0">
                          <a:solidFill>
                            <a:schemeClr val="dk1"/>
                          </a:solidFill>
                          <a:effectLst/>
                          <a:latin typeface="+mn-lt"/>
                          <a:ea typeface="+mn-ea"/>
                          <a:cs typeface="+mn-ea"/>
                          <a:sym typeface="+mn-lt"/>
                        </a:rPr>
                        <a:t>问题预警（决策委员会）</a:t>
                      </a:r>
                      <a:endParaRPr lang="en-US" altLang="zh-CN" sz="1050" u="none" strike="noStrike" kern="1200" dirty="0">
                        <a:solidFill>
                          <a:schemeClr val="dk1"/>
                        </a:solidFill>
                        <a:effectLst/>
                        <a:latin typeface="+mn-lt"/>
                        <a:ea typeface="+mn-ea"/>
                        <a:cs typeface="+mn-ea"/>
                        <a:sym typeface="+mn-lt"/>
                      </a:endParaRPr>
                    </a:p>
                    <a:p>
                      <a:pPr marL="171450" marR="0" indent="-171450" algn="l" defTabSz="914400" rtl="0" eaLnBrk="1" fontAlgn="auto" latinLnBrk="0" hangingPunct="1">
                        <a:lnSpc>
                          <a:spcPct val="120000"/>
                        </a:lnSpc>
                        <a:spcBef>
                          <a:spcPts val="0"/>
                        </a:spcBef>
                        <a:spcAft>
                          <a:spcPts val="0"/>
                        </a:spcAft>
                        <a:buClrTx/>
                        <a:buSzTx/>
                        <a:buFont typeface="Arial" panose="020B0604020202020204" pitchFamily="34" charset="0"/>
                        <a:buChar char="•"/>
                        <a:tabLst/>
                        <a:defRPr/>
                      </a:pPr>
                      <a:r>
                        <a:rPr lang="en-US" altLang="zh-CN" sz="1050" u="none" strike="noStrike" kern="1200" dirty="0">
                          <a:solidFill>
                            <a:schemeClr val="dk1"/>
                          </a:solidFill>
                          <a:effectLst/>
                          <a:latin typeface="+mn-lt"/>
                          <a:ea typeface="+mn-ea"/>
                          <a:cs typeface="+mn-ea"/>
                          <a:sym typeface="+mn-lt"/>
                        </a:rPr>
                        <a:t>《QR-D-PH-002-001 </a:t>
                      </a:r>
                      <a:r>
                        <a:rPr lang="zh-CN" altLang="en-US" sz="1050" u="none" strike="noStrike" kern="1200" dirty="0">
                          <a:solidFill>
                            <a:schemeClr val="dk1"/>
                          </a:solidFill>
                          <a:effectLst/>
                          <a:latin typeface="+mn-lt"/>
                          <a:ea typeface="+mn-ea"/>
                          <a:cs typeface="+mn-ea"/>
                          <a:sym typeface="+mn-lt"/>
                        </a:rPr>
                        <a:t>项目计划书</a:t>
                      </a:r>
                      <a:r>
                        <a:rPr lang="en-US" altLang="zh-CN" sz="1050" u="none" strike="noStrike" kern="1200" dirty="0">
                          <a:solidFill>
                            <a:schemeClr val="dk1"/>
                          </a:solidFill>
                          <a:effectLst/>
                          <a:latin typeface="+mn-lt"/>
                          <a:ea typeface="+mn-ea"/>
                          <a:cs typeface="+mn-ea"/>
                          <a:sym typeface="+mn-lt"/>
                        </a:rPr>
                        <a:t>》</a:t>
                      </a:r>
                      <a:r>
                        <a:rPr lang="zh-CN" altLang="en-US" sz="1050" u="none" strike="noStrike" kern="1200" dirty="0">
                          <a:solidFill>
                            <a:schemeClr val="dk1"/>
                          </a:solidFill>
                          <a:effectLst/>
                          <a:latin typeface="+mn-lt"/>
                          <a:ea typeface="+mn-ea"/>
                          <a:cs typeface="+mn-ea"/>
                          <a:sym typeface="+mn-lt"/>
                        </a:rPr>
                        <a:t>（可选）</a:t>
                      </a:r>
                    </a:p>
                  </a:txBody>
                  <a:tcPr anchor="ctr">
                    <a:lnL w="12700" cap="flat" cmpd="sng" algn="ctr">
                      <a:solidFill>
                        <a:schemeClr val="tx1">
                          <a:lumMod val="50000"/>
                          <a:lumOff val="50000"/>
                        </a:schemeClr>
                      </a:solidFill>
                      <a:prstDash val="solid"/>
                      <a:round/>
                      <a:headEnd type="none" w="med" len="med"/>
                      <a:tailEnd type="none" w="med" len="med"/>
                    </a:lnL>
                    <a:lnR w="12700" cap="flat" cmpd="sng" algn="ctr">
                      <a:solidFill>
                        <a:schemeClr val="tx1">
                          <a:lumMod val="50000"/>
                          <a:lumOff val="50000"/>
                        </a:schemeClr>
                      </a:solidFill>
                      <a:prstDash val="solid"/>
                      <a:round/>
                      <a:headEnd type="none" w="med" len="med"/>
                      <a:tailEnd type="none" w="med" len="med"/>
                    </a:lnR>
                    <a:lnT w="12700" cap="flat" cmpd="sng" algn="ctr">
                      <a:solidFill>
                        <a:schemeClr val="tx1">
                          <a:lumMod val="50000"/>
                          <a:lumOff val="50000"/>
                        </a:schemeClr>
                      </a:solidFill>
                      <a:prstDash val="solid"/>
                      <a:round/>
                      <a:headEnd type="none" w="med" len="med"/>
                      <a:tailEnd type="none" w="med" len="med"/>
                    </a:lnT>
                    <a:lnB w="12700" cap="flat" cmpd="sng" algn="ctr">
                      <a:solidFill>
                        <a:schemeClr val="tx1">
                          <a:lumMod val="50000"/>
                          <a:lumOff val="50000"/>
                        </a:schemeClr>
                      </a:solidFill>
                      <a:prstDash val="solid"/>
                      <a:round/>
                      <a:headEnd type="none" w="med" len="med"/>
                      <a:tailEnd type="none" w="med" len="med"/>
                    </a:lnB>
                    <a:noFill/>
                  </a:tcPr>
                </a:tc>
                <a:extLst>
                  <a:ext uri="{0D108BD9-81ED-4DB2-BD59-A6C34878D82A}">
                    <a16:rowId xmlns:a16="http://schemas.microsoft.com/office/drawing/2014/main" xmlns="" val="4082592736"/>
                  </a:ext>
                </a:extLst>
              </a:tr>
              <a:tr h="544060">
                <a:tc vMerge="1">
                  <a:txBody>
                    <a:bodyPr/>
                    <a:lstStyle/>
                    <a:p>
                      <a:pPr algn="ctr"/>
                      <a:endParaRPr lang="zh-CN" altLang="en-US" sz="1100" dirty="0">
                        <a:latin typeface="+mn-ea"/>
                        <a:ea typeface="+mn-ea"/>
                      </a:endParaRPr>
                    </a:p>
                  </a:txBody>
                  <a:tcPr anchor="ctr">
                    <a:lnL w="12700" cap="flat" cmpd="sng" algn="ctr">
                      <a:solidFill>
                        <a:schemeClr val="tx1">
                          <a:lumMod val="50000"/>
                          <a:lumOff val="50000"/>
                        </a:schemeClr>
                      </a:solidFill>
                      <a:prstDash val="solid"/>
                      <a:round/>
                      <a:headEnd type="none" w="med" len="med"/>
                      <a:tailEnd type="none" w="med" len="med"/>
                    </a:lnL>
                    <a:lnR w="12700" cap="flat" cmpd="sng" algn="ctr">
                      <a:solidFill>
                        <a:schemeClr val="tx1">
                          <a:lumMod val="50000"/>
                          <a:lumOff val="50000"/>
                        </a:schemeClr>
                      </a:solidFill>
                      <a:prstDash val="solid"/>
                      <a:round/>
                      <a:headEnd type="none" w="med" len="med"/>
                      <a:tailEnd type="none" w="med" len="med"/>
                    </a:lnR>
                    <a:lnT w="12700" cap="flat" cmpd="sng" algn="ctr">
                      <a:solidFill>
                        <a:schemeClr val="tx1">
                          <a:lumMod val="50000"/>
                          <a:lumOff val="50000"/>
                        </a:schemeClr>
                      </a:solidFill>
                      <a:prstDash val="solid"/>
                      <a:round/>
                      <a:headEnd type="none" w="med" len="med"/>
                      <a:tailEnd type="none" w="med" len="med"/>
                    </a:lnT>
                    <a:lnB w="12700" cap="flat" cmpd="sng" algn="ctr">
                      <a:solidFill>
                        <a:schemeClr val="tx1">
                          <a:lumMod val="50000"/>
                          <a:lumOff val="50000"/>
                        </a:schemeClr>
                      </a:solidFill>
                      <a:prstDash val="solid"/>
                      <a:round/>
                      <a:headEnd type="none" w="med" len="med"/>
                      <a:tailEnd type="none" w="med" len="med"/>
                    </a:lnB>
                    <a:noFill/>
                  </a:tcPr>
                </a:tc>
                <a:tc>
                  <a:txBody>
                    <a:bodyPr/>
                    <a:lstStyle/>
                    <a:p>
                      <a:r>
                        <a:rPr lang="zh-CN" altLang="en-US" sz="1050" dirty="0">
                          <a:latin typeface="+mn-lt"/>
                          <a:ea typeface="+mn-ea"/>
                          <a:cs typeface="+mn-ea"/>
                          <a:sym typeface="+mn-lt"/>
                        </a:rPr>
                        <a:t>组织工程样机技术状态评审问题讨论会</a:t>
                      </a:r>
                    </a:p>
                  </a:txBody>
                  <a:tcPr anchor="ctr">
                    <a:lnL w="12700" cap="flat" cmpd="sng" algn="ctr">
                      <a:solidFill>
                        <a:schemeClr val="tx1">
                          <a:lumMod val="50000"/>
                          <a:lumOff val="50000"/>
                        </a:schemeClr>
                      </a:solidFill>
                      <a:prstDash val="solid"/>
                      <a:round/>
                      <a:headEnd type="none" w="med" len="med"/>
                      <a:tailEnd type="none" w="med" len="med"/>
                    </a:lnL>
                    <a:lnR w="12700" cap="flat" cmpd="sng" algn="ctr">
                      <a:solidFill>
                        <a:schemeClr val="tx1">
                          <a:lumMod val="50000"/>
                          <a:lumOff val="50000"/>
                        </a:schemeClr>
                      </a:solidFill>
                      <a:prstDash val="solid"/>
                      <a:round/>
                      <a:headEnd type="none" w="med" len="med"/>
                      <a:tailEnd type="none" w="med" len="med"/>
                    </a:lnR>
                    <a:lnT w="12700" cap="flat" cmpd="sng" algn="ctr">
                      <a:solidFill>
                        <a:schemeClr val="tx1">
                          <a:lumMod val="50000"/>
                          <a:lumOff val="50000"/>
                        </a:schemeClr>
                      </a:solidFill>
                      <a:prstDash val="solid"/>
                      <a:round/>
                      <a:headEnd type="none" w="med" len="med"/>
                      <a:tailEnd type="none" w="med" len="med"/>
                    </a:lnT>
                    <a:lnB w="12700" cap="flat" cmpd="sng" algn="ctr">
                      <a:solidFill>
                        <a:schemeClr val="tx1">
                          <a:lumMod val="50000"/>
                          <a:lumOff val="50000"/>
                        </a:schemeClr>
                      </a:solidFill>
                      <a:prstDash val="solid"/>
                      <a:round/>
                      <a:headEnd type="none" w="med" len="med"/>
                      <a:tailEnd type="none" w="med" len="med"/>
                    </a:lnB>
                    <a:noFill/>
                  </a:tcPr>
                </a:tc>
                <a:tc>
                  <a:txBody>
                    <a:bodyPr/>
                    <a:lstStyle/>
                    <a:p>
                      <a:r>
                        <a:rPr lang="zh-CN" altLang="en-US" sz="1050" dirty="0">
                          <a:solidFill>
                            <a:schemeClr val="tx1"/>
                          </a:solidFill>
                          <a:latin typeface="+mn-lt"/>
                          <a:ea typeface="+mn-ea"/>
                          <a:cs typeface="+mn-ea"/>
                          <a:sym typeface="+mn-lt"/>
                        </a:rPr>
                        <a:t>系统架构师、开发经理、评审问题提出人</a:t>
                      </a:r>
                    </a:p>
                  </a:txBody>
                  <a:tcPr anchor="ctr">
                    <a:lnL w="12700" cap="flat" cmpd="sng" algn="ctr">
                      <a:solidFill>
                        <a:schemeClr val="tx1">
                          <a:lumMod val="50000"/>
                          <a:lumOff val="50000"/>
                        </a:schemeClr>
                      </a:solidFill>
                      <a:prstDash val="solid"/>
                      <a:round/>
                      <a:headEnd type="none" w="med" len="med"/>
                      <a:tailEnd type="none" w="med" len="med"/>
                    </a:lnL>
                    <a:lnR w="12700" cap="flat" cmpd="sng" algn="ctr">
                      <a:solidFill>
                        <a:schemeClr val="tx1">
                          <a:lumMod val="50000"/>
                          <a:lumOff val="50000"/>
                        </a:schemeClr>
                      </a:solidFill>
                      <a:prstDash val="solid"/>
                      <a:round/>
                      <a:headEnd type="none" w="med" len="med"/>
                      <a:tailEnd type="none" w="med" len="med"/>
                    </a:lnR>
                    <a:lnT w="12700" cap="flat" cmpd="sng" algn="ctr">
                      <a:solidFill>
                        <a:schemeClr val="tx1">
                          <a:lumMod val="50000"/>
                          <a:lumOff val="50000"/>
                        </a:schemeClr>
                      </a:solidFill>
                      <a:prstDash val="solid"/>
                      <a:round/>
                      <a:headEnd type="none" w="med" len="med"/>
                      <a:tailEnd type="none" w="med" len="med"/>
                    </a:lnT>
                    <a:lnB w="12700" cap="flat" cmpd="sng" algn="ctr">
                      <a:solidFill>
                        <a:schemeClr val="tx1">
                          <a:lumMod val="50000"/>
                          <a:lumOff val="50000"/>
                        </a:schemeClr>
                      </a:solidFill>
                      <a:prstDash val="solid"/>
                      <a:round/>
                      <a:headEnd type="none" w="med" len="med"/>
                      <a:tailEnd type="none" w="med" len="med"/>
                    </a:lnB>
                    <a:noFill/>
                  </a:tcPr>
                </a:tc>
                <a:tc>
                  <a:txBody>
                    <a:bodyPr/>
                    <a:lstStyle/>
                    <a:p>
                      <a:pPr marL="171450" marR="0" indent="-171450" algn="l" defTabSz="914400" rtl="0" eaLnBrk="1" fontAlgn="auto" latinLnBrk="0" hangingPunct="1">
                        <a:lnSpc>
                          <a:spcPct val="120000"/>
                        </a:lnSpc>
                        <a:spcBef>
                          <a:spcPts val="0"/>
                        </a:spcBef>
                        <a:spcAft>
                          <a:spcPts val="0"/>
                        </a:spcAft>
                        <a:buClrTx/>
                        <a:buSzTx/>
                        <a:buFont typeface="Arial" panose="020B0604020202020204" pitchFamily="34" charset="0"/>
                        <a:buChar char="•"/>
                        <a:tabLst/>
                        <a:defRPr/>
                      </a:pPr>
                      <a:r>
                        <a:rPr lang="en-US" altLang="zh-CN" sz="1050" u="none" strike="noStrike" kern="1200" dirty="0">
                          <a:solidFill>
                            <a:schemeClr val="dk1"/>
                          </a:solidFill>
                          <a:effectLst/>
                          <a:latin typeface="+mn-lt"/>
                          <a:ea typeface="+mn-ea"/>
                          <a:cs typeface="+mn-ea"/>
                          <a:sym typeface="+mn-lt"/>
                        </a:rPr>
                        <a:t>《</a:t>
                      </a:r>
                      <a:r>
                        <a:rPr lang="zh-CN" altLang="en-US" sz="1050" u="none" strike="noStrike" kern="1200" dirty="0">
                          <a:solidFill>
                            <a:schemeClr val="dk1"/>
                          </a:solidFill>
                          <a:effectLst/>
                          <a:latin typeface="+mn-lt"/>
                          <a:ea typeface="+mn-ea"/>
                          <a:cs typeface="+mn-ea"/>
                          <a:sym typeface="+mn-lt"/>
                        </a:rPr>
                        <a:t>工程样机技术状态评审报告</a:t>
                      </a:r>
                      <a:r>
                        <a:rPr lang="en-US" altLang="zh-CN" sz="1050" u="none" strike="noStrike" kern="1200" dirty="0">
                          <a:solidFill>
                            <a:schemeClr val="dk1"/>
                          </a:solidFill>
                          <a:effectLst/>
                          <a:latin typeface="+mn-lt"/>
                          <a:ea typeface="+mn-ea"/>
                          <a:cs typeface="+mn-ea"/>
                          <a:sym typeface="+mn-lt"/>
                        </a:rPr>
                        <a:t>》</a:t>
                      </a:r>
                      <a:r>
                        <a:rPr lang="zh-CN" altLang="en-US" sz="1050" u="none" strike="noStrike" kern="1200" dirty="0">
                          <a:solidFill>
                            <a:schemeClr val="dk1"/>
                          </a:solidFill>
                          <a:effectLst/>
                          <a:latin typeface="+mn-lt"/>
                          <a:ea typeface="+mn-ea"/>
                          <a:cs typeface="+mn-ea"/>
                          <a:sym typeface="+mn-lt"/>
                        </a:rPr>
                        <a:t>（系统架构师）</a:t>
                      </a:r>
                    </a:p>
                  </a:txBody>
                  <a:tcPr anchor="ctr">
                    <a:lnL w="12700" cap="flat" cmpd="sng" algn="ctr">
                      <a:solidFill>
                        <a:schemeClr val="tx1">
                          <a:lumMod val="50000"/>
                          <a:lumOff val="50000"/>
                        </a:schemeClr>
                      </a:solidFill>
                      <a:prstDash val="solid"/>
                      <a:round/>
                      <a:headEnd type="none" w="med" len="med"/>
                      <a:tailEnd type="none" w="med" len="med"/>
                    </a:lnL>
                    <a:lnR w="12700" cap="flat" cmpd="sng" algn="ctr">
                      <a:solidFill>
                        <a:schemeClr val="tx1">
                          <a:lumMod val="50000"/>
                          <a:lumOff val="50000"/>
                        </a:schemeClr>
                      </a:solidFill>
                      <a:prstDash val="solid"/>
                      <a:round/>
                      <a:headEnd type="none" w="med" len="med"/>
                      <a:tailEnd type="none" w="med" len="med"/>
                    </a:lnR>
                    <a:lnT w="12700" cap="flat" cmpd="sng" algn="ctr">
                      <a:solidFill>
                        <a:schemeClr val="tx1">
                          <a:lumMod val="50000"/>
                          <a:lumOff val="50000"/>
                        </a:schemeClr>
                      </a:solidFill>
                      <a:prstDash val="solid"/>
                      <a:round/>
                      <a:headEnd type="none" w="med" len="med"/>
                      <a:tailEnd type="none" w="med" len="med"/>
                    </a:lnT>
                    <a:lnB w="12700" cap="flat" cmpd="sng" algn="ctr">
                      <a:solidFill>
                        <a:schemeClr val="tx1">
                          <a:lumMod val="50000"/>
                          <a:lumOff val="50000"/>
                        </a:schemeClr>
                      </a:solidFill>
                      <a:prstDash val="solid"/>
                      <a:round/>
                      <a:headEnd type="none" w="med" len="med"/>
                      <a:tailEnd type="none" w="med" len="med"/>
                    </a:lnB>
                    <a:noFill/>
                  </a:tcPr>
                </a:tc>
                <a:extLst>
                  <a:ext uri="{0D108BD9-81ED-4DB2-BD59-A6C34878D82A}">
                    <a16:rowId xmlns:a16="http://schemas.microsoft.com/office/drawing/2014/main" xmlns="" val="2821497477"/>
                  </a:ext>
                </a:extLst>
              </a:tr>
              <a:tr h="544060">
                <a:tc vMerge="1">
                  <a:txBody>
                    <a:bodyPr/>
                    <a:lstStyle/>
                    <a:p>
                      <a:pPr algn="ctr"/>
                      <a:endParaRPr lang="zh-CN" altLang="en-US" sz="1100" dirty="0">
                        <a:latin typeface="+mn-ea"/>
                        <a:ea typeface="+mn-ea"/>
                      </a:endParaRPr>
                    </a:p>
                  </a:txBody>
                  <a:tcPr anchor="ctr">
                    <a:lnL w="12700" cap="flat" cmpd="sng" algn="ctr">
                      <a:solidFill>
                        <a:schemeClr val="tx1">
                          <a:lumMod val="50000"/>
                          <a:lumOff val="50000"/>
                        </a:schemeClr>
                      </a:solidFill>
                      <a:prstDash val="solid"/>
                      <a:round/>
                      <a:headEnd type="none" w="med" len="med"/>
                      <a:tailEnd type="none" w="med" len="med"/>
                    </a:lnL>
                    <a:lnR w="12700" cap="flat" cmpd="sng" algn="ctr">
                      <a:solidFill>
                        <a:schemeClr val="tx1">
                          <a:lumMod val="50000"/>
                          <a:lumOff val="50000"/>
                        </a:schemeClr>
                      </a:solidFill>
                      <a:prstDash val="solid"/>
                      <a:round/>
                      <a:headEnd type="none" w="med" len="med"/>
                      <a:tailEnd type="none" w="med" len="med"/>
                    </a:lnR>
                    <a:lnT w="12700" cap="flat" cmpd="sng" algn="ctr">
                      <a:solidFill>
                        <a:schemeClr val="tx1">
                          <a:lumMod val="50000"/>
                          <a:lumOff val="50000"/>
                        </a:schemeClr>
                      </a:solidFill>
                      <a:prstDash val="solid"/>
                      <a:round/>
                      <a:headEnd type="none" w="med" len="med"/>
                      <a:tailEnd type="none" w="med" len="med"/>
                    </a:lnT>
                    <a:lnB w="12700" cap="flat" cmpd="sng" algn="ctr">
                      <a:solidFill>
                        <a:schemeClr val="tx1">
                          <a:lumMod val="50000"/>
                          <a:lumOff val="50000"/>
                        </a:schemeClr>
                      </a:solidFill>
                      <a:prstDash val="solid"/>
                      <a:round/>
                      <a:headEnd type="none" w="med" len="med"/>
                      <a:tailEnd type="none" w="med" len="med"/>
                    </a:lnB>
                    <a:noFill/>
                  </a:tcPr>
                </a:tc>
                <a:tc>
                  <a:txBody>
                    <a:bodyPr/>
                    <a:lstStyle/>
                    <a:p>
                      <a:r>
                        <a:rPr lang="zh-CN" altLang="en-US" sz="1050" dirty="0">
                          <a:latin typeface="+mn-lt"/>
                          <a:ea typeface="+mn-ea"/>
                          <a:cs typeface="+mn-ea"/>
                          <a:sym typeface="+mn-lt"/>
                        </a:rPr>
                        <a:t>组织各组</a:t>
                      </a:r>
                      <a:r>
                        <a:rPr lang="en-US" altLang="zh-CN" sz="1050" dirty="0">
                          <a:latin typeface="+mn-lt"/>
                          <a:ea typeface="+mn-ea"/>
                          <a:cs typeface="+mn-ea"/>
                          <a:sym typeface="+mn-lt"/>
                        </a:rPr>
                        <a:t>DVT</a:t>
                      </a:r>
                      <a:r>
                        <a:rPr lang="zh-CN" altLang="en-US" sz="1050" dirty="0">
                          <a:latin typeface="+mn-lt"/>
                          <a:ea typeface="+mn-ea"/>
                          <a:cs typeface="+mn-ea"/>
                          <a:sym typeface="+mn-lt"/>
                        </a:rPr>
                        <a:t>测试报告评审问题讨论会</a:t>
                      </a:r>
                    </a:p>
                  </a:txBody>
                  <a:tcPr anchor="ctr">
                    <a:lnL w="12700" cap="flat" cmpd="sng" algn="ctr">
                      <a:solidFill>
                        <a:schemeClr val="tx1">
                          <a:lumMod val="50000"/>
                          <a:lumOff val="50000"/>
                        </a:schemeClr>
                      </a:solidFill>
                      <a:prstDash val="solid"/>
                      <a:round/>
                      <a:headEnd type="none" w="med" len="med"/>
                      <a:tailEnd type="none" w="med" len="med"/>
                    </a:lnL>
                    <a:lnR w="12700" cap="flat" cmpd="sng" algn="ctr">
                      <a:solidFill>
                        <a:schemeClr val="tx1">
                          <a:lumMod val="50000"/>
                          <a:lumOff val="50000"/>
                        </a:schemeClr>
                      </a:solidFill>
                      <a:prstDash val="solid"/>
                      <a:round/>
                      <a:headEnd type="none" w="med" len="med"/>
                      <a:tailEnd type="none" w="med" len="med"/>
                    </a:lnR>
                    <a:lnT w="12700" cap="flat" cmpd="sng" algn="ctr">
                      <a:solidFill>
                        <a:schemeClr val="tx1">
                          <a:lumMod val="50000"/>
                          <a:lumOff val="50000"/>
                        </a:schemeClr>
                      </a:solidFill>
                      <a:prstDash val="solid"/>
                      <a:round/>
                      <a:headEnd type="none" w="med" len="med"/>
                      <a:tailEnd type="none" w="med" len="med"/>
                    </a:lnT>
                    <a:lnB w="12700" cap="flat" cmpd="sng" algn="ctr">
                      <a:solidFill>
                        <a:schemeClr val="tx1">
                          <a:lumMod val="50000"/>
                          <a:lumOff val="50000"/>
                        </a:schemeClr>
                      </a:solidFill>
                      <a:prstDash val="solid"/>
                      <a:round/>
                      <a:headEnd type="none" w="med" len="med"/>
                      <a:tailEnd type="none" w="med" len="med"/>
                    </a:lnB>
                    <a:noFill/>
                  </a:tcPr>
                </a:tc>
                <a:tc>
                  <a:txBody>
                    <a:bodyPr/>
                    <a:lstStyle/>
                    <a:p>
                      <a:r>
                        <a:rPr lang="zh-CN" altLang="en-US" sz="1050" dirty="0">
                          <a:solidFill>
                            <a:schemeClr val="tx1"/>
                          </a:solidFill>
                          <a:latin typeface="+mn-lt"/>
                          <a:ea typeface="+mn-ea"/>
                          <a:cs typeface="+mn-ea"/>
                          <a:sym typeface="+mn-lt"/>
                        </a:rPr>
                        <a:t>各工作产品作者、系统架构师、评审问题提出人</a:t>
                      </a:r>
                    </a:p>
                  </a:txBody>
                  <a:tcPr anchor="ctr">
                    <a:lnL w="12700" cap="flat" cmpd="sng" algn="ctr">
                      <a:solidFill>
                        <a:schemeClr val="tx1">
                          <a:lumMod val="50000"/>
                          <a:lumOff val="50000"/>
                        </a:schemeClr>
                      </a:solidFill>
                      <a:prstDash val="solid"/>
                      <a:round/>
                      <a:headEnd type="none" w="med" len="med"/>
                      <a:tailEnd type="none" w="med" len="med"/>
                    </a:lnL>
                    <a:lnR w="12700" cap="flat" cmpd="sng" algn="ctr">
                      <a:solidFill>
                        <a:schemeClr val="tx1">
                          <a:lumMod val="50000"/>
                          <a:lumOff val="50000"/>
                        </a:schemeClr>
                      </a:solidFill>
                      <a:prstDash val="solid"/>
                      <a:round/>
                      <a:headEnd type="none" w="med" len="med"/>
                      <a:tailEnd type="none" w="med" len="med"/>
                    </a:lnR>
                    <a:lnT w="12700" cap="flat" cmpd="sng" algn="ctr">
                      <a:solidFill>
                        <a:schemeClr val="tx1">
                          <a:lumMod val="50000"/>
                          <a:lumOff val="50000"/>
                        </a:schemeClr>
                      </a:solidFill>
                      <a:prstDash val="solid"/>
                      <a:round/>
                      <a:headEnd type="none" w="med" len="med"/>
                      <a:tailEnd type="none" w="med" len="med"/>
                    </a:lnT>
                    <a:lnB w="12700" cap="flat" cmpd="sng" algn="ctr">
                      <a:solidFill>
                        <a:schemeClr val="tx1">
                          <a:lumMod val="50000"/>
                          <a:lumOff val="50000"/>
                        </a:schemeClr>
                      </a:solidFill>
                      <a:prstDash val="solid"/>
                      <a:round/>
                      <a:headEnd type="none" w="med" len="med"/>
                      <a:tailEnd type="none" w="med" len="med"/>
                    </a:lnB>
                    <a:noFill/>
                  </a:tcPr>
                </a:tc>
                <a:tc>
                  <a:txBody>
                    <a:bodyPr/>
                    <a:lstStyle/>
                    <a:p>
                      <a:pPr marL="171450" indent="-171450" algn="l" defTabSz="914400" rtl="0" eaLnBrk="1" latinLnBrk="0" hangingPunct="1">
                        <a:lnSpc>
                          <a:spcPct val="120000"/>
                        </a:lnSpc>
                        <a:buFont typeface="Arial" panose="020B0604020202020204" pitchFamily="34" charset="0"/>
                        <a:buChar char="•"/>
                      </a:pPr>
                      <a:endParaRPr lang="zh-CN" altLang="en-US" sz="1050" kern="1200" dirty="0">
                        <a:solidFill>
                          <a:srgbClr val="0070C0"/>
                        </a:solidFill>
                        <a:latin typeface="+mn-lt"/>
                        <a:ea typeface="+mn-ea"/>
                        <a:cs typeface="+mn-ea"/>
                        <a:sym typeface="+mn-lt"/>
                      </a:endParaRPr>
                    </a:p>
                  </a:txBody>
                  <a:tcPr anchor="ctr">
                    <a:lnL w="12700" cap="flat" cmpd="sng" algn="ctr">
                      <a:solidFill>
                        <a:schemeClr val="tx1">
                          <a:lumMod val="50000"/>
                          <a:lumOff val="50000"/>
                        </a:schemeClr>
                      </a:solidFill>
                      <a:prstDash val="solid"/>
                      <a:round/>
                      <a:headEnd type="none" w="med" len="med"/>
                      <a:tailEnd type="none" w="med" len="med"/>
                    </a:lnL>
                    <a:lnR w="12700" cap="flat" cmpd="sng" algn="ctr">
                      <a:solidFill>
                        <a:schemeClr val="tx1">
                          <a:lumMod val="50000"/>
                          <a:lumOff val="50000"/>
                        </a:schemeClr>
                      </a:solidFill>
                      <a:prstDash val="solid"/>
                      <a:round/>
                      <a:headEnd type="none" w="med" len="med"/>
                      <a:tailEnd type="none" w="med" len="med"/>
                    </a:lnR>
                    <a:lnT w="12700" cap="flat" cmpd="sng" algn="ctr">
                      <a:solidFill>
                        <a:schemeClr val="tx1">
                          <a:lumMod val="50000"/>
                          <a:lumOff val="50000"/>
                        </a:schemeClr>
                      </a:solidFill>
                      <a:prstDash val="solid"/>
                      <a:round/>
                      <a:headEnd type="none" w="med" len="med"/>
                      <a:tailEnd type="none" w="med" len="med"/>
                    </a:lnT>
                    <a:lnB w="12700" cap="flat" cmpd="sng" algn="ctr">
                      <a:solidFill>
                        <a:schemeClr val="tx1">
                          <a:lumMod val="50000"/>
                          <a:lumOff val="50000"/>
                        </a:schemeClr>
                      </a:solidFill>
                      <a:prstDash val="solid"/>
                      <a:round/>
                      <a:headEnd type="none" w="med" len="med"/>
                      <a:tailEnd type="none" w="med" len="med"/>
                    </a:lnB>
                    <a:noFill/>
                  </a:tcPr>
                </a:tc>
                <a:extLst>
                  <a:ext uri="{0D108BD9-81ED-4DB2-BD59-A6C34878D82A}">
                    <a16:rowId xmlns:a16="http://schemas.microsoft.com/office/drawing/2014/main" xmlns="" val="331731674"/>
                  </a:ext>
                </a:extLst>
              </a:tr>
              <a:tr h="544060">
                <a:tc vMerge="1">
                  <a:txBody>
                    <a:bodyPr/>
                    <a:lstStyle/>
                    <a:p>
                      <a:pPr algn="ctr"/>
                      <a:endParaRPr lang="zh-CN" altLang="en-US" sz="1100" dirty="0">
                        <a:latin typeface="+mn-ea"/>
                        <a:ea typeface="+mn-ea"/>
                      </a:endParaRPr>
                    </a:p>
                  </a:txBody>
                  <a:tcPr anchor="ctr">
                    <a:lnL w="12700" cap="flat" cmpd="sng" algn="ctr">
                      <a:solidFill>
                        <a:schemeClr val="tx1">
                          <a:lumMod val="50000"/>
                          <a:lumOff val="50000"/>
                        </a:schemeClr>
                      </a:solidFill>
                      <a:prstDash val="solid"/>
                      <a:round/>
                      <a:headEnd type="none" w="med" len="med"/>
                      <a:tailEnd type="none" w="med" len="med"/>
                    </a:lnL>
                    <a:lnR w="12700" cap="flat" cmpd="sng" algn="ctr">
                      <a:solidFill>
                        <a:schemeClr val="tx1">
                          <a:lumMod val="50000"/>
                          <a:lumOff val="50000"/>
                        </a:schemeClr>
                      </a:solidFill>
                      <a:prstDash val="solid"/>
                      <a:round/>
                      <a:headEnd type="none" w="med" len="med"/>
                      <a:tailEnd type="none" w="med" len="med"/>
                    </a:lnR>
                    <a:lnT w="12700" cap="flat" cmpd="sng" algn="ctr">
                      <a:solidFill>
                        <a:schemeClr val="tx1">
                          <a:lumMod val="50000"/>
                          <a:lumOff val="50000"/>
                        </a:schemeClr>
                      </a:solidFill>
                      <a:prstDash val="solid"/>
                      <a:round/>
                      <a:headEnd type="none" w="med" len="med"/>
                      <a:tailEnd type="none" w="med" len="med"/>
                    </a:lnT>
                    <a:lnB w="12700" cap="flat" cmpd="sng" algn="ctr">
                      <a:solidFill>
                        <a:schemeClr val="tx1">
                          <a:lumMod val="50000"/>
                          <a:lumOff val="50000"/>
                        </a:schemeClr>
                      </a:solidFill>
                      <a:prstDash val="solid"/>
                      <a:round/>
                      <a:headEnd type="none" w="med" len="med"/>
                      <a:tailEnd type="none" w="med" len="med"/>
                    </a:lnB>
                    <a:noFill/>
                  </a:tcPr>
                </a:tc>
                <a:tc>
                  <a:txBody>
                    <a:bodyPr/>
                    <a:lstStyle/>
                    <a:p>
                      <a:r>
                        <a:rPr lang="zh-CN" altLang="en-US" sz="1050" dirty="0">
                          <a:latin typeface="+mn-lt"/>
                          <a:ea typeface="+mn-ea"/>
                          <a:cs typeface="+mn-ea"/>
                          <a:sym typeface="+mn-lt"/>
                        </a:rPr>
                        <a:t>组织各组</a:t>
                      </a:r>
                      <a:r>
                        <a:rPr lang="en-US" altLang="zh-CN" sz="1050" dirty="0">
                          <a:latin typeface="+mn-lt"/>
                          <a:ea typeface="+mn-ea"/>
                          <a:cs typeface="+mn-ea"/>
                          <a:sym typeface="+mn-lt"/>
                        </a:rPr>
                        <a:t>PVT</a:t>
                      </a:r>
                      <a:r>
                        <a:rPr lang="zh-CN" altLang="en-US" sz="1050" dirty="0">
                          <a:latin typeface="+mn-lt"/>
                          <a:ea typeface="+mn-ea"/>
                          <a:cs typeface="+mn-ea"/>
                          <a:sym typeface="+mn-lt"/>
                        </a:rPr>
                        <a:t>测试计划评审问题讨论会</a:t>
                      </a:r>
                    </a:p>
                  </a:txBody>
                  <a:tcPr anchor="ctr">
                    <a:lnL w="12700" cap="flat" cmpd="sng" algn="ctr">
                      <a:solidFill>
                        <a:schemeClr val="tx1">
                          <a:lumMod val="50000"/>
                          <a:lumOff val="50000"/>
                        </a:schemeClr>
                      </a:solidFill>
                      <a:prstDash val="solid"/>
                      <a:round/>
                      <a:headEnd type="none" w="med" len="med"/>
                      <a:tailEnd type="none" w="med" len="med"/>
                    </a:lnL>
                    <a:lnR w="12700" cap="flat" cmpd="sng" algn="ctr">
                      <a:solidFill>
                        <a:schemeClr val="tx1">
                          <a:lumMod val="50000"/>
                          <a:lumOff val="50000"/>
                        </a:schemeClr>
                      </a:solidFill>
                      <a:prstDash val="solid"/>
                      <a:round/>
                      <a:headEnd type="none" w="med" len="med"/>
                      <a:tailEnd type="none" w="med" len="med"/>
                    </a:lnR>
                    <a:lnT w="12700" cap="flat" cmpd="sng" algn="ctr">
                      <a:solidFill>
                        <a:schemeClr val="tx1">
                          <a:lumMod val="50000"/>
                          <a:lumOff val="50000"/>
                        </a:schemeClr>
                      </a:solidFill>
                      <a:prstDash val="solid"/>
                      <a:round/>
                      <a:headEnd type="none" w="med" len="med"/>
                      <a:tailEnd type="none" w="med" len="med"/>
                    </a:lnT>
                    <a:lnB w="12700" cap="flat" cmpd="sng" algn="ctr">
                      <a:solidFill>
                        <a:schemeClr val="tx1">
                          <a:lumMod val="50000"/>
                          <a:lumOff val="50000"/>
                        </a:schemeClr>
                      </a:solidFill>
                      <a:prstDash val="solid"/>
                      <a:round/>
                      <a:headEnd type="none" w="med" len="med"/>
                      <a:tailEnd type="none" w="med" len="med"/>
                    </a:lnB>
                    <a:noFill/>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zh-CN" altLang="en-US" sz="1050" dirty="0">
                          <a:solidFill>
                            <a:schemeClr val="tx1"/>
                          </a:solidFill>
                          <a:latin typeface="+mn-lt"/>
                          <a:ea typeface="+mn-ea"/>
                          <a:cs typeface="+mn-ea"/>
                          <a:sym typeface="+mn-lt"/>
                        </a:rPr>
                        <a:t>各工作产品作者、系统架构师、评审问题提出人</a:t>
                      </a:r>
                    </a:p>
                  </a:txBody>
                  <a:tcPr anchor="ctr">
                    <a:lnL w="12700" cap="flat" cmpd="sng" algn="ctr">
                      <a:solidFill>
                        <a:schemeClr val="tx1">
                          <a:lumMod val="50000"/>
                          <a:lumOff val="50000"/>
                        </a:schemeClr>
                      </a:solidFill>
                      <a:prstDash val="solid"/>
                      <a:round/>
                      <a:headEnd type="none" w="med" len="med"/>
                      <a:tailEnd type="none" w="med" len="med"/>
                    </a:lnL>
                    <a:lnR w="12700" cap="flat" cmpd="sng" algn="ctr">
                      <a:solidFill>
                        <a:schemeClr val="tx1">
                          <a:lumMod val="50000"/>
                          <a:lumOff val="50000"/>
                        </a:schemeClr>
                      </a:solidFill>
                      <a:prstDash val="solid"/>
                      <a:round/>
                      <a:headEnd type="none" w="med" len="med"/>
                      <a:tailEnd type="none" w="med" len="med"/>
                    </a:lnR>
                    <a:lnT w="12700" cap="flat" cmpd="sng" algn="ctr">
                      <a:solidFill>
                        <a:schemeClr val="tx1">
                          <a:lumMod val="50000"/>
                          <a:lumOff val="50000"/>
                        </a:schemeClr>
                      </a:solidFill>
                      <a:prstDash val="solid"/>
                      <a:round/>
                      <a:headEnd type="none" w="med" len="med"/>
                      <a:tailEnd type="none" w="med" len="med"/>
                    </a:lnT>
                    <a:lnB w="12700" cap="flat" cmpd="sng" algn="ctr">
                      <a:solidFill>
                        <a:schemeClr val="tx1">
                          <a:lumMod val="50000"/>
                          <a:lumOff val="50000"/>
                        </a:schemeClr>
                      </a:solidFill>
                      <a:prstDash val="solid"/>
                      <a:round/>
                      <a:headEnd type="none" w="med" len="med"/>
                      <a:tailEnd type="none" w="med" len="med"/>
                    </a:lnB>
                    <a:noFill/>
                  </a:tcPr>
                </a:tc>
                <a:tc>
                  <a:txBody>
                    <a:bodyPr/>
                    <a:lstStyle/>
                    <a:p>
                      <a:pPr marL="171450" indent="-171450" algn="l" defTabSz="914400" rtl="0" eaLnBrk="1" latinLnBrk="0" hangingPunct="1">
                        <a:lnSpc>
                          <a:spcPct val="120000"/>
                        </a:lnSpc>
                        <a:buFont typeface="Arial" panose="020B0604020202020204" pitchFamily="34" charset="0"/>
                        <a:buChar char="•"/>
                      </a:pPr>
                      <a:endParaRPr lang="zh-CN" altLang="en-US" sz="1050" kern="1200" dirty="0">
                        <a:solidFill>
                          <a:srgbClr val="0070C0"/>
                        </a:solidFill>
                        <a:latin typeface="+mn-lt"/>
                        <a:ea typeface="+mn-ea"/>
                        <a:cs typeface="+mn-ea"/>
                        <a:sym typeface="+mn-lt"/>
                      </a:endParaRPr>
                    </a:p>
                  </a:txBody>
                  <a:tcPr anchor="ctr">
                    <a:lnL w="12700" cap="flat" cmpd="sng" algn="ctr">
                      <a:solidFill>
                        <a:schemeClr val="tx1">
                          <a:lumMod val="50000"/>
                          <a:lumOff val="50000"/>
                        </a:schemeClr>
                      </a:solidFill>
                      <a:prstDash val="solid"/>
                      <a:round/>
                      <a:headEnd type="none" w="med" len="med"/>
                      <a:tailEnd type="none" w="med" len="med"/>
                    </a:lnL>
                    <a:lnR w="12700" cap="flat" cmpd="sng" algn="ctr">
                      <a:solidFill>
                        <a:schemeClr val="tx1">
                          <a:lumMod val="50000"/>
                          <a:lumOff val="50000"/>
                        </a:schemeClr>
                      </a:solidFill>
                      <a:prstDash val="solid"/>
                      <a:round/>
                      <a:headEnd type="none" w="med" len="med"/>
                      <a:tailEnd type="none" w="med" len="med"/>
                    </a:lnR>
                    <a:lnT w="12700" cap="flat" cmpd="sng" algn="ctr">
                      <a:solidFill>
                        <a:schemeClr val="tx1">
                          <a:lumMod val="50000"/>
                          <a:lumOff val="50000"/>
                        </a:schemeClr>
                      </a:solidFill>
                      <a:prstDash val="solid"/>
                      <a:round/>
                      <a:headEnd type="none" w="med" len="med"/>
                      <a:tailEnd type="none" w="med" len="med"/>
                    </a:lnT>
                    <a:lnB w="12700" cap="flat" cmpd="sng" algn="ctr">
                      <a:solidFill>
                        <a:schemeClr val="tx1">
                          <a:lumMod val="50000"/>
                          <a:lumOff val="50000"/>
                        </a:schemeClr>
                      </a:solidFill>
                      <a:prstDash val="solid"/>
                      <a:round/>
                      <a:headEnd type="none" w="med" len="med"/>
                      <a:tailEnd type="none" w="med" len="med"/>
                    </a:lnB>
                    <a:noFill/>
                  </a:tcPr>
                </a:tc>
                <a:extLst>
                  <a:ext uri="{0D108BD9-81ED-4DB2-BD59-A6C34878D82A}">
                    <a16:rowId xmlns:a16="http://schemas.microsoft.com/office/drawing/2014/main" xmlns="" val="757293535"/>
                  </a:ext>
                </a:extLst>
              </a:tr>
              <a:tr h="544060">
                <a:tc vMerge="1">
                  <a:txBody>
                    <a:bodyPr/>
                    <a:lstStyle/>
                    <a:p>
                      <a:pPr algn="ctr"/>
                      <a:endParaRPr lang="zh-CN" altLang="en-US" sz="1100" dirty="0">
                        <a:latin typeface="+mn-ea"/>
                        <a:ea typeface="+mn-ea"/>
                      </a:endParaRPr>
                    </a:p>
                  </a:txBody>
                  <a:tcPr anchor="ctr">
                    <a:lnL w="12700" cap="flat" cmpd="sng" algn="ctr">
                      <a:solidFill>
                        <a:schemeClr val="tx1">
                          <a:lumMod val="50000"/>
                          <a:lumOff val="50000"/>
                        </a:schemeClr>
                      </a:solidFill>
                      <a:prstDash val="solid"/>
                      <a:round/>
                      <a:headEnd type="none" w="med" len="med"/>
                      <a:tailEnd type="none" w="med" len="med"/>
                    </a:lnL>
                    <a:lnR w="12700" cap="flat" cmpd="sng" algn="ctr">
                      <a:solidFill>
                        <a:schemeClr val="tx1">
                          <a:lumMod val="50000"/>
                          <a:lumOff val="50000"/>
                        </a:schemeClr>
                      </a:solidFill>
                      <a:prstDash val="solid"/>
                      <a:round/>
                      <a:headEnd type="none" w="med" len="med"/>
                      <a:tailEnd type="none" w="med" len="med"/>
                    </a:lnR>
                    <a:lnT w="12700" cap="flat" cmpd="sng" algn="ctr">
                      <a:solidFill>
                        <a:schemeClr val="tx1">
                          <a:lumMod val="50000"/>
                          <a:lumOff val="50000"/>
                        </a:schemeClr>
                      </a:solidFill>
                      <a:prstDash val="solid"/>
                      <a:round/>
                      <a:headEnd type="none" w="med" len="med"/>
                      <a:tailEnd type="none" w="med" len="med"/>
                    </a:lnT>
                    <a:lnB w="12700" cap="flat" cmpd="sng" algn="ctr">
                      <a:solidFill>
                        <a:schemeClr val="tx1">
                          <a:lumMod val="50000"/>
                          <a:lumOff val="50000"/>
                        </a:schemeClr>
                      </a:solidFill>
                      <a:prstDash val="solid"/>
                      <a:round/>
                      <a:headEnd type="none" w="med" len="med"/>
                      <a:tailEnd type="none" w="med" len="med"/>
                    </a:lnB>
                    <a:noFill/>
                  </a:tcPr>
                </a:tc>
                <a:tc>
                  <a:txBody>
                    <a:bodyPr/>
                    <a:lstStyle/>
                    <a:p>
                      <a:r>
                        <a:rPr lang="zh-CN" altLang="en-US" sz="1050" dirty="0">
                          <a:latin typeface="+mn-lt"/>
                          <a:ea typeface="+mn-ea"/>
                          <a:cs typeface="+mn-ea"/>
                          <a:sym typeface="+mn-lt"/>
                        </a:rPr>
                        <a:t>组织</a:t>
                      </a:r>
                      <a:r>
                        <a:rPr lang="en-US" altLang="zh-CN" sz="1050" dirty="0">
                          <a:latin typeface="+mn-lt"/>
                          <a:ea typeface="+mn-ea"/>
                          <a:cs typeface="+mn-ea"/>
                          <a:sym typeface="+mn-lt"/>
                        </a:rPr>
                        <a:t>PVT</a:t>
                      </a:r>
                      <a:r>
                        <a:rPr lang="zh-CN" altLang="en-US" sz="1050" dirty="0">
                          <a:latin typeface="+mn-lt"/>
                          <a:ea typeface="+mn-ea"/>
                          <a:cs typeface="+mn-ea"/>
                          <a:sym typeface="+mn-lt"/>
                        </a:rPr>
                        <a:t>准入评审 </a:t>
                      </a:r>
                      <a:endParaRPr lang="en-US" altLang="zh-CN" sz="1050" dirty="0">
                        <a:latin typeface="+mn-lt"/>
                        <a:ea typeface="+mn-ea"/>
                        <a:cs typeface="+mn-ea"/>
                        <a:sym typeface="+mn-lt"/>
                      </a:endParaRPr>
                    </a:p>
                    <a:p>
                      <a:r>
                        <a:rPr lang="zh-CN" altLang="en-US" sz="1050" dirty="0">
                          <a:latin typeface="+mn-lt"/>
                          <a:ea typeface="+mn-ea"/>
                          <a:cs typeface="+mn-ea"/>
                          <a:sym typeface="+mn-lt"/>
                        </a:rPr>
                        <a:t>（管理评审）</a:t>
                      </a:r>
                    </a:p>
                  </a:txBody>
                  <a:tcPr anchor="ctr">
                    <a:lnL w="12700" cap="flat" cmpd="sng" algn="ctr">
                      <a:solidFill>
                        <a:schemeClr val="tx1">
                          <a:lumMod val="50000"/>
                          <a:lumOff val="50000"/>
                        </a:schemeClr>
                      </a:solidFill>
                      <a:prstDash val="solid"/>
                      <a:round/>
                      <a:headEnd type="none" w="med" len="med"/>
                      <a:tailEnd type="none" w="med" len="med"/>
                    </a:lnL>
                    <a:lnR w="12700" cap="flat" cmpd="sng" algn="ctr">
                      <a:solidFill>
                        <a:schemeClr val="tx1">
                          <a:lumMod val="50000"/>
                          <a:lumOff val="50000"/>
                        </a:schemeClr>
                      </a:solidFill>
                      <a:prstDash val="solid"/>
                      <a:round/>
                      <a:headEnd type="none" w="med" len="med"/>
                      <a:tailEnd type="none" w="med" len="med"/>
                    </a:lnR>
                    <a:lnT w="12700" cap="flat" cmpd="sng" algn="ctr">
                      <a:solidFill>
                        <a:schemeClr val="tx1">
                          <a:lumMod val="50000"/>
                          <a:lumOff val="50000"/>
                        </a:schemeClr>
                      </a:solidFill>
                      <a:prstDash val="solid"/>
                      <a:round/>
                      <a:headEnd type="none" w="med" len="med"/>
                      <a:tailEnd type="none" w="med" len="med"/>
                    </a:lnT>
                    <a:lnB w="12700" cap="flat" cmpd="sng" algn="ctr">
                      <a:solidFill>
                        <a:schemeClr val="tx1">
                          <a:lumMod val="50000"/>
                          <a:lumOff val="50000"/>
                        </a:schemeClr>
                      </a:solidFill>
                      <a:prstDash val="solid"/>
                      <a:round/>
                      <a:headEnd type="none" w="med" len="med"/>
                      <a:tailEnd type="none" w="med" len="med"/>
                    </a:lnB>
                    <a:noFill/>
                  </a:tcPr>
                </a:tc>
                <a:tc>
                  <a:txBody>
                    <a:bodyPr/>
                    <a:lstStyle/>
                    <a:p>
                      <a:r>
                        <a:rPr lang="zh-CN" altLang="en-US" sz="1050" dirty="0">
                          <a:solidFill>
                            <a:schemeClr val="tx1"/>
                          </a:solidFill>
                          <a:latin typeface="+mn-lt"/>
                          <a:ea typeface="+mn-ea"/>
                          <a:cs typeface="+mn-ea"/>
                          <a:sym typeface="+mn-lt"/>
                        </a:rPr>
                        <a:t>高层领导、项目核心团队人员</a:t>
                      </a:r>
                    </a:p>
                  </a:txBody>
                  <a:tcPr anchor="ctr">
                    <a:lnL w="12700" cap="flat" cmpd="sng" algn="ctr">
                      <a:solidFill>
                        <a:schemeClr val="tx1">
                          <a:lumMod val="50000"/>
                          <a:lumOff val="50000"/>
                        </a:schemeClr>
                      </a:solidFill>
                      <a:prstDash val="solid"/>
                      <a:round/>
                      <a:headEnd type="none" w="med" len="med"/>
                      <a:tailEnd type="none" w="med" len="med"/>
                    </a:lnL>
                    <a:lnR w="12700" cap="flat" cmpd="sng" algn="ctr">
                      <a:solidFill>
                        <a:schemeClr val="tx1">
                          <a:lumMod val="50000"/>
                          <a:lumOff val="50000"/>
                        </a:schemeClr>
                      </a:solidFill>
                      <a:prstDash val="solid"/>
                      <a:round/>
                      <a:headEnd type="none" w="med" len="med"/>
                      <a:tailEnd type="none" w="med" len="med"/>
                    </a:lnR>
                    <a:lnT w="12700" cap="flat" cmpd="sng" algn="ctr">
                      <a:solidFill>
                        <a:schemeClr val="tx1">
                          <a:lumMod val="50000"/>
                          <a:lumOff val="50000"/>
                        </a:schemeClr>
                      </a:solidFill>
                      <a:prstDash val="solid"/>
                      <a:round/>
                      <a:headEnd type="none" w="med" len="med"/>
                      <a:tailEnd type="none" w="med" len="med"/>
                    </a:lnT>
                    <a:lnB w="12700" cap="flat" cmpd="sng" algn="ctr">
                      <a:solidFill>
                        <a:schemeClr val="tx1">
                          <a:lumMod val="50000"/>
                          <a:lumOff val="50000"/>
                        </a:schemeClr>
                      </a:solidFill>
                      <a:prstDash val="solid"/>
                      <a:round/>
                      <a:headEnd type="none" w="med" len="med"/>
                      <a:tailEnd type="none" w="med" len="med"/>
                    </a:lnB>
                    <a:noFill/>
                  </a:tcPr>
                </a:tc>
                <a:tc>
                  <a:txBody>
                    <a:bodyPr/>
                    <a:lstStyle/>
                    <a:p>
                      <a:pPr marL="171450" marR="0" indent="-171450" algn="l" defTabSz="914400" rtl="0" eaLnBrk="1" fontAlgn="auto" latinLnBrk="0" hangingPunct="1">
                        <a:lnSpc>
                          <a:spcPct val="120000"/>
                        </a:lnSpc>
                        <a:spcBef>
                          <a:spcPts val="0"/>
                        </a:spcBef>
                        <a:spcAft>
                          <a:spcPts val="0"/>
                        </a:spcAft>
                        <a:buClrTx/>
                        <a:buSzTx/>
                        <a:buFont typeface="Arial" panose="020B0604020202020204" pitchFamily="34" charset="0"/>
                        <a:buChar char="•"/>
                        <a:tabLst/>
                        <a:defRPr/>
                      </a:pPr>
                      <a:r>
                        <a:rPr lang="en-US" altLang="zh-CN" sz="1050" u="none" strike="noStrike" kern="1200" dirty="0">
                          <a:solidFill>
                            <a:schemeClr val="dk1"/>
                          </a:solidFill>
                          <a:effectLst/>
                          <a:latin typeface="+mn-lt"/>
                          <a:ea typeface="+mn-ea"/>
                          <a:cs typeface="+mn-ea"/>
                          <a:sym typeface="+mn-lt"/>
                        </a:rPr>
                        <a:t>《</a:t>
                      </a:r>
                      <a:r>
                        <a:rPr lang="zh-CN" altLang="en-US" sz="1050" u="none" strike="noStrike" kern="1200" dirty="0">
                          <a:solidFill>
                            <a:schemeClr val="dk1"/>
                          </a:solidFill>
                          <a:effectLst/>
                          <a:latin typeface="+mn-lt"/>
                          <a:ea typeface="+mn-ea"/>
                          <a:cs typeface="+mn-ea"/>
                          <a:sym typeface="+mn-lt"/>
                        </a:rPr>
                        <a:t>项目阶段管理评审报告</a:t>
                      </a:r>
                      <a:r>
                        <a:rPr lang="en-US" altLang="zh-CN" sz="1050" u="none" strike="noStrike" kern="1200" dirty="0">
                          <a:solidFill>
                            <a:schemeClr val="dk1"/>
                          </a:solidFill>
                          <a:effectLst/>
                          <a:latin typeface="+mn-lt"/>
                          <a:ea typeface="+mn-ea"/>
                          <a:cs typeface="+mn-ea"/>
                          <a:sym typeface="+mn-lt"/>
                        </a:rPr>
                        <a:t>》</a:t>
                      </a:r>
                      <a:endParaRPr lang="zh-CN" altLang="en-US" sz="1050" u="none" strike="noStrike" kern="1200" dirty="0">
                        <a:solidFill>
                          <a:schemeClr val="dk1"/>
                        </a:solidFill>
                        <a:effectLst/>
                        <a:latin typeface="+mn-lt"/>
                        <a:ea typeface="+mn-ea"/>
                        <a:cs typeface="+mn-ea"/>
                        <a:sym typeface="+mn-lt"/>
                      </a:endParaRPr>
                    </a:p>
                  </a:txBody>
                  <a:tcPr anchor="ctr">
                    <a:lnL w="12700" cap="flat" cmpd="sng" algn="ctr">
                      <a:solidFill>
                        <a:schemeClr val="tx1">
                          <a:lumMod val="50000"/>
                          <a:lumOff val="50000"/>
                        </a:schemeClr>
                      </a:solidFill>
                      <a:prstDash val="solid"/>
                      <a:round/>
                      <a:headEnd type="none" w="med" len="med"/>
                      <a:tailEnd type="none" w="med" len="med"/>
                    </a:lnL>
                    <a:lnR w="12700" cap="flat" cmpd="sng" algn="ctr">
                      <a:solidFill>
                        <a:schemeClr val="tx1">
                          <a:lumMod val="50000"/>
                          <a:lumOff val="50000"/>
                        </a:schemeClr>
                      </a:solidFill>
                      <a:prstDash val="solid"/>
                      <a:round/>
                      <a:headEnd type="none" w="med" len="med"/>
                      <a:tailEnd type="none" w="med" len="med"/>
                    </a:lnR>
                    <a:lnT w="12700" cap="flat" cmpd="sng" algn="ctr">
                      <a:solidFill>
                        <a:schemeClr val="tx1">
                          <a:lumMod val="50000"/>
                          <a:lumOff val="50000"/>
                        </a:schemeClr>
                      </a:solidFill>
                      <a:prstDash val="solid"/>
                      <a:round/>
                      <a:headEnd type="none" w="med" len="med"/>
                      <a:tailEnd type="none" w="med" len="med"/>
                    </a:lnT>
                    <a:lnB w="12700" cap="flat" cmpd="sng" algn="ctr">
                      <a:solidFill>
                        <a:schemeClr val="tx1">
                          <a:lumMod val="50000"/>
                          <a:lumOff val="50000"/>
                        </a:schemeClr>
                      </a:solidFill>
                      <a:prstDash val="solid"/>
                      <a:round/>
                      <a:headEnd type="none" w="med" len="med"/>
                      <a:tailEnd type="none" w="med" len="med"/>
                    </a:lnB>
                    <a:noFill/>
                  </a:tcPr>
                </a:tc>
                <a:extLst>
                  <a:ext uri="{0D108BD9-81ED-4DB2-BD59-A6C34878D82A}">
                    <a16:rowId xmlns:a16="http://schemas.microsoft.com/office/drawing/2014/main" xmlns="" val="2133214060"/>
                  </a:ext>
                </a:extLst>
              </a:tr>
            </a:tbl>
          </a:graphicData>
        </a:graphic>
      </p:graphicFrame>
    </p:spTree>
    <p:extLst>
      <p:ext uri="{BB962C8B-B14F-4D97-AF65-F5344CB8AC3E}">
        <p14:creationId xmlns:p14="http://schemas.microsoft.com/office/powerpoint/2010/main" val="2351286836"/>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占位符 2"/>
          <p:cNvSpPr>
            <a:spLocks noGrp="1"/>
          </p:cNvSpPr>
          <p:nvPr>
            <p:ph type="body" sz="quarter" idx="11"/>
          </p:nvPr>
        </p:nvSpPr>
        <p:spPr>
          <a:xfrm>
            <a:off x="935596" y="2068032"/>
            <a:ext cx="7272807" cy="623248"/>
          </a:xfrm>
        </p:spPr>
        <p:txBody>
          <a:bodyPr/>
          <a:lstStyle/>
          <a:p>
            <a:r>
              <a:rPr lang="en-US" altLang="zh-CN" dirty="0">
                <a:latin typeface="+mn-lt"/>
                <a:ea typeface="+mn-ea"/>
                <a:cs typeface="+mn-ea"/>
                <a:sym typeface="+mn-lt"/>
              </a:rPr>
              <a:t>PVT</a:t>
            </a:r>
            <a:r>
              <a:rPr lang="zh-CN" altLang="en-US" dirty="0">
                <a:latin typeface="+mn-lt"/>
                <a:ea typeface="+mn-ea"/>
                <a:cs typeface="+mn-ea"/>
                <a:sym typeface="+mn-lt"/>
              </a:rPr>
              <a:t>准入条件</a:t>
            </a:r>
          </a:p>
        </p:txBody>
      </p:sp>
    </p:spTree>
    <p:extLst>
      <p:ext uri="{BB962C8B-B14F-4D97-AF65-F5344CB8AC3E}">
        <p14:creationId xmlns:p14="http://schemas.microsoft.com/office/powerpoint/2010/main" val="1378599987"/>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文本占位符 3"/>
          <p:cNvSpPr>
            <a:spLocks noGrp="1"/>
          </p:cNvSpPr>
          <p:nvPr>
            <p:ph type="body" sz="quarter" idx="13"/>
          </p:nvPr>
        </p:nvSpPr>
        <p:spPr/>
        <p:txBody>
          <a:bodyPr/>
          <a:lstStyle/>
          <a:p>
            <a:r>
              <a:rPr lang="en-US" altLang="zh-CN" dirty="0">
                <a:latin typeface="+mn-lt"/>
                <a:ea typeface="+mn-ea"/>
                <a:cs typeface="+mn-ea"/>
                <a:sym typeface="+mn-lt"/>
              </a:rPr>
              <a:t>PVT</a:t>
            </a:r>
            <a:r>
              <a:rPr lang="zh-CN" altLang="en-US" dirty="0">
                <a:latin typeface="+mn-lt"/>
                <a:ea typeface="+mn-ea"/>
                <a:cs typeface="+mn-ea"/>
                <a:sym typeface="+mn-lt"/>
              </a:rPr>
              <a:t>准入条件</a:t>
            </a:r>
          </a:p>
        </p:txBody>
      </p:sp>
      <p:graphicFrame>
        <p:nvGraphicFramePr>
          <p:cNvPr id="6" name="表格 5"/>
          <p:cNvGraphicFramePr>
            <a:graphicFrameLocks noGrp="1"/>
          </p:cNvGraphicFramePr>
          <p:nvPr>
            <p:extLst>
              <p:ext uri="{D42A27DB-BD31-4B8C-83A1-F6EECF244321}">
                <p14:modId xmlns:p14="http://schemas.microsoft.com/office/powerpoint/2010/main" val="2075162849"/>
              </p:ext>
            </p:extLst>
          </p:nvPr>
        </p:nvGraphicFramePr>
        <p:xfrm>
          <a:off x="1115616" y="732686"/>
          <a:ext cx="7560841" cy="4071312"/>
        </p:xfrm>
        <a:graphic>
          <a:graphicData uri="http://schemas.openxmlformats.org/drawingml/2006/table">
            <a:tbl>
              <a:tblPr>
                <a:tableStyleId>{5C22544A-7EE6-4342-B048-85BDC9FD1C3A}</a:tableStyleId>
              </a:tblPr>
              <a:tblGrid>
                <a:gridCol w="3535489">
                  <a:extLst>
                    <a:ext uri="{9D8B030D-6E8A-4147-A177-3AD203B41FA5}">
                      <a16:colId xmlns:a16="http://schemas.microsoft.com/office/drawing/2014/main" xmlns="" val="3450258799"/>
                    </a:ext>
                  </a:extLst>
                </a:gridCol>
                <a:gridCol w="2012676">
                  <a:extLst>
                    <a:ext uri="{9D8B030D-6E8A-4147-A177-3AD203B41FA5}">
                      <a16:colId xmlns:a16="http://schemas.microsoft.com/office/drawing/2014/main" xmlns="" val="2089343860"/>
                    </a:ext>
                  </a:extLst>
                </a:gridCol>
                <a:gridCol w="2012676">
                  <a:extLst>
                    <a:ext uri="{9D8B030D-6E8A-4147-A177-3AD203B41FA5}">
                      <a16:colId xmlns:a16="http://schemas.microsoft.com/office/drawing/2014/main" xmlns="" val="1480761418"/>
                    </a:ext>
                  </a:extLst>
                </a:gridCol>
              </a:tblGrid>
              <a:tr h="246698">
                <a:tc gridSpan="3">
                  <a:txBody>
                    <a:bodyPr/>
                    <a:lstStyle/>
                    <a:p>
                      <a:pPr algn="l" fontAlgn="b"/>
                      <a:r>
                        <a:rPr lang="en-US" altLang="zh-CN" sz="1200" b="1" u="none" strike="noStrike" dirty="0">
                          <a:solidFill>
                            <a:schemeClr val="bg1"/>
                          </a:solidFill>
                          <a:effectLst/>
                          <a:latin typeface="+mn-lt"/>
                          <a:ea typeface="+mn-ea"/>
                          <a:cs typeface="+mn-ea"/>
                          <a:sym typeface="+mn-lt"/>
                        </a:rPr>
                        <a:t>1</a:t>
                      </a:r>
                      <a:r>
                        <a:rPr lang="zh-CN" altLang="en-US" sz="1200" b="1" u="none" strike="noStrike" dirty="0">
                          <a:solidFill>
                            <a:schemeClr val="bg1"/>
                          </a:solidFill>
                          <a:effectLst/>
                          <a:latin typeface="+mn-lt"/>
                          <a:ea typeface="+mn-ea"/>
                          <a:cs typeface="+mn-ea"/>
                          <a:sym typeface="+mn-lt"/>
                        </a:rPr>
                        <a:t>、</a:t>
                      </a:r>
                      <a:r>
                        <a:rPr lang="en-US" altLang="zh-CN" sz="1200" b="1" u="none" strike="noStrike" dirty="0">
                          <a:solidFill>
                            <a:schemeClr val="bg1"/>
                          </a:solidFill>
                          <a:effectLst/>
                          <a:latin typeface="+mn-lt"/>
                          <a:ea typeface="+mn-ea"/>
                          <a:cs typeface="+mn-ea"/>
                          <a:sym typeface="+mn-lt"/>
                        </a:rPr>
                        <a:t>DVT</a:t>
                      </a:r>
                      <a:r>
                        <a:rPr lang="zh-CN" altLang="en-US" sz="1200" b="1" u="none" strike="noStrike" dirty="0">
                          <a:solidFill>
                            <a:schemeClr val="bg1"/>
                          </a:solidFill>
                          <a:effectLst/>
                          <a:latin typeface="+mn-lt"/>
                          <a:ea typeface="+mn-ea"/>
                          <a:cs typeface="+mn-ea"/>
                          <a:sym typeface="+mn-lt"/>
                        </a:rPr>
                        <a:t>测试报告评审已通过；</a:t>
                      </a:r>
                      <a:endParaRPr lang="zh-CN" altLang="en-US" sz="1200" b="1" i="0" u="none" strike="noStrike" dirty="0">
                        <a:solidFill>
                          <a:schemeClr val="bg1"/>
                        </a:solidFill>
                        <a:effectLst/>
                        <a:latin typeface="+mn-lt"/>
                        <a:ea typeface="+mn-ea"/>
                        <a:cs typeface="+mn-ea"/>
                        <a:sym typeface="+mn-lt"/>
                      </a:endParaRPr>
                    </a:p>
                  </a:txBody>
                  <a:tcPr marL="0" marR="0" marT="0" marB="0" anchor="b">
                    <a:lnL w="12700" cap="flat" cmpd="sng" algn="ctr">
                      <a:solidFill>
                        <a:schemeClr val="tx1">
                          <a:lumMod val="50000"/>
                          <a:lumOff val="50000"/>
                        </a:schemeClr>
                      </a:solidFill>
                      <a:prstDash val="solid"/>
                      <a:round/>
                      <a:headEnd type="none" w="med" len="med"/>
                      <a:tailEnd type="none" w="med" len="med"/>
                    </a:lnL>
                    <a:lnR w="12700" cap="flat" cmpd="sng" algn="ctr">
                      <a:solidFill>
                        <a:schemeClr val="tx1">
                          <a:lumMod val="50000"/>
                          <a:lumOff val="50000"/>
                        </a:schemeClr>
                      </a:solidFill>
                      <a:prstDash val="solid"/>
                      <a:round/>
                      <a:headEnd type="none" w="med" len="med"/>
                      <a:tailEnd type="none" w="med" len="med"/>
                    </a:lnR>
                    <a:lnT w="12700" cap="flat" cmpd="sng" algn="ctr">
                      <a:solidFill>
                        <a:schemeClr val="tx1">
                          <a:lumMod val="50000"/>
                          <a:lumOff val="50000"/>
                        </a:schemeClr>
                      </a:solidFill>
                      <a:prstDash val="solid"/>
                      <a:round/>
                      <a:headEnd type="none" w="med" len="med"/>
                      <a:tailEnd type="none" w="med" len="med"/>
                    </a:lnT>
                    <a:lnB w="12700" cap="flat" cmpd="sng" algn="ctr">
                      <a:solidFill>
                        <a:schemeClr val="tx1">
                          <a:lumMod val="50000"/>
                          <a:lumOff val="50000"/>
                        </a:schemeClr>
                      </a:solidFill>
                      <a:prstDash val="solid"/>
                      <a:round/>
                      <a:headEnd type="none" w="med" len="med"/>
                      <a:tailEnd type="none" w="med" len="med"/>
                    </a:lnB>
                    <a:solidFill>
                      <a:srgbClr val="AD2830"/>
                    </a:solidFill>
                  </a:tcPr>
                </a:tc>
                <a:tc hMerge="1">
                  <a:txBody>
                    <a:bodyPr/>
                    <a:lstStyle/>
                    <a:p>
                      <a:endParaRPr lang="zh-CN" altLang="en-US"/>
                    </a:p>
                  </a:txBody>
                  <a:tcPr/>
                </a:tc>
                <a:tc hMerge="1">
                  <a:txBody>
                    <a:bodyPr/>
                    <a:lstStyle/>
                    <a:p>
                      <a:pPr algn="l" fontAlgn="b"/>
                      <a:endParaRPr lang="zh-CN" altLang="en-US" sz="1200" b="0" i="0" u="none" strike="noStrike" dirty="0">
                        <a:solidFill>
                          <a:srgbClr val="000000"/>
                        </a:solidFill>
                        <a:effectLst/>
                        <a:latin typeface="+mn-ea"/>
                        <a:ea typeface="+mn-ea"/>
                      </a:endParaRPr>
                    </a:p>
                  </a:txBody>
                  <a:tcPr marL="0" marR="0" marT="0" marB="0" anchor="b">
                    <a:lnL w="12700" cap="flat" cmpd="sng" algn="ctr">
                      <a:solidFill>
                        <a:schemeClr val="tx1">
                          <a:lumMod val="50000"/>
                          <a:lumOff val="50000"/>
                        </a:schemeClr>
                      </a:solidFill>
                      <a:prstDash val="solid"/>
                      <a:round/>
                      <a:headEnd type="none" w="med" len="med"/>
                      <a:tailEnd type="none" w="med" len="med"/>
                    </a:lnL>
                    <a:lnR w="12700" cap="flat" cmpd="sng" algn="ctr">
                      <a:solidFill>
                        <a:schemeClr val="tx1">
                          <a:lumMod val="50000"/>
                          <a:lumOff val="50000"/>
                        </a:schemeClr>
                      </a:solidFill>
                      <a:prstDash val="solid"/>
                      <a:round/>
                      <a:headEnd type="none" w="med" len="med"/>
                      <a:tailEnd type="none" w="med" len="med"/>
                    </a:lnR>
                    <a:lnT w="12700" cap="flat" cmpd="sng" algn="ctr">
                      <a:solidFill>
                        <a:schemeClr val="tx1">
                          <a:lumMod val="50000"/>
                          <a:lumOff val="50000"/>
                        </a:schemeClr>
                      </a:solidFill>
                      <a:prstDash val="solid"/>
                      <a:round/>
                      <a:headEnd type="none" w="med" len="med"/>
                      <a:tailEnd type="none" w="med" len="med"/>
                    </a:lnT>
                    <a:lnB w="12700" cap="flat" cmpd="sng" algn="ctr">
                      <a:solidFill>
                        <a:schemeClr val="tx1">
                          <a:lumMod val="50000"/>
                          <a:lumOff val="50000"/>
                        </a:schemeClr>
                      </a:solidFill>
                      <a:prstDash val="solid"/>
                      <a:round/>
                      <a:headEnd type="none" w="med" len="med"/>
                      <a:tailEnd type="none" w="med" len="med"/>
                    </a:lnB>
                    <a:noFill/>
                  </a:tcPr>
                </a:tc>
                <a:extLst>
                  <a:ext uri="{0D108BD9-81ED-4DB2-BD59-A6C34878D82A}">
                    <a16:rowId xmlns:a16="http://schemas.microsoft.com/office/drawing/2014/main" xmlns="" val="2947955695"/>
                  </a:ext>
                </a:extLst>
              </a:tr>
              <a:tr h="221229">
                <a:tc>
                  <a:txBody>
                    <a:bodyPr/>
                    <a:lstStyle/>
                    <a:p>
                      <a:pPr lvl="0" algn="ctr" fontAlgn="b"/>
                      <a:r>
                        <a:rPr lang="zh-CN" altLang="en-US" sz="1200" u="none" strike="noStrike" dirty="0">
                          <a:effectLst/>
                          <a:latin typeface="+mn-lt"/>
                          <a:ea typeface="+mn-ea"/>
                          <a:cs typeface="+mn-ea"/>
                          <a:sym typeface="+mn-lt"/>
                        </a:rPr>
                        <a:t>工作产品名称</a:t>
                      </a:r>
                      <a:endParaRPr lang="zh-CN" altLang="en-US" sz="1200" b="0" i="0" u="none" strike="noStrike" dirty="0">
                        <a:solidFill>
                          <a:srgbClr val="000000"/>
                        </a:solidFill>
                        <a:effectLst/>
                        <a:latin typeface="+mn-lt"/>
                        <a:ea typeface="+mn-ea"/>
                        <a:cs typeface="+mn-ea"/>
                        <a:sym typeface="+mn-lt"/>
                      </a:endParaRPr>
                    </a:p>
                  </a:txBody>
                  <a:tcPr marL="0" marR="0" marT="0" marB="0" anchor="b">
                    <a:lnL w="12700" cap="flat" cmpd="sng" algn="ctr">
                      <a:solidFill>
                        <a:schemeClr val="tx1">
                          <a:lumMod val="50000"/>
                          <a:lumOff val="50000"/>
                        </a:schemeClr>
                      </a:solidFill>
                      <a:prstDash val="solid"/>
                      <a:round/>
                      <a:headEnd type="none" w="med" len="med"/>
                      <a:tailEnd type="none" w="med" len="med"/>
                    </a:lnL>
                    <a:lnR w="12700" cap="flat" cmpd="sng" algn="ctr">
                      <a:solidFill>
                        <a:schemeClr val="tx1">
                          <a:lumMod val="50000"/>
                          <a:lumOff val="50000"/>
                        </a:schemeClr>
                      </a:solidFill>
                      <a:prstDash val="solid"/>
                      <a:round/>
                      <a:headEnd type="none" w="med" len="med"/>
                      <a:tailEnd type="none" w="med" len="med"/>
                    </a:lnR>
                    <a:lnT w="12700" cap="flat" cmpd="sng" algn="ctr">
                      <a:solidFill>
                        <a:schemeClr val="tx1">
                          <a:lumMod val="50000"/>
                          <a:lumOff val="50000"/>
                        </a:schemeClr>
                      </a:solidFill>
                      <a:prstDash val="solid"/>
                      <a:round/>
                      <a:headEnd type="none" w="med" len="med"/>
                      <a:tailEnd type="none" w="med" len="med"/>
                    </a:lnT>
                    <a:lnB w="12700" cap="flat" cmpd="sng" algn="ctr">
                      <a:solidFill>
                        <a:schemeClr val="tx1">
                          <a:lumMod val="50000"/>
                          <a:lumOff val="50000"/>
                        </a:schemeClr>
                      </a:solidFill>
                      <a:prstDash val="solid"/>
                      <a:round/>
                      <a:headEnd type="none" w="med" len="med"/>
                      <a:tailEnd type="none" w="med" len="med"/>
                    </a:lnB>
                    <a:solidFill>
                      <a:schemeClr val="accent2">
                        <a:lumMod val="20000"/>
                        <a:lumOff val="80000"/>
                      </a:schemeClr>
                    </a:solidFill>
                  </a:tcPr>
                </a:tc>
                <a:tc>
                  <a:txBody>
                    <a:bodyPr/>
                    <a:lstStyle/>
                    <a:p>
                      <a:pPr algn="ctr" fontAlgn="b"/>
                      <a:r>
                        <a:rPr lang="zh-CN" altLang="en-US" sz="1200" u="none" strike="noStrike" dirty="0">
                          <a:effectLst/>
                          <a:latin typeface="+mn-lt"/>
                          <a:ea typeface="+mn-ea"/>
                          <a:cs typeface="+mn-ea"/>
                          <a:sym typeface="+mn-lt"/>
                        </a:rPr>
                        <a:t>责任人</a:t>
                      </a:r>
                      <a:endParaRPr lang="zh-CN" altLang="en-US" sz="1200" b="0" i="0" u="none" strike="noStrike" dirty="0">
                        <a:solidFill>
                          <a:srgbClr val="000000"/>
                        </a:solidFill>
                        <a:effectLst/>
                        <a:latin typeface="+mn-lt"/>
                        <a:ea typeface="+mn-ea"/>
                        <a:cs typeface="+mn-ea"/>
                        <a:sym typeface="+mn-lt"/>
                      </a:endParaRPr>
                    </a:p>
                  </a:txBody>
                  <a:tcPr marL="0" marR="0" marT="0" marB="0" anchor="b">
                    <a:lnL w="12700" cap="flat" cmpd="sng" algn="ctr">
                      <a:solidFill>
                        <a:schemeClr val="tx1">
                          <a:lumMod val="50000"/>
                          <a:lumOff val="50000"/>
                        </a:schemeClr>
                      </a:solidFill>
                      <a:prstDash val="solid"/>
                      <a:round/>
                      <a:headEnd type="none" w="med" len="med"/>
                      <a:tailEnd type="none" w="med" len="med"/>
                    </a:lnL>
                    <a:lnR w="12700" cap="flat" cmpd="sng" algn="ctr">
                      <a:solidFill>
                        <a:schemeClr val="tx1">
                          <a:lumMod val="50000"/>
                          <a:lumOff val="50000"/>
                        </a:schemeClr>
                      </a:solidFill>
                      <a:prstDash val="solid"/>
                      <a:round/>
                      <a:headEnd type="none" w="med" len="med"/>
                      <a:tailEnd type="none" w="med" len="med"/>
                    </a:lnR>
                    <a:lnT w="12700" cap="flat" cmpd="sng" algn="ctr">
                      <a:solidFill>
                        <a:schemeClr val="tx1">
                          <a:lumMod val="50000"/>
                          <a:lumOff val="50000"/>
                        </a:schemeClr>
                      </a:solidFill>
                      <a:prstDash val="solid"/>
                      <a:round/>
                      <a:headEnd type="none" w="med" len="med"/>
                      <a:tailEnd type="none" w="med" len="med"/>
                    </a:lnT>
                    <a:lnB w="12700" cap="flat" cmpd="sng" algn="ctr">
                      <a:solidFill>
                        <a:schemeClr val="tx1">
                          <a:lumMod val="50000"/>
                          <a:lumOff val="50000"/>
                        </a:schemeClr>
                      </a:solidFill>
                      <a:prstDash val="solid"/>
                      <a:round/>
                      <a:headEnd type="none" w="med" len="med"/>
                      <a:tailEnd type="none" w="med" len="med"/>
                    </a:lnB>
                    <a:solidFill>
                      <a:schemeClr val="accent2">
                        <a:lumMod val="20000"/>
                        <a:lumOff val="80000"/>
                      </a:schemeClr>
                    </a:solidFill>
                  </a:tcPr>
                </a:tc>
                <a:tc>
                  <a:txBody>
                    <a:bodyPr/>
                    <a:lstStyle/>
                    <a:p>
                      <a:pPr algn="ctr" fontAlgn="b"/>
                      <a:r>
                        <a:rPr lang="zh-CN" altLang="en-US" sz="1200" b="0" i="0" u="none" strike="noStrike" dirty="0">
                          <a:solidFill>
                            <a:srgbClr val="000000"/>
                          </a:solidFill>
                          <a:effectLst/>
                          <a:latin typeface="+mn-lt"/>
                          <a:ea typeface="+mn-ea"/>
                          <a:cs typeface="+mn-ea"/>
                          <a:sym typeface="+mn-lt"/>
                        </a:rPr>
                        <a:t>评审模式</a:t>
                      </a:r>
                    </a:p>
                  </a:txBody>
                  <a:tcPr marL="0" marR="0" marT="0" marB="0" anchor="b">
                    <a:lnL w="12700" cap="flat" cmpd="sng" algn="ctr">
                      <a:solidFill>
                        <a:schemeClr val="tx1">
                          <a:lumMod val="50000"/>
                          <a:lumOff val="50000"/>
                        </a:schemeClr>
                      </a:solidFill>
                      <a:prstDash val="solid"/>
                      <a:round/>
                      <a:headEnd type="none" w="med" len="med"/>
                      <a:tailEnd type="none" w="med" len="med"/>
                    </a:lnL>
                    <a:lnR w="12700" cap="flat" cmpd="sng" algn="ctr">
                      <a:solidFill>
                        <a:schemeClr val="tx1">
                          <a:lumMod val="50000"/>
                          <a:lumOff val="50000"/>
                        </a:schemeClr>
                      </a:solidFill>
                      <a:prstDash val="solid"/>
                      <a:round/>
                      <a:headEnd type="none" w="med" len="med"/>
                      <a:tailEnd type="none" w="med" len="med"/>
                    </a:lnR>
                    <a:lnT w="12700" cap="flat" cmpd="sng" algn="ctr">
                      <a:solidFill>
                        <a:schemeClr val="tx1">
                          <a:lumMod val="50000"/>
                          <a:lumOff val="50000"/>
                        </a:schemeClr>
                      </a:solidFill>
                      <a:prstDash val="solid"/>
                      <a:round/>
                      <a:headEnd type="none" w="med" len="med"/>
                      <a:tailEnd type="none" w="med" len="med"/>
                    </a:lnT>
                    <a:lnB w="12700" cap="flat" cmpd="sng" algn="ctr">
                      <a:solidFill>
                        <a:schemeClr val="tx1">
                          <a:lumMod val="50000"/>
                          <a:lumOff val="50000"/>
                        </a:schemeClr>
                      </a:solidFill>
                      <a:prstDash val="solid"/>
                      <a:round/>
                      <a:headEnd type="none" w="med" len="med"/>
                      <a:tailEnd type="none" w="med" len="med"/>
                    </a:lnB>
                    <a:solidFill>
                      <a:schemeClr val="accent2">
                        <a:lumMod val="20000"/>
                        <a:lumOff val="80000"/>
                      </a:schemeClr>
                    </a:solidFill>
                  </a:tcPr>
                </a:tc>
                <a:extLst>
                  <a:ext uri="{0D108BD9-81ED-4DB2-BD59-A6C34878D82A}">
                    <a16:rowId xmlns:a16="http://schemas.microsoft.com/office/drawing/2014/main" xmlns="" val="3850576110"/>
                  </a:ext>
                </a:extLst>
              </a:tr>
              <a:tr h="211455">
                <a:tc>
                  <a:txBody>
                    <a:bodyPr/>
                    <a:lstStyle/>
                    <a:p>
                      <a:pPr lvl="1" algn="l" fontAlgn="ctr"/>
                      <a:r>
                        <a:rPr lang="en-US" altLang="zh-CN" sz="1100" u="none" strike="noStrike" dirty="0">
                          <a:effectLst/>
                          <a:latin typeface="+mn-lt"/>
                          <a:ea typeface="+mn-ea"/>
                          <a:cs typeface="+mn-ea"/>
                          <a:sym typeface="+mn-lt"/>
                        </a:rPr>
                        <a:t>《</a:t>
                      </a:r>
                      <a:r>
                        <a:rPr lang="en-US" sz="1100" u="none" strike="noStrike" dirty="0">
                          <a:effectLst/>
                          <a:latin typeface="+mn-lt"/>
                          <a:ea typeface="+mn-ea"/>
                          <a:cs typeface="+mn-ea"/>
                          <a:sym typeface="+mn-lt"/>
                        </a:rPr>
                        <a:t>SIT</a:t>
                      </a:r>
                      <a:r>
                        <a:rPr lang="zh-CN" altLang="en-US" sz="1100" u="none" strike="noStrike" dirty="0">
                          <a:effectLst/>
                          <a:latin typeface="+mn-lt"/>
                          <a:ea typeface="+mn-ea"/>
                          <a:cs typeface="+mn-ea"/>
                          <a:sym typeface="+mn-lt"/>
                        </a:rPr>
                        <a:t>测试报告</a:t>
                      </a:r>
                      <a:r>
                        <a:rPr lang="en-US" altLang="zh-CN" sz="1100" u="none" strike="noStrike" dirty="0">
                          <a:effectLst/>
                          <a:latin typeface="+mn-lt"/>
                          <a:ea typeface="+mn-ea"/>
                          <a:cs typeface="+mn-ea"/>
                          <a:sym typeface="+mn-lt"/>
                        </a:rPr>
                        <a:t>》</a:t>
                      </a:r>
                      <a:endParaRPr lang="zh-CN" altLang="en-US" sz="1100" b="0" i="0" u="none" strike="noStrike" dirty="0">
                        <a:solidFill>
                          <a:srgbClr val="000000"/>
                        </a:solidFill>
                        <a:effectLst/>
                        <a:latin typeface="+mn-lt"/>
                        <a:ea typeface="+mn-ea"/>
                        <a:cs typeface="+mn-ea"/>
                        <a:sym typeface="+mn-lt"/>
                      </a:endParaRPr>
                    </a:p>
                  </a:txBody>
                  <a:tcPr marL="0" marR="0" marT="0" marB="0" anchor="ctr">
                    <a:lnL w="12700" cap="flat" cmpd="sng" algn="ctr">
                      <a:solidFill>
                        <a:schemeClr val="tx1">
                          <a:lumMod val="50000"/>
                          <a:lumOff val="50000"/>
                        </a:schemeClr>
                      </a:solidFill>
                      <a:prstDash val="solid"/>
                      <a:round/>
                      <a:headEnd type="none" w="med" len="med"/>
                      <a:tailEnd type="none" w="med" len="med"/>
                    </a:lnL>
                    <a:lnR w="12700" cap="flat" cmpd="sng" algn="ctr">
                      <a:solidFill>
                        <a:schemeClr val="tx1">
                          <a:lumMod val="50000"/>
                          <a:lumOff val="50000"/>
                        </a:schemeClr>
                      </a:solidFill>
                      <a:prstDash val="solid"/>
                      <a:round/>
                      <a:headEnd type="none" w="med" len="med"/>
                      <a:tailEnd type="none" w="med" len="med"/>
                    </a:lnR>
                    <a:lnT w="12700" cap="flat" cmpd="sng" algn="ctr">
                      <a:solidFill>
                        <a:schemeClr val="tx1">
                          <a:lumMod val="50000"/>
                          <a:lumOff val="50000"/>
                        </a:schemeClr>
                      </a:solidFill>
                      <a:prstDash val="solid"/>
                      <a:round/>
                      <a:headEnd type="none" w="med" len="med"/>
                      <a:tailEnd type="none" w="med" len="med"/>
                    </a:lnT>
                    <a:lnB w="12700" cap="flat" cmpd="sng" algn="ctr">
                      <a:solidFill>
                        <a:schemeClr val="tx1">
                          <a:lumMod val="50000"/>
                          <a:lumOff val="50000"/>
                        </a:schemeClr>
                      </a:solidFill>
                      <a:prstDash val="solid"/>
                      <a:round/>
                      <a:headEnd type="none" w="med" len="med"/>
                      <a:tailEnd type="none" w="med" len="med"/>
                    </a:lnB>
                    <a:noFill/>
                  </a:tcPr>
                </a:tc>
                <a:tc>
                  <a:txBody>
                    <a:bodyPr/>
                    <a:lstStyle/>
                    <a:p>
                      <a:pPr algn="ctr" fontAlgn="ctr"/>
                      <a:r>
                        <a:rPr lang="en-US" sz="1100" u="none" strike="noStrike" dirty="0">
                          <a:effectLst/>
                          <a:latin typeface="+mn-lt"/>
                          <a:ea typeface="+mn-ea"/>
                          <a:cs typeface="+mn-ea"/>
                          <a:sym typeface="+mn-lt"/>
                        </a:rPr>
                        <a:t>TPM(</a:t>
                      </a:r>
                      <a:r>
                        <a:rPr lang="zh-CN" altLang="en-US" sz="1100" u="none" strike="noStrike" dirty="0">
                          <a:effectLst/>
                          <a:latin typeface="+mn-lt"/>
                          <a:ea typeface="+mn-ea"/>
                          <a:cs typeface="+mn-ea"/>
                          <a:sym typeface="+mn-lt"/>
                        </a:rPr>
                        <a:t>测试代表</a:t>
                      </a:r>
                      <a:r>
                        <a:rPr lang="en-US" altLang="zh-CN" sz="1100" u="none" strike="noStrike" dirty="0">
                          <a:effectLst/>
                          <a:latin typeface="+mn-lt"/>
                          <a:ea typeface="+mn-ea"/>
                          <a:cs typeface="+mn-ea"/>
                          <a:sym typeface="+mn-lt"/>
                        </a:rPr>
                        <a:t>)</a:t>
                      </a:r>
                      <a:endParaRPr lang="en-US" altLang="zh-CN" sz="1100" b="0" i="0" u="none" strike="noStrike" dirty="0">
                        <a:solidFill>
                          <a:srgbClr val="000000"/>
                        </a:solidFill>
                        <a:effectLst/>
                        <a:latin typeface="+mn-lt"/>
                        <a:ea typeface="+mn-ea"/>
                        <a:cs typeface="+mn-ea"/>
                        <a:sym typeface="+mn-lt"/>
                      </a:endParaRPr>
                    </a:p>
                  </a:txBody>
                  <a:tcPr marL="0" marR="0" marT="0" marB="0" anchor="ctr">
                    <a:lnL w="12700" cap="flat" cmpd="sng" algn="ctr">
                      <a:solidFill>
                        <a:schemeClr val="tx1">
                          <a:lumMod val="50000"/>
                          <a:lumOff val="50000"/>
                        </a:schemeClr>
                      </a:solidFill>
                      <a:prstDash val="solid"/>
                      <a:round/>
                      <a:headEnd type="none" w="med" len="med"/>
                      <a:tailEnd type="none" w="med" len="med"/>
                    </a:lnL>
                    <a:lnR w="12700" cap="flat" cmpd="sng" algn="ctr">
                      <a:solidFill>
                        <a:schemeClr val="tx1">
                          <a:lumMod val="50000"/>
                          <a:lumOff val="50000"/>
                        </a:schemeClr>
                      </a:solidFill>
                      <a:prstDash val="solid"/>
                      <a:round/>
                      <a:headEnd type="none" w="med" len="med"/>
                      <a:tailEnd type="none" w="med" len="med"/>
                    </a:lnR>
                    <a:lnT w="12700" cap="flat" cmpd="sng" algn="ctr">
                      <a:solidFill>
                        <a:schemeClr val="tx1">
                          <a:lumMod val="50000"/>
                          <a:lumOff val="50000"/>
                        </a:schemeClr>
                      </a:solidFill>
                      <a:prstDash val="solid"/>
                      <a:round/>
                      <a:headEnd type="none" w="med" len="med"/>
                      <a:tailEnd type="none" w="med" len="med"/>
                    </a:lnT>
                    <a:lnB w="12700" cap="flat" cmpd="sng" algn="ctr">
                      <a:solidFill>
                        <a:schemeClr val="tx1">
                          <a:lumMod val="50000"/>
                          <a:lumOff val="50000"/>
                        </a:schemeClr>
                      </a:solidFill>
                      <a:prstDash val="solid"/>
                      <a:round/>
                      <a:headEnd type="none" w="med" len="med"/>
                      <a:tailEnd type="none" w="med" len="med"/>
                    </a:lnB>
                    <a:noFill/>
                  </a:tcPr>
                </a:tc>
                <a:tc rowSpan="6">
                  <a:txBody>
                    <a:bodyPr/>
                    <a:lstStyle/>
                    <a:p>
                      <a:pPr algn="ctr" fontAlgn="ctr"/>
                      <a:r>
                        <a:rPr lang="en-US" altLang="zh-CN" sz="1100" b="0" i="0" u="none" strike="noStrike" dirty="0">
                          <a:solidFill>
                            <a:srgbClr val="000000"/>
                          </a:solidFill>
                          <a:effectLst/>
                          <a:latin typeface="+mn-lt"/>
                          <a:ea typeface="+mn-ea"/>
                          <a:cs typeface="+mn-ea"/>
                          <a:sym typeface="+mn-lt"/>
                        </a:rPr>
                        <a:t>PLM</a:t>
                      </a:r>
                      <a:r>
                        <a:rPr lang="zh-CN" altLang="en-US" sz="1100" b="0" i="0" u="none" strike="noStrike" dirty="0">
                          <a:solidFill>
                            <a:srgbClr val="000000"/>
                          </a:solidFill>
                          <a:effectLst/>
                          <a:latin typeface="+mn-lt"/>
                          <a:ea typeface="+mn-ea"/>
                          <a:cs typeface="+mn-ea"/>
                          <a:sym typeface="+mn-lt"/>
                        </a:rPr>
                        <a:t>线上审核发布</a:t>
                      </a:r>
                      <a:endParaRPr lang="en-US" altLang="zh-CN" sz="1100" b="0" i="0" u="none" strike="noStrike" dirty="0">
                        <a:solidFill>
                          <a:srgbClr val="000000"/>
                        </a:solidFill>
                        <a:effectLst/>
                        <a:latin typeface="+mn-lt"/>
                        <a:ea typeface="+mn-ea"/>
                        <a:cs typeface="+mn-ea"/>
                        <a:sym typeface="+mn-lt"/>
                      </a:endParaRPr>
                    </a:p>
                  </a:txBody>
                  <a:tcPr marL="0" marR="0" marT="0" marB="0" anchor="ctr">
                    <a:lnL w="12700" cap="flat" cmpd="sng" algn="ctr">
                      <a:solidFill>
                        <a:schemeClr val="tx1">
                          <a:lumMod val="50000"/>
                          <a:lumOff val="50000"/>
                        </a:schemeClr>
                      </a:solidFill>
                      <a:prstDash val="solid"/>
                      <a:round/>
                      <a:headEnd type="none" w="med" len="med"/>
                      <a:tailEnd type="none" w="med" len="med"/>
                    </a:lnL>
                    <a:lnR w="12700" cap="flat" cmpd="sng" algn="ctr">
                      <a:solidFill>
                        <a:schemeClr val="tx1">
                          <a:lumMod val="50000"/>
                          <a:lumOff val="50000"/>
                        </a:schemeClr>
                      </a:solidFill>
                      <a:prstDash val="solid"/>
                      <a:round/>
                      <a:headEnd type="none" w="med" len="med"/>
                      <a:tailEnd type="none" w="med" len="med"/>
                    </a:lnR>
                    <a:lnT w="12700" cap="flat" cmpd="sng" algn="ctr">
                      <a:solidFill>
                        <a:schemeClr val="tx1">
                          <a:lumMod val="50000"/>
                          <a:lumOff val="50000"/>
                        </a:schemeClr>
                      </a:solidFill>
                      <a:prstDash val="solid"/>
                      <a:round/>
                      <a:headEnd type="none" w="med" len="med"/>
                      <a:tailEnd type="none" w="med" len="med"/>
                    </a:lnT>
                    <a:lnB w="12700" cap="flat" cmpd="sng" algn="ctr">
                      <a:solidFill>
                        <a:schemeClr val="tx1">
                          <a:lumMod val="50000"/>
                          <a:lumOff val="50000"/>
                        </a:schemeClr>
                      </a:solidFill>
                      <a:prstDash val="solid"/>
                      <a:round/>
                      <a:headEnd type="none" w="med" len="med"/>
                      <a:tailEnd type="none" w="med" len="med"/>
                    </a:lnB>
                    <a:noFill/>
                  </a:tcPr>
                </a:tc>
                <a:extLst>
                  <a:ext uri="{0D108BD9-81ED-4DB2-BD59-A6C34878D82A}">
                    <a16:rowId xmlns:a16="http://schemas.microsoft.com/office/drawing/2014/main" xmlns="" val="524478937"/>
                  </a:ext>
                </a:extLst>
              </a:tr>
              <a:tr h="211455">
                <a:tc>
                  <a:txBody>
                    <a:bodyPr/>
                    <a:lstStyle/>
                    <a:p>
                      <a:pPr marL="457200" marR="0" lvl="1" indent="0" algn="l" defTabSz="914400" rtl="0" eaLnBrk="1" fontAlgn="ctr" latinLnBrk="0" hangingPunct="1">
                        <a:lnSpc>
                          <a:spcPct val="100000"/>
                        </a:lnSpc>
                        <a:spcBef>
                          <a:spcPts val="0"/>
                        </a:spcBef>
                        <a:spcAft>
                          <a:spcPts val="0"/>
                        </a:spcAft>
                        <a:buClrTx/>
                        <a:buSzTx/>
                        <a:buFontTx/>
                        <a:buNone/>
                        <a:tabLst/>
                        <a:defRPr/>
                      </a:pPr>
                      <a:r>
                        <a:rPr lang="en-US" altLang="zh-CN" sz="1100" u="none" strike="noStrike" dirty="0">
                          <a:effectLst/>
                          <a:latin typeface="+mn-lt"/>
                          <a:ea typeface="+mn-ea"/>
                          <a:cs typeface="+mn-ea"/>
                          <a:sym typeface="+mn-lt"/>
                        </a:rPr>
                        <a:t>《</a:t>
                      </a:r>
                      <a:r>
                        <a:rPr lang="en-US" sz="1100" u="none" strike="noStrike" dirty="0">
                          <a:effectLst/>
                          <a:latin typeface="+mn-lt"/>
                          <a:ea typeface="+mn-ea"/>
                          <a:cs typeface="+mn-ea"/>
                          <a:sym typeface="+mn-lt"/>
                        </a:rPr>
                        <a:t>SI</a:t>
                      </a:r>
                      <a:r>
                        <a:rPr lang="zh-CN" altLang="en-US" sz="1100" u="none" strike="noStrike" dirty="0">
                          <a:effectLst/>
                          <a:latin typeface="+mn-lt"/>
                          <a:ea typeface="+mn-ea"/>
                          <a:cs typeface="+mn-ea"/>
                          <a:sym typeface="+mn-lt"/>
                        </a:rPr>
                        <a:t>测试报告</a:t>
                      </a:r>
                      <a:r>
                        <a:rPr lang="en-US" altLang="zh-CN" sz="1100" u="none" strike="noStrike" dirty="0">
                          <a:effectLst/>
                          <a:latin typeface="+mn-lt"/>
                          <a:ea typeface="+mn-ea"/>
                          <a:cs typeface="+mn-ea"/>
                          <a:sym typeface="+mn-lt"/>
                        </a:rPr>
                        <a:t>》</a:t>
                      </a:r>
                      <a:endParaRPr lang="zh-CN" altLang="en-US" sz="1100" b="0" i="0" u="none" strike="noStrike" dirty="0">
                        <a:solidFill>
                          <a:srgbClr val="000000"/>
                        </a:solidFill>
                        <a:effectLst/>
                        <a:latin typeface="+mn-lt"/>
                        <a:ea typeface="+mn-ea"/>
                        <a:cs typeface="+mn-ea"/>
                        <a:sym typeface="+mn-lt"/>
                      </a:endParaRPr>
                    </a:p>
                  </a:txBody>
                  <a:tcPr marL="0" marR="0" marT="0" marB="0" anchor="ctr">
                    <a:lnL w="12700" cap="flat" cmpd="sng" algn="ctr">
                      <a:solidFill>
                        <a:schemeClr val="tx1">
                          <a:lumMod val="50000"/>
                          <a:lumOff val="50000"/>
                        </a:schemeClr>
                      </a:solidFill>
                      <a:prstDash val="solid"/>
                      <a:round/>
                      <a:headEnd type="none" w="med" len="med"/>
                      <a:tailEnd type="none" w="med" len="med"/>
                    </a:lnL>
                    <a:lnR w="12700" cap="flat" cmpd="sng" algn="ctr">
                      <a:solidFill>
                        <a:schemeClr val="tx1">
                          <a:lumMod val="50000"/>
                          <a:lumOff val="50000"/>
                        </a:schemeClr>
                      </a:solidFill>
                      <a:prstDash val="solid"/>
                      <a:round/>
                      <a:headEnd type="none" w="med" len="med"/>
                      <a:tailEnd type="none" w="med" len="med"/>
                    </a:lnR>
                    <a:lnT w="12700" cap="flat" cmpd="sng" algn="ctr">
                      <a:solidFill>
                        <a:schemeClr val="tx1">
                          <a:lumMod val="50000"/>
                          <a:lumOff val="50000"/>
                        </a:schemeClr>
                      </a:solidFill>
                      <a:prstDash val="solid"/>
                      <a:round/>
                      <a:headEnd type="none" w="med" len="med"/>
                      <a:tailEnd type="none" w="med" len="med"/>
                    </a:lnT>
                    <a:lnB w="12700" cap="flat" cmpd="sng" algn="ctr">
                      <a:solidFill>
                        <a:schemeClr val="tx1">
                          <a:lumMod val="50000"/>
                          <a:lumOff val="50000"/>
                        </a:schemeClr>
                      </a:solidFill>
                      <a:prstDash val="solid"/>
                      <a:round/>
                      <a:headEnd type="none" w="med" len="med"/>
                      <a:tailEnd type="none" w="med" len="med"/>
                    </a:lnB>
                    <a:noFill/>
                  </a:tcPr>
                </a:tc>
                <a:tc>
                  <a:txBody>
                    <a:bodyPr/>
                    <a:lstStyle/>
                    <a:p>
                      <a:pPr algn="ctr" fontAlgn="ctr"/>
                      <a:r>
                        <a:rPr lang="en-US" sz="1100" u="none" strike="noStrike" dirty="0">
                          <a:effectLst/>
                          <a:latin typeface="+mn-lt"/>
                          <a:ea typeface="+mn-ea"/>
                          <a:cs typeface="+mn-ea"/>
                          <a:sym typeface="+mn-lt"/>
                        </a:rPr>
                        <a:t>SI</a:t>
                      </a:r>
                      <a:r>
                        <a:rPr lang="zh-CN" altLang="en-US" sz="1100" u="none" strike="noStrike" dirty="0">
                          <a:effectLst/>
                          <a:latin typeface="+mn-lt"/>
                          <a:ea typeface="+mn-ea"/>
                          <a:cs typeface="+mn-ea"/>
                          <a:sym typeface="+mn-lt"/>
                        </a:rPr>
                        <a:t>测试工程师</a:t>
                      </a:r>
                      <a:endParaRPr lang="zh-CN" altLang="en-US" sz="1100" b="0" i="0" u="none" strike="noStrike" dirty="0">
                        <a:solidFill>
                          <a:srgbClr val="000000"/>
                        </a:solidFill>
                        <a:effectLst/>
                        <a:latin typeface="+mn-lt"/>
                        <a:ea typeface="+mn-ea"/>
                        <a:cs typeface="+mn-ea"/>
                        <a:sym typeface="+mn-lt"/>
                      </a:endParaRPr>
                    </a:p>
                  </a:txBody>
                  <a:tcPr marL="0" marR="0" marT="0" marB="0" anchor="ctr">
                    <a:lnL w="12700" cap="flat" cmpd="sng" algn="ctr">
                      <a:solidFill>
                        <a:schemeClr val="tx1">
                          <a:lumMod val="50000"/>
                          <a:lumOff val="50000"/>
                        </a:schemeClr>
                      </a:solidFill>
                      <a:prstDash val="solid"/>
                      <a:round/>
                      <a:headEnd type="none" w="med" len="med"/>
                      <a:tailEnd type="none" w="med" len="med"/>
                    </a:lnL>
                    <a:lnR w="12700" cap="flat" cmpd="sng" algn="ctr">
                      <a:solidFill>
                        <a:schemeClr val="tx1">
                          <a:lumMod val="50000"/>
                          <a:lumOff val="50000"/>
                        </a:schemeClr>
                      </a:solidFill>
                      <a:prstDash val="solid"/>
                      <a:round/>
                      <a:headEnd type="none" w="med" len="med"/>
                      <a:tailEnd type="none" w="med" len="med"/>
                    </a:lnR>
                    <a:lnT w="12700" cap="flat" cmpd="sng" algn="ctr">
                      <a:solidFill>
                        <a:schemeClr val="tx1">
                          <a:lumMod val="50000"/>
                          <a:lumOff val="50000"/>
                        </a:schemeClr>
                      </a:solidFill>
                      <a:prstDash val="solid"/>
                      <a:round/>
                      <a:headEnd type="none" w="med" len="med"/>
                      <a:tailEnd type="none" w="med" len="med"/>
                    </a:lnT>
                    <a:lnB w="12700" cap="flat" cmpd="sng" algn="ctr">
                      <a:solidFill>
                        <a:schemeClr val="tx1">
                          <a:lumMod val="50000"/>
                          <a:lumOff val="50000"/>
                        </a:schemeClr>
                      </a:solidFill>
                      <a:prstDash val="solid"/>
                      <a:round/>
                      <a:headEnd type="none" w="med" len="med"/>
                      <a:tailEnd type="none" w="med" len="med"/>
                    </a:lnB>
                    <a:noFill/>
                  </a:tcPr>
                </a:tc>
                <a:tc vMerge="1">
                  <a:txBody>
                    <a:bodyPr/>
                    <a:lstStyle/>
                    <a:p>
                      <a:pPr algn="ctr" fontAlgn="ctr"/>
                      <a:endParaRPr lang="zh-CN" altLang="en-US" sz="1200" b="0" i="0" u="none" strike="noStrike" dirty="0">
                        <a:solidFill>
                          <a:srgbClr val="000000"/>
                        </a:solidFill>
                        <a:effectLst/>
                        <a:latin typeface="+mn-ea"/>
                        <a:ea typeface="+mn-ea"/>
                      </a:endParaRPr>
                    </a:p>
                  </a:txBody>
                  <a:tcPr marL="0" marR="0" marT="0" marB="0" anchor="ctr">
                    <a:lnL w="12700" cap="flat" cmpd="sng" algn="ctr">
                      <a:solidFill>
                        <a:schemeClr val="tx1">
                          <a:lumMod val="50000"/>
                          <a:lumOff val="50000"/>
                        </a:schemeClr>
                      </a:solidFill>
                      <a:prstDash val="solid"/>
                      <a:round/>
                      <a:headEnd type="none" w="med" len="med"/>
                      <a:tailEnd type="none" w="med" len="med"/>
                    </a:lnL>
                    <a:lnR w="12700" cap="flat" cmpd="sng" algn="ctr">
                      <a:solidFill>
                        <a:schemeClr val="tx1">
                          <a:lumMod val="50000"/>
                          <a:lumOff val="50000"/>
                        </a:schemeClr>
                      </a:solidFill>
                      <a:prstDash val="solid"/>
                      <a:round/>
                      <a:headEnd type="none" w="med" len="med"/>
                      <a:tailEnd type="none" w="med" len="med"/>
                    </a:lnR>
                    <a:lnT w="12700" cap="flat" cmpd="sng" algn="ctr">
                      <a:solidFill>
                        <a:schemeClr val="tx1">
                          <a:lumMod val="50000"/>
                          <a:lumOff val="50000"/>
                        </a:schemeClr>
                      </a:solidFill>
                      <a:prstDash val="solid"/>
                      <a:round/>
                      <a:headEnd type="none" w="med" len="med"/>
                      <a:tailEnd type="none" w="med" len="med"/>
                    </a:lnT>
                    <a:lnB w="12700" cap="flat" cmpd="sng" algn="ctr">
                      <a:solidFill>
                        <a:schemeClr val="tx1">
                          <a:lumMod val="50000"/>
                          <a:lumOff val="50000"/>
                        </a:schemeClr>
                      </a:solidFill>
                      <a:prstDash val="solid"/>
                      <a:round/>
                      <a:headEnd type="none" w="med" len="med"/>
                      <a:tailEnd type="none" w="med" len="med"/>
                    </a:lnB>
                    <a:noFill/>
                  </a:tcPr>
                </a:tc>
                <a:extLst>
                  <a:ext uri="{0D108BD9-81ED-4DB2-BD59-A6C34878D82A}">
                    <a16:rowId xmlns:a16="http://schemas.microsoft.com/office/drawing/2014/main" xmlns="" val="787699841"/>
                  </a:ext>
                </a:extLst>
              </a:tr>
              <a:tr h="211455">
                <a:tc>
                  <a:txBody>
                    <a:bodyPr/>
                    <a:lstStyle/>
                    <a:p>
                      <a:pPr marL="457200" marR="0" lvl="1" indent="0" algn="l" defTabSz="914400" rtl="0" eaLnBrk="1" fontAlgn="ctr" latinLnBrk="0" hangingPunct="1">
                        <a:lnSpc>
                          <a:spcPct val="100000"/>
                        </a:lnSpc>
                        <a:spcBef>
                          <a:spcPts val="0"/>
                        </a:spcBef>
                        <a:spcAft>
                          <a:spcPts val="0"/>
                        </a:spcAft>
                        <a:buClrTx/>
                        <a:buSzTx/>
                        <a:buFontTx/>
                        <a:buNone/>
                        <a:tabLst/>
                        <a:defRPr/>
                      </a:pPr>
                      <a:r>
                        <a:rPr lang="en-US" altLang="zh-CN" sz="1100" u="none" strike="noStrike" dirty="0">
                          <a:effectLst/>
                          <a:latin typeface="+mn-lt"/>
                          <a:ea typeface="+mn-ea"/>
                          <a:cs typeface="+mn-ea"/>
                          <a:sym typeface="+mn-lt"/>
                        </a:rPr>
                        <a:t>《</a:t>
                      </a:r>
                      <a:r>
                        <a:rPr lang="zh-CN" altLang="en-US" sz="1100" u="none" strike="noStrike" dirty="0">
                          <a:effectLst/>
                          <a:latin typeface="+mn-lt"/>
                          <a:ea typeface="+mn-ea"/>
                          <a:cs typeface="+mn-ea"/>
                          <a:sym typeface="+mn-lt"/>
                        </a:rPr>
                        <a:t>散热测试报告</a:t>
                      </a:r>
                      <a:r>
                        <a:rPr lang="en-US" altLang="zh-CN" sz="1100" u="none" strike="noStrike" dirty="0">
                          <a:effectLst/>
                          <a:latin typeface="+mn-lt"/>
                          <a:ea typeface="+mn-ea"/>
                          <a:cs typeface="+mn-ea"/>
                          <a:sym typeface="+mn-lt"/>
                        </a:rPr>
                        <a:t>》</a:t>
                      </a:r>
                      <a:endParaRPr lang="zh-CN" altLang="en-US" sz="1100" b="0" i="0" u="none" strike="noStrike" dirty="0">
                        <a:solidFill>
                          <a:srgbClr val="000000"/>
                        </a:solidFill>
                        <a:effectLst/>
                        <a:latin typeface="+mn-lt"/>
                        <a:ea typeface="+mn-ea"/>
                        <a:cs typeface="+mn-ea"/>
                        <a:sym typeface="+mn-lt"/>
                      </a:endParaRPr>
                    </a:p>
                  </a:txBody>
                  <a:tcPr marL="0" marR="0" marT="0" marB="0" anchor="ctr">
                    <a:lnL w="12700" cap="flat" cmpd="sng" algn="ctr">
                      <a:solidFill>
                        <a:schemeClr val="tx1">
                          <a:lumMod val="50000"/>
                          <a:lumOff val="50000"/>
                        </a:schemeClr>
                      </a:solidFill>
                      <a:prstDash val="solid"/>
                      <a:round/>
                      <a:headEnd type="none" w="med" len="med"/>
                      <a:tailEnd type="none" w="med" len="med"/>
                    </a:lnL>
                    <a:lnR w="12700" cap="flat" cmpd="sng" algn="ctr">
                      <a:solidFill>
                        <a:schemeClr val="tx1">
                          <a:lumMod val="50000"/>
                          <a:lumOff val="50000"/>
                        </a:schemeClr>
                      </a:solidFill>
                      <a:prstDash val="solid"/>
                      <a:round/>
                      <a:headEnd type="none" w="med" len="med"/>
                      <a:tailEnd type="none" w="med" len="med"/>
                    </a:lnR>
                    <a:lnT w="12700" cap="flat" cmpd="sng" algn="ctr">
                      <a:solidFill>
                        <a:schemeClr val="tx1">
                          <a:lumMod val="50000"/>
                          <a:lumOff val="50000"/>
                        </a:schemeClr>
                      </a:solidFill>
                      <a:prstDash val="solid"/>
                      <a:round/>
                      <a:headEnd type="none" w="med" len="med"/>
                      <a:tailEnd type="none" w="med" len="med"/>
                    </a:lnT>
                    <a:lnB w="12700" cap="flat" cmpd="sng" algn="ctr">
                      <a:solidFill>
                        <a:schemeClr val="tx1">
                          <a:lumMod val="50000"/>
                          <a:lumOff val="50000"/>
                        </a:schemeClr>
                      </a:solidFill>
                      <a:prstDash val="solid"/>
                      <a:round/>
                      <a:headEnd type="none" w="med" len="med"/>
                      <a:tailEnd type="none" w="med" len="med"/>
                    </a:lnB>
                    <a:noFill/>
                  </a:tcPr>
                </a:tc>
                <a:tc>
                  <a:txBody>
                    <a:bodyPr/>
                    <a:lstStyle/>
                    <a:p>
                      <a:pPr algn="ctr" fontAlgn="ctr"/>
                      <a:r>
                        <a:rPr lang="zh-CN" altLang="en-US" sz="1100" u="none" strike="noStrike" dirty="0">
                          <a:effectLst/>
                          <a:latin typeface="+mn-lt"/>
                          <a:ea typeface="+mn-ea"/>
                          <a:cs typeface="+mn-ea"/>
                          <a:sym typeface="+mn-lt"/>
                        </a:rPr>
                        <a:t>散热测试工程师</a:t>
                      </a:r>
                      <a:endParaRPr lang="zh-CN" altLang="en-US" sz="1100" b="0" i="0" u="none" strike="noStrike" dirty="0">
                        <a:solidFill>
                          <a:srgbClr val="000000"/>
                        </a:solidFill>
                        <a:effectLst/>
                        <a:latin typeface="+mn-lt"/>
                        <a:ea typeface="+mn-ea"/>
                        <a:cs typeface="+mn-ea"/>
                        <a:sym typeface="+mn-lt"/>
                      </a:endParaRPr>
                    </a:p>
                  </a:txBody>
                  <a:tcPr marL="0" marR="0" marT="0" marB="0" anchor="ctr">
                    <a:lnL w="12700" cap="flat" cmpd="sng" algn="ctr">
                      <a:solidFill>
                        <a:schemeClr val="tx1">
                          <a:lumMod val="50000"/>
                          <a:lumOff val="50000"/>
                        </a:schemeClr>
                      </a:solidFill>
                      <a:prstDash val="solid"/>
                      <a:round/>
                      <a:headEnd type="none" w="med" len="med"/>
                      <a:tailEnd type="none" w="med" len="med"/>
                    </a:lnL>
                    <a:lnR w="12700" cap="flat" cmpd="sng" algn="ctr">
                      <a:solidFill>
                        <a:schemeClr val="tx1">
                          <a:lumMod val="50000"/>
                          <a:lumOff val="50000"/>
                        </a:schemeClr>
                      </a:solidFill>
                      <a:prstDash val="solid"/>
                      <a:round/>
                      <a:headEnd type="none" w="med" len="med"/>
                      <a:tailEnd type="none" w="med" len="med"/>
                    </a:lnR>
                    <a:lnT w="12700" cap="flat" cmpd="sng" algn="ctr">
                      <a:solidFill>
                        <a:schemeClr val="tx1">
                          <a:lumMod val="50000"/>
                          <a:lumOff val="50000"/>
                        </a:schemeClr>
                      </a:solidFill>
                      <a:prstDash val="solid"/>
                      <a:round/>
                      <a:headEnd type="none" w="med" len="med"/>
                      <a:tailEnd type="none" w="med" len="med"/>
                    </a:lnT>
                    <a:lnB w="12700" cap="flat" cmpd="sng" algn="ctr">
                      <a:solidFill>
                        <a:schemeClr val="tx1">
                          <a:lumMod val="50000"/>
                          <a:lumOff val="50000"/>
                        </a:schemeClr>
                      </a:solidFill>
                      <a:prstDash val="solid"/>
                      <a:round/>
                      <a:headEnd type="none" w="med" len="med"/>
                      <a:tailEnd type="none" w="med" len="med"/>
                    </a:lnB>
                    <a:noFill/>
                  </a:tcPr>
                </a:tc>
                <a:tc vMerge="1">
                  <a:txBody>
                    <a:bodyPr/>
                    <a:lstStyle/>
                    <a:p>
                      <a:pPr algn="ctr" fontAlgn="ctr"/>
                      <a:endParaRPr lang="zh-CN" altLang="en-US" sz="1200" b="0" i="0" u="none" strike="noStrike" dirty="0">
                        <a:solidFill>
                          <a:srgbClr val="000000"/>
                        </a:solidFill>
                        <a:effectLst/>
                        <a:latin typeface="+mn-ea"/>
                        <a:ea typeface="+mn-ea"/>
                      </a:endParaRPr>
                    </a:p>
                  </a:txBody>
                  <a:tcPr marL="0" marR="0" marT="0" marB="0" anchor="ctr">
                    <a:lnL w="12700" cap="flat" cmpd="sng" algn="ctr">
                      <a:solidFill>
                        <a:schemeClr val="tx1">
                          <a:lumMod val="50000"/>
                          <a:lumOff val="50000"/>
                        </a:schemeClr>
                      </a:solidFill>
                      <a:prstDash val="solid"/>
                      <a:round/>
                      <a:headEnd type="none" w="med" len="med"/>
                      <a:tailEnd type="none" w="med" len="med"/>
                    </a:lnL>
                    <a:lnR w="12700" cap="flat" cmpd="sng" algn="ctr">
                      <a:solidFill>
                        <a:schemeClr val="tx1">
                          <a:lumMod val="50000"/>
                          <a:lumOff val="50000"/>
                        </a:schemeClr>
                      </a:solidFill>
                      <a:prstDash val="solid"/>
                      <a:round/>
                      <a:headEnd type="none" w="med" len="med"/>
                      <a:tailEnd type="none" w="med" len="med"/>
                    </a:lnR>
                    <a:lnT w="12700" cap="flat" cmpd="sng" algn="ctr">
                      <a:solidFill>
                        <a:schemeClr val="tx1">
                          <a:lumMod val="50000"/>
                          <a:lumOff val="50000"/>
                        </a:schemeClr>
                      </a:solidFill>
                      <a:prstDash val="solid"/>
                      <a:round/>
                      <a:headEnd type="none" w="med" len="med"/>
                      <a:tailEnd type="none" w="med" len="med"/>
                    </a:lnT>
                    <a:lnB w="12700" cap="flat" cmpd="sng" algn="ctr">
                      <a:solidFill>
                        <a:schemeClr val="tx1">
                          <a:lumMod val="50000"/>
                          <a:lumOff val="50000"/>
                        </a:schemeClr>
                      </a:solidFill>
                      <a:prstDash val="solid"/>
                      <a:round/>
                      <a:headEnd type="none" w="med" len="med"/>
                      <a:tailEnd type="none" w="med" len="med"/>
                    </a:lnB>
                    <a:noFill/>
                  </a:tcPr>
                </a:tc>
                <a:extLst>
                  <a:ext uri="{0D108BD9-81ED-4DB2-BD59-A6C34878D82A}">
                    <a16:rowId xmlns:a16="http://schemas.microsoft.com/office/drawing/2014/main" xmlns="" val="1705543548"/>
                  </a:ext>
                </a:extLst>
              </a:tr>
              <a:tr h="211455">
                <a:tc>
                  <a:txBody>
                    <a:bodyPr/>
                    <a:lstStyle/>
                    <a:p>
                      <a:pPr lvl="1" algn="l" fontAlgn="ctr"/>
                      <a:r>
                        <a:rPr lang="en-US" altLang="zh-CN" sz="1100" u="none" strike="noStrike" dirty="0">
                          <a:effectLst/>
                          <a:latin typeface="+mn-lt"/>
                          <a:ea typeface="+mn-ea"/>
                          <a:cs typeface="+mn-ea"/>
                          <a:sym typeface="+mn-lt"/>
                        </a:rPr>
                        <a:t>《</a:t>
                      </a:r>
                      <a:r>
                        <a:rPr lang="zh-CN" altLang="en-US" sz="1100" u="none" strike="noStrike" dirty="0">
                          <a:effectLst/>
                          <a:latin typeface="+mn-lt"/>
                          <a:ea typeface="+mn-ea"/>
                          <a:cs typeface="+mn-ea"/>
                          <a:sym typeface="+mn-lt"/>
                        </a:rPr>
                        <a:t>可靠性测试报告</a:t>
                      </a:r>
                      <a:r>
                        <a:rPr lang="en-US" altLang="zh-CN" sz="1100" u="none" strike="noStrike" dirty="0">
                          <a:effectLst/>
                          <a:latin typeface="+mn-lt"/>
                          <a:ea typeface="+mn-ea"/>
                          <a:cs typeface="+mn-ea"/>
                          <a:sym typeface="+mn-lt"/>
                        </a:rPr>
                        <a:t>》</a:t>
                      </a:r>
                      <a:endParaRPr lang="zh-CN" altLang="en-US" sz="1100" b="0" i="0" u="none" strike="noStrike" dirty="0">
                        <a:solidFill>
                          <a:srgbClr val="000000"/>
                        </a:solidFill>
                        <a:effectLst/>
                        <a:latin typeface="+mn-lt"/>
                        <a:ea typeface="+mn-ea"/>
                        <a:cs typeface="+mn-ea"/>
                        <a:sym typeface="+mn-lt"/>
                      </a:endParaRPr>
                    </a:p>
                  </a:txBody>
                  <a:tcPr marL="0" marR="0" marT="0" marB="0" anchor="ctr">
                    <a:lnL w="12700" cap="flat" cmpd="sng" algn="ctr">
                      <a:solidFill>
                        <a:schemeClr val="tx1">
                          <a:lumMod val="50000"/>
                          <a:lumOff val="50000"/>
                        </a:schemeClr>
                      </a:solidFill>
                      <a:prstDash val="solid"/>
                      <a:round/>
                      <a:headEnd type="none" w="med" len="med"/>
                      <a:tailEnd type="none" w="med" len="med"/>
                    </a:lnL>
                    <a:lnR w="12700" cap="flat" cmpd="sng" algn="ctr">
                      <a:solidFill>
                        <a:schemeClr val="tx1">
                          <a:lumMod val="50000"/>
                          <a:lumOff val="50000"/>
                        </a:schemeClr>
                      </a:solidFill>
                      <a:prstDash val="solid"/>
                      <a:round/>
                      <a:headEnd type="none" w="med" len="med"/>
                      <a:tailEnd type="none" w="med" len="med"/>
                    </a:lnR>
                    <a:lnT w="12700" cap="flat" cmpd="sng" algn="ctr">
                      <a:solidFill>
                        <a:schemeClr val="tx1">
                          <a:lumMod val="50000"/>
                          <a:lumOff val="50000"/>
                        </a:schemeClr>
                      </a:solidFill>
                      <a:prstDash val="solid"/>
                      <a:round/>
                      <a:headEnd type="none" w="med" len="med"/>
                      <a:tailEnd type="none" w="med" len="med"/>
                    </a:lnT>
                    <a:lnB w="12700" cap="flat" cmpd="sng" algn="ctr">
                      <a:solidFill>
                        <a:schemeClr val="tx1">
                          <a:lumMod val="50000"/>
                          <a:lumOff val="50000"/>
                        </a:schemeClr>
                      </a:solidFill>
                      <a:prstDash val="solid"/>
                      <a:round/>
                      <a:headEnd type="none" w="med" len="med"/>
                      <a:tailEnd type="none" w="med" len="med"/>
                    </a:lnB>
                    <a:noFill/>
                  </a:tcPr>
                </a:tc>
                <a:tc>
                  <a:txBody>
                    <a:bodyPr/>
                    <a:lstStyle/>
                    <a:p>
                      <a:pPr algn="ctr" fontAlgn="ctr"/>
                      <a:r>
                        <a:rPr lang="zh-CN" altLang="en-US" sz="1100" u="none" strike="noStrike" dirty="0">
                          <a:effectLst/>
                          <a:latin typeface="+mn-lt"/>
                          <a:ea typeface="+mn-ea"/>
                          <a:cs typeface="+mn-ea"/>
                          <a:sym typeface="+mn-lt"/>
                        </a:rPr>
                        <a:t>可靠性测试工程师</a:t>
                      </a:r>
                      <a:endParaRPr lang="zh-CN" altLang="en-US" sz="1100" b="0" i="0" u="none" strike="noStrike" dirty="0">
                        <a:solidFill>
                          <a:srgbClr val="000000"/>
                        </a:solidFill>
                        <a:effectLst/>
                        <a:latin typeface="+mn-lt"/>
                        <a:ea typeface="+mn-ea"/>
                        <a:cs typeface="+mn-ea"/>
                        <a:sym typeface="+mn-lt"/>
                      </a:endParaRPr>
                    </a:p>
                  </a:txBody>
                  <a:tcPr marL="0" marR="0" marT="0" marB="0" anchor="ctr">
                    <a:lnL w="12700" cap="flat" cmpd="sng" algn="ctr">
                      <a:solidFill>
                        <a:schemeClr val="tx1">
                          <a:lumMod val="50000"/>
                          <a:lumOff val="50000"/>
                        </a:schemeClr>
                      </a:solidFill>
                      <a:prstDash val="solid"/>
                      <a:round/>
                      <a:headEnd type="none" w="med" len="med"/>
                      <a:tailEnd type="none" w="med" len="med"/>
                    </a:lnL>
                    <a:lnR w="12700" cap="flat" cmpd="sng" algn="ctr">
                      <a:solidFill>
                        <a:schemeClr val="tx1">
                          <a:lumMod val="50000"/>
                          <a:lumOff val="50000"/>
                        </a:schemeClr>
                      </a:solidFill>
                      <a:prstDash val="solid"/>
                      <a:round/>
                      <a:headEnd type="none" w="med" len="med"/>
                      <a:tailEnd type="none" w="med" len="med"/>
                    </a:lnR>
                    <a:lnT w="12700" cap="flat" cmpd="sng" algn="ctr">
                      <a:solidFill>
                        <a:schemeClr val="tx1">
                          <a:lumMod val="50000"/>
                          <a:lumOff val="50000"/>
                        </a:schemeClr>
                      </a:solidFill>
                      <a:prstDash val="solid"/>
                      <a:round/>
                      <a:headEnd type="none" w="med" len="med"/>
                      <a:tailEnd type="none" w="med" len="med"/>
                    </a:lnT>
                    <a:lnB w="12700" cap="flat" cmpd="sng" algn="ctr">
                      <a:solidFill>
                        <a:schemeClr val="tx1">
                          <a:lumMod val="50000"/>
                          <a:lumOff val="50000"/>
                        </a:schemeClr>
                      </a:solidFill>
                      <a:prstDash val="solid"/>
                      <a:round/>
                      <a:headEnd type="none" w="med" len="med"/>
                      <a:tailEnd type="none" w="med" len="med"/>
                    </a:lnB>
                    <a:noFill/>
                  </a:tcPr>
                </a:tc>
                <a:tc vMerge="1">
                  <a:txBody>
                    <a:bodyPr/>
                    <a:lstStyle/>
                    <a:p>
                      <a:pPr algn="ctr" fontAlgn="ctr"/>
                      <a:endParaRPr lang="zh-CN" altLang="en-US" sz="1200" b="0" i="0" u="none" strike="noStrike" dirty="0">
                        <a:solidFill>
                          <a:srgbClr val="000000"/>
                        </a:solidFill>
                        <a:effectLst/>
                        <a:latin typeface="+mn-ea"/>
                        <a:ea typeface="+mn-ea"/>
                      </a:endParaRPr>
                    </a:p>
                  </a:txBody>
                  <a:tcPr marL="0" marR="0" marT="0" marB="0" anchor="ctr">
                    <a:lnL w="12700" cap="flat" cmpd="sng" algn="ctr">
                      <a:solidFill>
                        <a:schemeClr val="tx1">
                          <a:lumMod val="50000"/>
                          <a:lumOff val="50000"/>
                        </a:schemeClr>
                      </a:solidFill>
                      <a:prstDash val="solid"/>
                      <a:round/>
                      <a:headEnd type="none" w="med" len="med"/>
                      <a:tailEnd type="none" w="med" len="med"/>
                    </a:lnL>
                    <a:lnR w="12700" cap="flat" cmpd="sng" algn="ctr">
                      <a:solidFill>
                        <a:schemeClr val="tx1">
                          <a:lumMod val="50000"/>
                          <a:lumOff val="50000"/>
                        </a:schemeClr>
                      </a:solidFill>
                      <a:prstDash val="solid"/>
                      <a:round/>
                      <a:headEnd type="none" w="med" len="med"/>
                      <a:tailEnd type="none" w="med" len="med"/>
                    </a:lnR>
                    <a:lnT w="12700" cap="flat" cmpd="sng" algn="ctr">
                      <a:solidFill>
                        <a:schemeClr val="tx1">
                          <a:lumMod val="50000"/>
                          <a:lumOff val="50000"/>
                        </a:schemeClr>
                      </a:solidFill>
                      <a:prstDash val="solid"/>
                      <a:round/>
                      <a:headEnd type="none" w="med" len="med"/>
                      <a:tailEnd type="none" w="med" len="med"/>
                    </a:lnT>
                    <a:lnB w="12700" cap="flat" cmpd="sng" algn="ctr">
                      <a:solidFill>
                        <a:schemeClr val="tx1">
                          <a:lumMod val="50000"/>
                          <a:lumOff val="50000"/>
                        </a:schemeClr>
                      </a:solidFill>
                      <a:prstDash val="solid"/>
                      <a:round/>
                      <a:headEnd type="none" w="med" len="med"/>
                      <a:tailEnd type="none" w="med" len="med"/>
                    </a:lnB>
                    <a:noFill/>
                  </a:tcPr>
                </a:tc>
                <a:extLst>
                  <a:ext uri="{0D108BD9-81ED-4DB2-BD59-A6C34878D82A}">
                    <a16:rowId xmlns:a16="http://schemas.microsoft.com/office/drawing/2014/main" xmlns="" val="3639528634"/>
                  </a:ext>
                </a:extLst>
              </a:tr>
              <a:tr h="211455">
                <a:tc>
                  <a:txBody>
                    <a:bodyPr/>
                    <a:lstStyle/>
                    <a:p>
                      <a:pPr lvl="1" algn="l" fontAlgn="ctr"/>
                      <a:r>
                        <a:rPr lang="en-US" altLang="zh-CN" sz="1100" u="none" strike="noStrike" dirty="0">
                          <a:effectLst/>
                          <a:latin typeface="+mn-lt"/>
                          <a:ea typeface="+mn-ea"/>
                          <a:cs typeface="+mn-ea"/>
                          <a:sym typeface="+mn-lt"/>
                        </a:rPr>
                        <a:t>《</a:t>
                      </a:r>
                      <a:r>
                        <a:rPr lang="en-US" sz="1100" u="none" strike="noStrike" dirty="0">
                          <a:effectLst/>
                          <a:latin typeface="+mn-lt"/>
                          <a:ea typeface="+mn-ea"/>
                          <a:cs typeface="+mn-ea"/>
                          <a:sym typeface="+mn-lt"/>
                        </a:rPr>
                        <a:t>PA</a:t>
                      </a:r>
                      <a:r>
                        <a:rPr lang="zh-CN" altLang="en-US" sz="1100" u="none" strike="noStrike" dirty="0">
                          <a:effectLst/>
                          <a:latin typeface="+mn-lt"/>
                          <a:ea typeface="+mn-ea"/>
                          <a:cs typeface="+mn-ea"/>
                          <a:sym typeface="+mn-lt"/>
                        </a:rPr>
                        <a:t>测试报告</a:t>
                      </a:r>
                      <a:r>
                        <a:rPr lang="en-US" altLang="zh-CN" sz="1100" u="none" strike="noStrike" dirty="0">
                          <a:effectLst/>
                          <a:latin typeface="+mn-lt"/>
                          <a:ea typeface="+mn-ea"/>
                          <a:cs typeface="+mn-ea"/>
                          <a:sym typeface="+mn-lt"/>
                        </a:rPr>
                        <a:t>》</a:t>
                      </a:r>
                      <a:endParaRPr lang="zh-CN" altLang="en-US" sz="1100" b="0" i="0" u="none" strike="noStrike" dirty="0">
                        <a:solidFill>
                          <a:srgbClr val="000000"/>
                        </a:solidFill>
                        <a:effectLst/>
                        <a:latin typeface="+mn-lt"/>
                        <a:ea typeface="+mn-ea"/>
                        <a:cs typeface="+mn-ea"/>
                        <a:sym typeface="+mn-lt"/>
                      </a:endParaRPr>
                    </a:p>
                  </a:txBody>
                  <a:tcPr marL="0" marR="0" marT="0" marB="0" anchor="ctr">
                    <a:lnL w="12700" cap="flat" cmpd="sng" algn="ctr">
                      <a:solidFill>
                        <a:schemeClr val="tx1">
                          <a:lumMod val="50000"/>
                          <a:lumOff val="50000"/>
                        </a:schemeClr>
                      </a:solidFill>
                      <a:prstDash val="solid"/>
                      <a:round/>
                      <a:headEnd type="none" w="med" len="med"/>
                      <a:tailEnd type="none" w="med" len="med"/>
                    </a:lnL>
                    <a:lnR w="12700" cap="flat" cmpd="sng" algn="ctr">
                      <a:solidFill>
                        <a:schemeClr val="tx1">
                          <a:lumMod val="50000"/>
                          <a:lumOff val="50000"/>
                        </a:schemeClr>
                      </a:solidFill>
                      <a:prstDash val="solid"/>
                      <a:round/>
                      <a:headEnd type="none" w="med" len="med"/>
                      <a:tailEnd type="none" w="med" len="med"/>
                    </a:lnR>
                    <a:lnT w="12700" cap="flat" cmpd="sng" algn="ctr">
                      <a:solidFill>
                        <a:schemeClr val="tx1">
                          <a:lumMod val="50000"/>
                          <a:lumOff val="50000"/>
                        </a:schemeClr>
                      </a:solidFill>
                      <a:prstDash val="solid"/>
                      <a:round/>
                      <a:headEnd type="none" w="med" len="med"/>
                      <a:tailEnd type="none" w="med" len="med"/>
                    </a:lnT>
                    <a:lnB w="12700" cap="flat" cmpd="sng" algn="ctr">
                      <a:solidFill>
                        <a:schemeClr val="tx1">
                          <a:lumMod val="50000"/>
                          <a:lumOff val="50000"/>
                        </a:schemeClr>
                      </a:solidFill>
                      <a:prstDash val="solid"/>
                      <a:round/>
                      <a:headEnd type="none" w="med" len="med"/>
                      <a:tailEnd type="none" w="med" len="med"/>
                    </a:lnB>
                    <a:noFill/>
                  </a:tcPr>
                </a:tc>
                <a:tc>
                  <a:txBody>
                    <a:bodyPr/>
                    <a:lstStyle/>
                    <a:p>
                      <a:pPr algn="ctr" fontAlgn="ctr"/>
                      <a:r>
                        <a:rPr lang="zh-CN" altLang="en-US" sz="1100" u="none" strike="noStrike" dirty="0">
                          <a:effectLst/>
                          <a:latin typeface="+mn-lt"/>
                          <a:ea typeface="+mn-ea"/>
                          <a:cs typeface="+mn-ea"/>
                          <a:sym typeface="+mn-lt"/>
                        </a:rPr>
                        <a:t>可靠性测试工程师</a:t>
                      </a:r>
                      <a:endParaRPr lang="zh-CN" altLang="en-US" sz="1100" b="0" i="0" u="none" strike="noStrike" dirty="0">
                        <a:solidFill>
                          <a:srgbClr val="000000"/>
                        </a:solidFill>
                        <a:effectLst/>
                        <a:latin typeface="+mn-lt"/>
                        <a:ea typeface="+mn-ea"/>
                        <a:cs typeface="+mn-ea"/>
                        <a:sym typeface="+mn-lt"/>
                      </a:endParaRPr>
                    </a:p>
                  </a:txBody>
                  <a:tcPr marL="0" marR="0" marT="0" marB="0" anchor="ctr">
                    <a:lnL w="12700" cap="flat" cmpd="sng" algn="ctr">
                      <a:solidFill>
                        <a:schemeClr val="tx1">
                          <a:lumMod val="50000"/>
                          <a:lumOff val="50000"/>
                        </a:schemeClr>
                      </a:solidFill>
                      <a:prstDash val="solid"/>
                      <a:round/>
                      <a:headEnd type="none" w="med" len="med"/>
                      <a:tailEnd type="none" w="med" len="med"/>
                    </a:lnL>
                    <a:lnR w="12700" cap="flat" cmpd="sng" algn="ctr">
                      <a:solidFill>
                        <a:schemeClr val="tx1">
                          <a:lumMod val="50000"/>
                          <a:lumOff val="50000"/>
                        </a:schemeClr>
                      </a:solidFill>
                      <a:prstDash val="solid"/>
                      <a:round/>
                      <a:headEnd type="none" w="med" len="med"/>
                      <a:tailEnd type="none" w="med" len="med"/>
                    </a:lnR>
                    <a:lnT w="12700" cap="flat" cmpd="sng" algn="ctr">
                      <a:solidFill>
                        <a:schemeClr val="tx1">
                          <a:lumMod val="50000"/>
                          <a:lumOff val="50000"/>
                        </a:schemeClr>
                      </a:solidFill>
                      <a:prstDash val="solid"/>
                      <a:round/>
                      <a:headEnd type="none" w="med" len="med"/>
                      <a:tailEnd type="none" w="med" len="med"/>
                    </a:lnT>
                    <a:lnB w="12700" cap="flat" cmpd="sng" algn="ctr">
                      <a:solidFill>
                        <a:schemeClr val="tx1">
                          <a:lumMod val="50000"/>
                          <a:lumOff val="50000"/>
                        </a:schemeClr>
                      </a:solidFill>
                      <a:prstDash val="solid"/>
                      <a:round/>
                      <a:headEnd type="none" w="med" len="med"/>
                      <a:tailEnd type="none" w="med" len="med"/>
                    </a:lnB>
                    <a:noFill/>
                  </a:tcPr>
                </a:tc>
                <a:tc vMerge="1">
                  <a:txBody>
                    <a:bodyPr/>
                    <a:lstStyle/>
                    <a:p>
                      <a:pPr algn="ctr" fontAlgn="ctr"/>
                      <a:endParaRPr lang="zh-CN" altLang="en-US" sz="1200" b="0" i="0" u="none" strike="noStrike" dirty="0">
                        <a:solidFill>
                          <a:srgbClr val="000000"/>
                        </a:solidFill>
                        <a:effectLst/>
                        <a:latin typeface="+mn-ea"/>
                        <a:ea typeface="+mn-ea"/>
                      </a:endParaRPr>
                    </a:p>
                  </a:txBody>
                  <a:tcPr marL="0" marR="0" marT="0" marB="0" anchor="ctr">
                    <a:lnL w="12700" cap="flat" cmpd="sng" algn="ctr">
                      <a:solidFill>
                        <a:schemeClr val="tx1">
                          <a:lumMod val="50000"/>
                          <a:lumOff val="50000"/>
                        </a:schemeClr>
                      </a:solidFill>
                      <a:prstDash val="solid"/>
                      <a:round/>
                      <a:headEnd type="none" w="med" len="med"/>
                      <a:tailEnd type="none" w="med" len="med"/>
                    </a:lnL>
                    <a:lnR w="12700" cap="flat" cmpd="sng" algn="ctr">
                      <a:solidFill>
                        <a:schemeClr val="tx1">
                          <a:lumMod val="50000"/>
                          <a:lumOff val="50000"/>
                        </a:schemeClr>
                      </a:solidFill>
                      <a:prstDash val="solid"/>
                      <a:round/>
                      <a:headEnd type="none" w="med" len="med"/>
                      <a:tailEnd type="none" w="med" len="med"/>
                    </a:lnR>
                    <a:lnT w="12700" cap="flat" cmpd="sng" algn="ctr">
                      <a:solidFill>
                        <a:schemeClr val="tx1">
                          <a:lumMod val="50000"/>
                          <a:lumOff val="50000"/>
                        </a:schemeClr>
                      </a:solidFill>
                      <a:prstDash val="solid"/>
                      <a:round/>
                      <a:headEnd type="none" w="med" len="med"/>
                      <a:tailEnd type="none" w="med" len="med"/>
                    </a:lnT>
                    <a:lnB w="12700" cap="flat" cmpd="sng" algn="ctr">
                      <a:solidFill>
                        <a:schemeClr val="tx1">
                          <a:lumMod val="50000"/>
                          <a:lumOff val="50000"/>
                        </a:schemeClr>
                      </a:solidFill>
                      <a:prstDash val="solid"/>
                      <a:round/>
                      <a:headEnd type="none" w="med" len="med"/>
                      <a:tailEnd type="none" w="med" len="med"/>
                    </a:lnB>
                    <a:noFill/>
                  </a:tcPr>
                </a:tc>
                <a:extLst>
                  <a:ext uri="{0D108BD9-81ED-4DB2-BD59-A6C34878D82A}">
                    <a16:rowId xmlns:a16="http://schemas.microsoft.com/office/drawing/2014/main" xmlns="" val="766915836"/>
                  </a:ext>
                </a:extLst>
              </a:tr>
              <a:tr h="211455">
                <a:tc>
                  <a:txBody>
                    <a:bodyPr/>
                    <a:lstStyle/>
                    <a:p>
                      <a:pPr lvl="1" algn="l" fontAlgn="ctr"/>
                      <a:r>
                        <a:rPr lang="en-US" altLang="zh-CN" sz="1100" u="none" strike="noStrike" dirty="0">
                          <a:effectLst/>
                          <a:latin typeface="+mn-lt"/>
                          <a:ea typeface="+mn-ea"/>
                          <a:cs typeface="+mn-ea"/>
                          <a:sym typeface="+mn-lt"/>
                        </a:rPr>
                        <a:t>《</a:t>
                      </a:r>
                      <a:r>
                        <a:rPr lang="zh-CN" altLang="en-US" sz="1100" u="none" strike="noStrike" dirty="0">
                          <a:effectLst/>
                          <a:latin typeface="+mn-lt"/>
                          <a:ea typeface="+mn-ea"/>
                          <a:cs typeface="+mn-ea"/>
                          <a:sym typeface="+mn-lt"/>
                        </a:rPr>
                        <a:t>电源测试报告</a:t>
                      </a:r>
                      <a:r>
                        <a:rPr lang="en-US" altLang="zh-CN" sz="1100" u="none" strike="noStrike" dirty="0">
                          <a:effectLst/>
                          <a:latin typeface="+mn-lt"/>
                          <a:ea typeface="+mn-ea"/>
                          <a:cs typeface="+mn-ea"/>
                          <a:sym typeface="+mn-lt"/>
                        </a:rPr>
                        <a:t>》</a:t>
                      </a:r>
                      <a:endParaRPr lang="zh-CN" altLang="en-US" sz="1100" b="0" i="0" u="none" strike="noStrike" dirty="0">
                        <a:solidFill>
                          <a:srgbClr val="000000"/>
                        </a:solidFill>
                        <a:effectLst/>
                        <a:latin typeface="+mn-lt"/>
                        <a:ea typeface="+mn-ea"/>
                        <a:cs typeface="+mn-ea"/>
                        <a:sym typeface="+mn-lt"/>
                      </a:endParaRPr>
                    </a:p>
                  </a:txBody>
                  <a:tcPr marL="0" marR="0" marT="0" marB="0" anchor="ctr">
                    <a:lnL w="12700" cap="flat" cmpd="sng" algn="ctr">
                      <a:solidFill>
                        <a:schemeClr val="tx1">
                          <a:lumMod val="50000"/>
                          <a:lumOff val="50000"/>
                        </a:schemeClr>
                      </a:solidFill>
                      <a:prstDash val="solid"/>
                      <a:round/>
                      <a:headEnd type="none" w="med" len="med"/>
                      <a:tailEnd type="none" w="med" len="med"/>
                    </a:lnL>
                    <a:lnR w="12700" cap="flat" cmpd="sng" algn="ctr">
                      <a:solidFill>
                        <a:schemeClr val="tx1">
                          <a:lumMod val="50000"/>
                          <a:lumOff val="50000"/>
                        </a:schemeClr>
                      </a:solidFill>
                      <a:prstDash val="solid"/>
                      <a:round/>
                      <a:headEnd type="none" w="med" len="med"/>
                      <a:tailEnd type="none" w="med" len="med"/>
                    </a:lnR>
                    <a:lnT w="12700" cap="flat" cmpd="sng" algn="ctr">
                      <a:solidFill>
                        <a:schemeClr val="tx1">
                          <a:lumMod val="50000"/>
                          <a:lumOff val="50000"/>
                        </a:schemeClr>
                      </a:solidFill>
                      <a:prstDash val="solid"/>
                      <a:round/>
                      <a:headEnd type="none" w="med" len="med"/>
                      <a:tailEnd type="none" w="med" len="med"/>
                    </a:lnT>
                    <a:lnB w="12700" cap="flat" cmpd="sng" algn="ctr">
                      <a:solidFill>
                        <a:schemeClr val="tx1">
                          <a:lumMod val="50000"/>
                          <a:lumOff val="50000"/>
                        </a:schemeClr>
                      </a:solidFill>
                      <a:prstDash val="solid"/>
                      <a:round/>
                      <a:headEnd type="none" w="med" len="med"/>
                      <a:tailEnd type="none" w="med" len="med"/>
                    </a:lnB>
                    <a:noFill/>
                  </a:tcPr>
                </a:tc>
                <a:tc>
                  <a:txBody>
                    <a:bodyPr/>
                    <a:lstStyle/>
                    <a:p>
                      <a:pPr algn="ctr" fontAlgn="ctr"/>
                      <a:r>
                        <a:rPr lang="zh-CN" altLang="en-US" sz="1100" u="none" strike="noStrike" dirty="0">
                          <a:effectLst/>
                          <a:latin typeface="+mn-lt"/>
                          <a:ea typeface="+mn-ea"/>
                          <a:cs typeface="+mn-ea"/>
                          <a:sym typeface="+mn-lt"/>
                        </a:rPr>
                        <a:t>电源测试工程师</a:t>
                      </a:r>
                      <a:endParaRPr lang="zh-CN" altLang="en-US" sz="1100" b="0" i="0" u="none" strike="noStrike" dirty="0">
                        <a:solidFill>
                          <a:srgbClr val="000000"/>
                        </a:solidFill>
                        <a:effectLst/>
                        <a:latin typeface="+mn-lt"/>
                        <a:ea typeface="+mn-ea"/>
                        <a:cs typeface="+mn-ea"/>
                        <a:sym typeface="+mn-lt"/>
                      </a:endParaRPr>
                    </a:p>
                  </a:txBody>
                  <a:tcPr marL="0" marR="0" marT="0" marB="0" anchor="ctr">
                    <a:lnL w="12700" cap="flat" cmpd="sng" algn="ctr">
                      <a:solidFill>
                        <a:schemeClr val="tx1">
                          <a:lumMod val="50000"/>
                          <a:lumOff val="50000"/>
                        </a:schemeClr>
                      </a:solidFill>
                      <a:prstDash val="solid"/>
                      <a:round/>
                      <a:headEnd type="none" w="med" len="med"/>
                      <a:tailEnd type="none" w="med" len="med"/>
                    </a:lnL>
                    <a:lnR w="12700" cap="flat" cmpd="sng" algn="ctr">
                      <a:solidFill>
                        <a:schemeClr val="tx1">
                          <a:lumMod val="50000"/>
                          <a:lumOff val="50000"/>
                        </a:schemeClr>
                      </a:solidFill>
                      <a:prstDash val="solid"/>
                      <a:round/>
                      <a:headEnd type="none" w="med" len="med"/>
                      <a:tailEnd type="none" w="med" len="med"/>
                    </a:lnR>
                    <a:lnT w="12700" cap="flat" cmpd="sng" algn="ctr">
                      <a:solidFill>
                        <a:schemeClr val="tx1">
                          <a:lumMod val="50000"/>
                          <a:lumOff val="50000"/>
                        </a:schemeClr>
                      </a:solidFill>
                      <a:prstDash val="solid"/>
                      <a:round/>
                      <a:headEnd type="none" w="med" len="med"/>
                      <a:tailEnd type="none" w="med" len="med"/>
                    </a:lnT>
                    <a:lnB w="12700" cap="flat" cmpd="sng" algn="ctr">
                      <a:solidFill>
                        <a:schemeClr val="tx1">
                          <a:lumMod val="50000"/>
                          <a:lumOff val="50000"/>
                        </a:schemeClr>
                      </a:solidFill>
                      <a:prstDash val="solid"/>
                      <a:round/>
                      <a:headEnd type="none" w="med" len="med"/>
                      <a:tailEnd type="none" w="med" len="med"/>
                    </a:lnB>
                    <a:noFill/>
                  </a:tcPr>
                </a:tc>
                <a:tc vMerge="1">
                  <a:txBody>
                    <a:bodyPr/>
                    <a:lstStyle/>
                    <a:p>
                      <a:pPr algn="ctr" fontAlgn="ctr"/>
                      <a:endParaRPr lang="zh-CN" altLang="en-US" sz="1200" b="0" i="0" u="none" strike="noStrike" dirty="0">
                        <a:solidFill>
                          <a:srgbClr val="000000"/>
                        </a:solidFill>
                        <a:effectLst/>
                        <a:latin typeface="+mn-ea"/>
                        <a:ea typeface="+mn-ea"/>
                      </a:endParaRPr>
                    </a:p>
                  </a:txBody>
                  <a:tcPr marL="0" marR="0" marT="0" marB="0" anchor="ctr">
                    <a:lnL w="12700" cap="flat" cmpd="sng" algn="ctr">
                      <a:solidFill>
                        <a:schemeClr val="tx1">
                          <a:lumMod val="50000"/>
                          <a:lumOff val="50000"/>
                        </a:schemeClr>
                      </a:solidFill>
                      <a:prstDash val="solid"/>
                      <a:round/>
                      <a:headEnd type="none" w="med" len="med"/>
                      <a:tailEnd type="none" w="med" len="med"/>
                    </a:lnL>
                    <a:lnR w="12700" cap="flat" cmpd="sng" algn="ctr">
                      <a:solidFill>
                        <a:schemeClr val="tx1">
                          <a:lumMod val="50000"/>
                          <a:lumOff val="50000"/>
                        </a:schemeClr>
                      </a:solidFill>
                      <a:prstDash val="solid"/>
                      <a:round/>
                      <a:headEnd type="none" w="med" len="med"/>
                      <a:tailEnd type="none" w="med" len="med"/>
                    </a:lnR>
                    <a:lnT w="12700" cap="flat" cmpd="sng" algn="ctr">
                      <a:solidFill>
                        <a:schemeClr val="tx1">
                          <a:lumMod val="50000"/>
                          <a:lumOff val="50000"/>
                        </a:schemeClr>
                      </a:solidFill>
                      <a:prstDash val="solid"/>
                      <a:round/>
                      <a:headEnd type="none" w="med" len="med"/>
                      <a:tailEnd type="none" w="med" len="med"/>
                    </a:lnT>
                    <a:lnB w="12700" cap="flat" cmpd="sng" algn="ctr">
                      <a:solidFill>
                        <a:schemeClr val="tx1">
                          <a:lumMod val="50000"/>
                          <a:lumOff val="50000"/>
                        </a:schemeClr>
                      </a:solidFill>
                      <a:prstDash val="solid"/>
                      <a:round/>
                      <a:headEnd type="none" w="med" len="med"/>
                      <a:tailEnd type="none" w="med" len="med"/>
                    </a:lnB>
                    <a:noFill/>
                  </a:tcPr>
                </a:tc>
                <a:extLst>
                  <a:ext uri="{0D108BD9-81ED-4DB2-BD59-A6C34878D82A}">
                    <a16:rowId xmlns:a16="http://schemas.microsoft.com/office/drawing/2014/main" xmlns="" val="3053060831"/>
                  </a:ext>
                </a:extLst>
              </a:tr>
              <a:tr h="246698">
                <a:tc gridSpan="3">
                  <a:txBody>
                    <a:bodyPr/>
                    <a:lstStyle/>
                    <a:p>
                      <a:pPr marL="0" algn="l" defTabSz="914400" rtl="0" eaLnBrk="1" fontAlgn="b" latinLnBrk="0" hangingPunct="1"/>
                      <a:r>
                        <a:rPr lang="en-US" altLang="zh-CN" sz="1200" b="1" u="none" strike="noStrike" kern="1200" dirty="0">
                          <a:solidFill>
                            <a:schemeClr val="bg1"/>
                          </a:solidFill>
                          <a:effectLst/>
                          <a:latin typeface="+mn-lt"/>
                          <a:ea typeface="+mn-ea"/>
                          <a:cs typeface="+mn-ea"/>
                          <a:sym typeface="+mn-lt"/>
                        </a:rPr>
                        <a:t>2</a:t>
                      </a:r>
                      <a:r>
                        <a:rPr lang="zh-CN" altLang="en-US" sz="1200" b="1" u="none" strike="noStrike" kern="1200" dirty="0">
                          <a:solidFill>
                            <a:schemeClr val="bg1"/>
                          </a:solidFill>
                          <a:effectLst/>
                          <a:latin typeface="+mn-lt"/>
                          <a:ea typeface="+mn-ea"/>
                          <a:cs typeface="+mn-ea"/>
                          <a:sym typeface="+mn-lt"/>
                        </a:rPr>
                        <a:t>、部件规格书</a:t>
                      </a:r>
                      <a:r>
                        <a:rPr lang="en-US" altLang="zh-CN" sz="1200" b="1" u="none" strike="noStrike" kern="1200" dirty="0" smtClean="0">
                          <a:solidFill>
                            <a:schemeClr val="bg1"/>
                          </a:solidFill>
                          <a:effectLst/>
                          <a:latin typeface="+mn-lt"/>
                          <a:ea typeface="+mn-ea"/>
                          <a:cs typeface="+mn-ea"/>
                          <a:sym typeface="+mn-lt"/>
                        </a:rPr>
                        <a:t>, </a:t>
                      </a:r>
                      <a:r>
                        <a:rPr lang="zh-CN" altLang="en-US" sz="1200" b="1" u="none" strike="noStrike" kern="1200" dirty="0" smtClean="0">
                          <a:solidFill>
                            <a:schemeClr val="bg1"/>
                          </a:solidFill>
                          <a:effectLst/>
                          <a:latin typeface="+mn-lt"/>
                          <a:ea typeface="+mn-ea"/>
                          <a:cs typeface="+mn-ea"/>
                          <a:sym typeface="+mn-lt"/>
                        </a:rPr>
                        <a:t>产品</a:t>
                      </a:r>
                      <a:r>
                        <a:rPr lang="en-US" altLang="zh-CN" sz="1200" b="1" u="none" strike="noStrike" kern="1200" dirty="0">
                          <a:solidFill>
                            <a:schemeClr val="bg1"/>
                          </a:solidFill>
                          <a:effectLst/>
                          <a:latin typeface="+mn-lt"/>
                          <a:ea typeface="+mn-ea"/>
                          <a:cs typeface="+mn-ea"/>
                          <a:sym typeface="+mn-lt"/>
                        </a:rPr>
                        <a:t>BOM</a:t>
                      </a:r>
                      <a:r>
                        <a:rPr lang="en-US" altLang="zh-CN" sz="1200" b="1" u="none" strike="noStrike" kern="1200" dirty="0" smtClean="0">
                          <a:solidFill>
                            <a:schemeClr val="bg1"/>
                          </a:solidFill>
                          <a:effectLst/>
                          <a:latin typeface="+mn-lt"/>
                          <a:ea typeface="+mn-ea"/>
                          <a:cs typeface="+mn-ea"/>
                          <a:sym typeface="+mn-lt"/>
                        </a:rPr>
                        <a:t>,  </a:t>
                      </a:r>
                      <a:r>
                        <a:rPr lang="zh-CN" altLang="en-US" sz="1200" b="1" u="none" strike="noStrike" kern="1200" dirty="0">
                          <a:solidFill>
                            <a:schemeClr val="bg1"/>
                          </a:solidFill>
                          <a:effectLst/>
                          <a:latin typeface="+mn-lt"/>
                          <a:ea typeface="+mn-ea"/>
                          <a:cs typeface="+mn-ea"/>
                          <a:sym typeface="+mn-lt"/>
                        </a:rPr>
                        <a:t>生产技术要求已齐备；</a:t>
                      </a:r>
                    </a:p>
                  </a:txBody>
                  <a:tcPr marL="0" marR="0" marT="0" marB="0" anchor="ctr">
                    <a:lnL w="12700" cap="flat" cmpd="sng" algn="ctr">
                      <a:solidFill>
                        <a:schemeClr val="tx1">
                          <a:lumMod val="50000"/>
                          <a:lumOff val="50000"/>
                        </a:schemeClr>
                      </a:solidFill>
                      <a:prstDash val="solid"/>
                      <a:round/>
                      <a:headEnd type="none" w="med" len="med"/>
                      <a:tailEnd type="none" w="med" len="med"/>
                    </a:lnL>
                    <a:lnR w="12700" cap="flat" cmpd="sng" algn="ctr">
                      <a:solidFill>
                        <a:schemeClr val="tx1">
                          <a:lumMod val="50000"/>
                          <a:lumOff val="50000"/>
                        </a:schemeClr>
                      </a:solidFill>
                      <a:prstDash val="solid"/>
                      <a:round/>
                      <a:headEnd type="none" w="med" len="med"/>
                      <a:tailEnd type="none" w="med" len="med"/>
                    </a:lnR>
                    <a:lnT w="12700" cap="flat" cmpd="sng" algn="ctr">
                      <a:solidFill>
                        <a:schemeClr val="tx1">
                          <a:lumMod val="50000"/>
                          <a:lumOff val="50000"/>
                        </a:schemeClr>
                      </a:solidFill>
                      <a:prstDash val="solid"/>
                      <a:round/>
                      <a:headEnd type="none" w="med" len="med"/>
                      <a:tailEnd type="none" w="med" len="med"/>
                    </a:lnT>
                    <a:lnB w="12700" cap="flat" cmpd="sng" algn="ctr">
                      <a:solidFill>
                        <a:schemeClr val="tx1">
                          <a:lumMod val="50000"/>
                          <a:lumOff val="50000"/>
                        </a:schemeClr>
                      </a:solidFill>
                      <a:prstDash val="solid"/>
                      <a:round/>
                      <a:headEnd type="none" w="med" len="med"/>
                      <a:tailEnd type="none" w="med" len="med"/>
                    </a:lnB>
                    <a:solidFill>
                      <a:srgbClr val="AD2830"/>
                    </a:solidFill>
                  </a:tcPr>
                </a:tc>
                <a:tc hMerge="1">
                  <a:txBody>
                    <a:bodyPr/>
                    <a:lstStyle/>
                    <a:p>
                      <a:endParaRPr lang="zh-CN" altLang="en-US"/>
                    </a:p>
                  </a:txBody>
                  <a:tcPr/>
                </a:tc>
                <a:tc hMerge="1">
                  <a:txBody>
                    <a:bodyPr/>
                    <a:lstStyle/>
                    <a:p>
                      <a:pPr algn="l" fontAlgn="ctr"/>
                      <a:endParaRPr lang="zh-CN" altLang="en-US" sz="1200" b="0" i="0" u="none" strike="noStrike" dirty="0">
                        <a:solidFill>
                          <a:srgbClr val="000000"/>
                        </a:solidFill>
                        <a:effectLst/>
                        <a:latin typeface="+mn-ea"/>
                        <a:ea typeface="+mn-ea"/>
                      </a:endParaRPr>
                    </a:p>
                  </a:txBody>
                  <a:tcPr marL="0" marR="0" marT="0" marB="0" anchor="ctr">
                    <a:lnL w="12700" cap="flat" cmpd="sng" algn="ctr">
                      <a:solidFill>
                        <a:schemeClr val="tx1">
                          <a:lumMod val="50000"/>
                          <a:lumOff val="50000"/>
                        </a:schemeClr>
                      </a:solidFill>
                      <a:prstDash val="solid"/>
                      <a:round/>
                      <a:headEnd type="none" w="med" len="med"/>
                      <a:tailEnd type="none" w="med" len="med"/>
                    </a:lnL>
                    <a:lnR w="12700" cap="flat" cmpd="sng" algn="ctr">
                      <a:solidFill>
                        <a:schemeClr val="tx1">
                          <a:lumMod val="50000"/>
                          <a:lumOff val="50000"/>
                        </a:schemeClr>
                      </a:solidFill>
                      <a:prstDash val="solid"/>
                      <a:round/>
                      <a:headEnd type="none" w="med" len="med"/>
                      <a:tailEnd type="none" w="med" len="med"/>
                    </a:lnR>
                    <a:lnT w="12700" cap="flat" cmpd="sng" algn="ctr">
                      <a:solidFill>
                        <a:schemeClr val="tx1">
                          <a:lumMod val="50000"/>
                          <a:lumOff val="50000"/>
                        </a:schemeClr>
                      </a:solidFill>
                      <a:prstDash val="solid"/>
                      <a:round/>
                      <a:headEnd type="none" w="med" len="med"/>
                      <a:tailEnd type="none" w="med" len="med"/>
                    </a:lnT>
                    <a:lnB w="12700" cap="flat" cmpd="sng" algn="ctr">
                      <a:solidFill>
                        <a:schemeClr val="tx1">
                          <a:lumMod val="50000"/>
                          <a:lumOff val="50000"/>
                        </a:schemeClr>
                      </a:solidFill>
                      <a:prstDash val="solid"/>
                      <a:round/>
                      <a:headEnd type="none" w="med" len="med"/>
                      <a:tailEnd type="none" w="med" len="med"/>
                    </a:lnB>
                    <a:noFill/>
                  </a:tcPr>
                </a:tc>
                <a:extLst>
                  <a:ext uri="{0D108BD9-81ED-4DB2-BD59-A6C34878D82A}">
                    <a16:rowId xmlns:a16="http://schemas.microsoft.com/office/drawing/2014/main" xmlns="" val="1860195501"/>
                  </a:ext>
                </a:extLst>
              </a:tr>
              <a:tr h="271040">
                <a:tc gridSpan="3">
                  <a:txBody>
                    <a:bodyPr/>
                    <a:lstStyle/>
                    <a:p>
                      <a:pPr marL="0" algn="l" defTabSz="914400" rtl="0" eaLnBrk="1" fontAlgn="b" latinLnBrk="0" hangingPunct="1"/>
                      <a:r>
                        <a:rPr lang="en-US" altLang="zh-CN" sz="1200" b="1" u="none" strike="noStrike" kern="1200" dirty="0">
                          <a:solidFill>
                            <a:schemeClr val="bg1"/>
                          </a:solidFill>
                          <a:effectLst/>
                          <a:latin typeface="+mn-lt"/>
                          <a:ea typeface="+mn-ea"/>
                          <a:cs typeface="+mn-ea"/>
                          <a:sym typeface="+mn-lt"/>
                        </a:rPr>
                        <a:t>3</a:t>
                      </a:r>
                      <a:r>
                        <a:rPr lang="zh-CN" altLang="en-US" sz="1200" b="1" u="none" strike="noStrike" kern="1200" dirty="0">
                          <a:solidFill>
                            <a:schemeClr val="bg1"/>
                          </a:solidFill>
                          <a:effectLst/>
                          <a:latin typeface="+mn-lt"/>
                          <a:ea typeface="+mn-ea"/>
                          <a:cs typeface="+mn-ea"/>
                          <a:sym typeface="+mn-lt"/>
                        </a:rPr>
                        <a:t>、</a:t>
                      </a:r>
                      <a:r>
                        <a:rPr lang="en-US" altLang="zh-CN" sz="1200" b="1" u="none" strike="noStrike" kern="1200" dirty="0">
                          <a:solidFill>
                            <a:schemeClr val="bg1"/>
                          </a:solidFill>
                          <a:effectLst/>
                          <a:latin typeface="+mn-lt"/>
                          <a:ea typeface="+mn-ea"/>
                          <a:cs typeface="+mn-ea"/>
                          <a:sym typeface="+mn-lt"/>
                        </a:rPr>
                        <a:t>PVT</a:t>
                      </a:r>
                      <a:r>
                        <a:rPr lang="zh-CN" altLang="en-US" sz="1200" b="1" u="none" strike="noStrike" kern="1200" dirty="0">
                          <a:solidFill>
                            <a:schemeClr val="bg1"/>
                          </a:solidFill>
                          <a:effectLst/>
                          <a:latin typeface="+mn-lt"/>
                          <a:ea typeface="+mn-ea"/>
                          <a:cs typeface="+mn-ea"/>
                          <a:sym typeface="+mn-lt"/>
                        </a:rPr>
                        <a:t>软件版本已发布（</a:t>
                      </a:r>
                      <a:r>
                        <a:rPr lang="en-US" altLang="zh-CN" sz="1200" b="1" u="none" strike="noStrike" kern="1200" dirty="0">
                          <a:solidFill>
                            <a:schemeClr val="bg1"/>
                          </a:solidFill>
                          <a:effectLst/>
                          <a:latin typeface="+mn-lt"/>
                          <a:ea typeface="+mn-ea"/>
                          <a:cs typeface="+mn-ea"/>
                          <a:sym typeface="+mn-lt"/>
                        </a:rPr>
                        <a:t>BIOS</a:t>
                      </a:r>
                      <a:r>
                        <a:rPr lang="zh-CN" altLang="en-US" sz="1200" b="1" u="none" strike="noStrike" kern="1200" dirty="0">
                          <a:solidFill>
                            <a:schemeClr val="bg1"/>
                          </a:solidFill>
                          <a:effectLst/>
                          <a:latin typeface="+mn-lt"/>
                          <a:ea typeface="+mn-ea"/>
                          <a:cs typeface="+mn-ea"/>
                          <a:sym typeface="+mn-lt"/>
                        </a:rPr>
                        <a:t>、</a:t>
                      </a:r>
                      <a:r>
                        <a:rPr lang="en-US" altLang="zh-CN" sz="1200" b="1" u="none" strike="noStrike" kern="1200" dirty="0">
                          <a:solidFill>
                            <a:schemeClr val="bg1"/>
                          </a:solidFill>
                          <a:effectLst/>
                          <a:latin typeface="+mn-lt"/>
                          <a:ea typeface="+mn-ea"/>
                          <a:cs typeface="+mn-ea"/>
                          <a:sym typeface="+mn-lt"/>
                        </a:rPr>
                        <a:t>BMC</a:t>
                      </a:r>
                      <a:r>
                        <a:rPr lang="zh-CN" altLang="en-US" sz="1200" b="1" u="none" strike="noStrike" kern="1200" dirty="0">
                          <a:solidFill>
                            <a:schemeClr val="bg1"/>
                          </a:solidFill>
                          <a:effectLst/>
                          <a:latin typeface="+mn-lt"/>
                          <a:ea typeface="+mn-ea"/>
                          <a:cs typeface="+mn-ea"/>
                          <a:sym typeface="+mn-lt"/>
                        </a:rPr>
                        <a:t>、</a:t>
                      </a:r>
                      <a:r>
                        <a:rPr lang="en-US" altLang="zh-CN" sz="1200" b="1" u="none" strike="noStrike" kern="1200" dirty="0">
                          <a:solidFill>
                            <a:schemeClr val="bg1"/>
                          </a:solidFill>
                          <a:effectLst/>
                          <a:latin typeface="+mn-lt"/>
                          <a:ea typeface="+mn-ea"/>
                          <a:cs typeface="+mn-ea"/>
                          <a:sym typeface="+mn-lt"/>
                        </a:rPr>
                        <a:t>CMM</a:t>
                      </a:r>
                      <a:r>
                        <a:rPr lang="zh-CN" altLang="en-US" sz="1200" b="1" u="none" strike="noStrike" kern="1200" dirty="0">
                          <a:solidFill>
                            <a:schemeClr val="bg1"/>
                          </a:solidFill>
                          <a:effectLst/>
                          <a:latin typeface="+mn-lt"/>
                          <a:ea typeface="+mn-ea"/>
                          <a:cs typeface="+mn-ea"/>
                          <a:sym typeface="+mn-lt"/>
                        </a:rPr>
                        <a:t>）</a:t>
                      </a:r>
                    </a:p>
                  </a:txBody>
                  <a:tcPr marL="0" marR="0" marT="0" marB="0" anchor="ctr">
                    <a:lnL w="12700" cap="flat" cmpd="sng" algn="ctr">
                      <a:solidFill>
                        <a:schemeClr val="tx1">
                          <a:lumMod val="50000"/>
                          <a:lumOff val="50000"/>
                        </a:schemeClr>
                      </a:solidFill>
                      <a:prstDash val="solid"/>
                      <a:round/>
                      <a:headEnd type="none" w="med" len="med"/>
                      <a:tailEnd type="none" w="med" len="med"/>
                    </a:lnL>
                    <a:lnR w="12700" cap="flat" cmpd="sng" algn="ctr">
                      <a:solidFill>
                        <a:schemeClr val="tx1">
                          <a:lumMod val="50000"/>
                          <a:lumOff val="50000"/>
                        </a:schemeClr>
                      </a:solidFill>
                      <a:prstDash val="solid"/>
                      <a:round/>
                      <a:headEnd type="none" w="med" len="med"/>
                      <a:tailEnd type="none" w="med" len="med"/>
                    </a:lnR>
                    <a:lnT w="12700" cap="flat" cmpd="sng" algn="ctr">
                      <a:solidFill>
                        <a:schemeClr val="tx1">
                          <a:lumMod val="50000"/>
                          <a:lumOff val="50000"/>
                        </a:schemeClr>
                      </a:solidFill>
                      <a:prstDash val="solid"/>
                      <a:round/>
                      <a:headEnd type="none" w="med" len="med"/>
                      <a:tailEnd type="none" w="med" len="med"/>
                    </a:lnT>
                    <a:lnB w="12700" cap="flat" cmpd="sng" algn="ctr">
                      <a:solidFill>
                        <a:schemeClr val="tx1">
                          <a:lumMod val="50000"/>
                          <a:lumOff val="50000"/>
                        </a:schemeClr>
                      </a:solidFill>
                      <a:prstDash val="solid"/>
                      <a:round/>
                      <a:headEnd type="none" w="med" len="med"/>
                      <a:tailEnd type="none" w="med" len="med"/>
                    </a:lnB>
                    <a:solidFill>
                      <a:srgbClr val="AD2830"/>
                    </a:solidFill>
                  </a:tcPr>
                </a:tc>
                <a:tc hMerge="1">
                  <a:txBody>
                    <a:bodyPr/>
                    <a:lstStyle/>
                    <a:p>
                      <a:endParaRPr lang="zh-CN" altLang="en-US"/>
                    </a:p>
                  </a:txBody>
                  <a:tcPr/>
                </a:tc>
                <a:tc hMerge="1">
                  <a:txBody>
                    <a:bodyPr/>
                    <a:lstStyle/>
                    <a:p>
                      <a:pPr algn="l" fontAlgn="ctr"/>
                      <a:endParaRPr lang="zh-CN" altLang="en-US" sz="1200" b="0" i="0" u="none" strike="noStrike" dirty="0">
                        <a:solidFill>
                          <a:srgbClr val="000000"/>
                        </a:solidFill>
                        <a:effectLst/>
                        <a:latin typeface="+mn-ea"/>
                        <a:ea typeface="+mn-ea"/>
                      </a:endParaRPr>
                    </a:p>
                  </a:txBody>
                  <a:tcPr marL="0" marR="0" marT="0" marB="0" anchor="ctr">
                    <a:lnL w="12700" cap="flat" cmpd="sng" algn="ctr">
                      <a:solidFill>
                        <a:schemeClr val="tx1">
                          <a:lumMod val="50000"/>
                          <a:lumOff val="50000"/>
                        </a:schemeClr>
                      </a:solidFill>
                      <a:prstDash val="solid"/>
                      <a:round/>
                      <a:headEnd type="none" w="med" len="med"/>
                      <a:tailEnd type="none" w="med" len="med"/>
                    </a:lnL>
                    <a:lnR w="12700" cap="flat" cmpd="sng" algn="ctr">
                      <a:solidFill>
                        <a:schemeClr val="tx1">
                          <a:lumMod val="50000"/>
                          <a:lumOff val="50000"/>
                        </a:schemeClr>
                      </a:solidFill>
                      <a:prstDash val="solid"/>
                      <a:round/>
                      <a:headEnd type="none" w="med" len="med"/>
                      <a:tailEnd type="none" w="med" len="med"/>
                    </a:lnR>
                    <a:lnT w="12700" cap="flat" cmpd="sng" algn="ctr">
                      <a:solidFill>
                        <a:schemeClr val="tx1">
                          <a:lumMod val="50000"/>
                          <a:lumOff val="50000"/>
                        </a:schemeClr>
                      </a:solidFill>
                      <a:prstDash val="solid"/>
                      <a:round/>
                      <a:headEnd type="none" w="med" len="med"/>
                      <a:tailEnd type="none" w="med" len="med"/>
                    </a:lnT>
                    <a:lnB w="12700" cap="flat" cmpd="sng" algn="ctr">
                      <a:solidFill>
                        <a:schemeClr val="tx1">
                          <a:lumMod val="50000"/>
                          <a:lumOff val="50000"/>
                        </a:schemeClr>
                      </a:solidFill>
                      <a:prstDash val="solid"/>
                      <a:round/>
                      <a:headEnd type="none" w="med" len="med"/>
                      <a:tailEnd type="none" w="med" len="med"/>
                    </a:lnB>
                    <a:noFill/>
                  </a:tcPr>
                </a:tc>
                <a:extLst>
                  <a:ext uri="{0D108BD9-81ED-4DB2-BD59-A6C34878D82A}">
                    <a16:rowId xmlns:a16="http://schemas.microsoft.com/office/drawing/2014/main" xmlns="" val="3468940925"/>
                  </a:ext>
                </a:extLst>
              </a:tr>
              <a:tr h="246698">
                <a:tc gridSpan="3">
                  <a:txBody>
                    <a:bodyPr/>
                    <a:lstStyle/>
                    <a:p>
                      <a:pPr marL="0" algn="l" defTabSz="914400" rtl="0" eaLnBrk="1" fontAlgn="b" latinLnBrk="0" hangingPunct="1"/>
                      <a:r>
                        <a:rPr lang="en-US" altLang="zh-CN" sz="1200" b="1" u="none" strike="noStrike" kern="1200" dirty="0">
                          <a:solidFill>
                            <a:schemeClr val="bg1"/>
                          </a:solidFill>
                          <a:effectLst/>
                          <a:latin typeface="+mn-lt"/>
                          <a:ea typeface="+mn-ea"/>
                          <a:cs typeface="+mn-ea"/>
                          <a:sym typeface="+mn-lt"/>
                        </a:rPr>
                        <a:t>4</a:t>
                      </a:r>
                      <a:r>
                        <a:rPr lang="zh-CN" altLang="en-US" sz="1200" b="1" u="none" strike="noStrike" kern="1200" dirty="0">
                          <a:solidFill>
                            <a:schemeClr val="bg1"/>
                          </a:solidFill>
                          <a:effectLst/>
                          <a:latin typeface="+mn-lt"/>
                          <a:ea typeface="+mn-ea"/>
                          <a:cs typeface="+mn-ea"/>
                          <a:sym typeface="+mn-lt"/>
                        </a:rPr>
                        <a:t>、</a:t>
                      </a:r>
                      <a:r>
                        <a:rPr lang="en-US" altLang="zh-CN" sz="1200" b="1" u="none" strike="noStrike" kern="1200" dirty="0">
                          <a:solidFill>
                            <a:schemeClr val="bg1"/>
                          </a:solidFill>
                          <a:effectLst/>
                          <a:latin typeface="+mn-lt"/>
                          <a:ea typeface="+mn-ea"/>
                          <a:cs typeface="+mn-ea"/>
                          <a:sym typeface="+mn-lt"/>
                        </a:rPr>
                        <a:t>PVT</a:t>
                      </a:r>
                      <a:r>
                        <a:rPr lang="zh-CN" altLang="en-US" sz="1200" b="1" u="none" strike="noStrike" kern="1200" dirty="0">
                          <a:solidFill>
                            <a:schemeClr val="bg1"/>
                          </a:solidFill>
                          <a:effectLst/>
                          <a:latin typeface="+mn-lt"/>
                          <a:ea typeface="+mn-ea"/>
                          <a:cs typeface="+mn-ea"/>
                          <a:sym typeface="+mn-lt"/>
                        </a:rPr>
                        <a:t>测试计划评审已通过；</a:t>
                      </a:r>
                    </a:p>
                  </a:txBody>
                  <a:tcPr marL="0" marR="0" marT="0" marB="0" anchor="b">
                    <a:lnL w="12700" cap="flat" cmpd="sng" algn="ctr">
                      <a:solidFill>
                        <a:schemeClr val="tx1">
                          <a:lumMod val="50000"/>
                          <a:lumOff val="50000"/>
                        </a:schemeClr>
                      </a:solidFill>
                      <a:prstDash val="solid"/>
                      <a:round/>
                      <a:headEnd type="none" w="med" len="med"/>
                      <a:tailEnd type="none" w="med" len="med"/>
                    </a:lnL>
                    <a:lnR w="12700" cap="flat" cmpd="sng" algn="ctr">
                      <a:solidFill>
                        <a:schemeClr val="tx1">
                          <a:lumMod val="50000"/>
                          <a:lumOff val="50000"/>
                        </a:schemeClr>
                      </a:solidFill>
                      <a:prstDash val="solid"/>
                      <a:round/>
                      <a:headEnd type="none" w="med" len="med"/>
                      <a:tailEnd type="none" w="med" len="med"/>
                    </a:lnR>
                    <a:lnT w="12700" cap="flat" cmpd="sng" algn="ctr">
                      <a:solidFill>
                        <a:schemeClr val="tx1">
                          <a:lumMod val="50000"/>
                          <a:lumOff val="50000"/>
                        </a:schemeClr>
                      </a:solidFill>
                      <a:prstDash val="solid"/>
                      <a:round/>
                      <a:headEnd type="none" w="med" len="med"/>
                      <a:tailEnd type="none" w="med" len="med"/>
                    </a:lnT>
                    <a:lnB w="12700" cap="flat" cmpd="sng" algn="ctr">
                      <a:solidFill>
                        <a:schemeClr val="tx1">
                          <a:lumMod val="50000"/>
                          <a:lumOff val="50000"/>
                        </a:schemeClr>
                      </a:solidFill>
                      <a:prstDash val="solid"/>
                      <a:round/>
                      <a:headEnd type="none" w="med" len="med"/>
                      <a:tailEnd type="none" w="med" len="med"/>
                    </a:lnB>
                    <a:solidFill>
                      <a:srgbClr val="AD2830"/>
                    </a:solidFill>
                  </a:tcPr>
                </a:tc>
                <a:tc hMerge="1">
                  <a:txBody>
                    <a:bodyPr/>
                    <a:lstStyle/>
                    <a:p>
                      <a:endParaRPr lang="zh-CN" altLang="en-US"/>
                    </a:p>
                  </a:txBody>
                  <a:tcPr/>
                </a:tc>
                <a:tc hMerge="1">
                  <a:txBody>
                    <a:bodyPr/>
                    <a:lstStyle/>
                    <a:p>
                      <a:pPr algn="l" fontAlgn="b"/>
                      <a:endParaRPr lang="zh-CN" altLang="en-US" sz="1200" b="0" i="0" u="none" strike="noStrike" dirty="0">
                        <a:solidFill>
                          <a:srgbClr val="000000"/>
                        </a:solidFill>
                        <a:effectLst/>
                        <a:latin typeface="+mn-ea"/>
                        <a:ea typeface="+mn-ea"/>
                      </a:endParaRPr>
                    </a:p>
                  </a:txBody>
                  <a:tcPr marL="0" marR="0" marT="0" marB="0" anchor="b">
                    <a:lnL w="12700" cap="flat" cmpd="sng" algn="ctr">
                      <a:solidFill>
                        <a:schemeClr val="tx1">
                          <a:lumMod val="50000"/>
                          <a:lumOff val="50000"/>
                        </a:schemeClr>
                      </a:solidFill>
                      <a:prstDash val="solid"/>
                      <a:round/>
                      <a:headEnd type="none" w="med" len="med"/>
                      <a:tailEnd type="none" w="med" len="med"/>
                    </a:lnL>
                    <a:lnR w="12700" cap="flat" cmpd="sng" algn="ctr">
                      <a:solidFill>
                        <a:schemeClr val="tx1">
                          <a:lumMod val="50000"/>
                          <a:lumOff val="50000"/>
                        </a:schemeClr>
                      </a:solidFill>
                      <a:prstDash val="solid"/>
                      <a:round/>
                      <a:headEnd type="none" w="med" len="med"/>
                      <a:tailEnd type="none" w="med" len="med"/>
                    </a:lnR>
                    <a:lnT w="12700" cap="flat" cmpd="sng" algn="ctr">
                      <a:solidFill>
                        <a:schemeClr val="tx1">
                          <a:lumMod val="50000"/>
                          <a:lumOff val="50000"/>
                        </a:schemeClr>
                      </a:solidFill>
                      <a:prstDash val="solid"/>
                      <a:round/>
                      <a:headEnd type="none" w="med" len="med"/>
                      <a:tailEnd type="none" w="med" len="med"/>
                    </a:lnT>
                    <a:lnB w="12700" cap="flat" cmpd="sng" algn="ctr">
                      <a:solidFill>
                        <a:schemeClr val="tx1">
                          <a:lumMod val="50000"/>
                          <a:lumOff val="50000"/>
                        </a:schemeClr>
                      </a:solidFill>
                      <a:prstDash val="solid"/>
                      <a:round/>
                      <a:headEnd type="none" w="med" len="med"/>
                      <a:tailEnd type="none" w="med" len="med"/>
                    </a:lnB>
                    <a:noFill/>
                  </a:tcPr>
                </a:tc>
                <a:extLst>
                  <a:ext uri="{0D108BD9-81ED-4DB2-BD59-A6C34878D82A}">
                    <a16:rowId xmlns:a16="http://schemas.microsoft.com/office/drawing/2014/main" xmlns="" val="544055736"/>
                  </a:ext>
                </a:extLst>
              </a:tr>
              <a:tr h="221229">
                <a:tc>
                  <a:txBody>
                    <a:bodyPr/>
                    <a:lstStyle/>
                    <a:p>
                      <a:pPr algn="ctr" fontAlgn="b"/>
                      <a:r>
                        <a:rPr lang="zh-CN" altLang="en-US" sz="1200" u="none" strike="noStrike" dirty="0">
                          <a:effectLst/>
                          <a:latin typeface="+mn-lt"/>
                          <a:ea typeface="+mn-ea"/>
                          <a:cs typeface="+mn-ea"/>
                          <a:sym typeface="+mn-lt"/>
                        </a:rPr>
                        <a:t>工作产品名称</a:t>
                      </a:r>
                      <a:endParaRPr lang="zh-CN" altLang="en-US" sz="1200" b="0" i="0" u="none" strike="noStrike" dirty="0">
                        <a:solidFill>
                          <a:srgbClr val="000000"/>
                        </a:solidFill>
                        <a:effectLst/>
                        <a:latin typeface="+mn-lt"/>
                        <a:ea typeface="+mn-ea"/>
                        <a:cs typeface="+mn-ea"/>
                        <a:sym typeface="+mn-lt"/>
                      </a:endParaRPr>
                    </a:p>
                  </a:txBody>
                  <a:tcPr marL="0" marR="0" marT="0" marB="0" anchor="b">
                    <a:lnL w="12700" cap="flat" cmpd="sng" algn="ctr">
                      <a:solidFill>
                        <a:schemeClr val="tx1">
                          <a:lumMod val="50000"/>
                          <a:lumOff val="50000"/>
                        </a:schemeClr>
                      </a:solidFill>
                      <a:prstDash val="solid"/>
                      <a:round/>
                      <a:headEnd type="none" w="med" len="med"/>
                      <a:tailEnd type="none" w="med" len="med"/>
                    </a:lnL>
                    <a:lnR w="12700" cap="flat" cmpd="sng" algn="ctr">
                      <a:solidFill>
                        <a:schemeClr val="tx1">
                          <a:lumMod val="50000"/>
                          <a:lumOff val="50000"/>
                        </a:schemeClr>
                      </a:solidFill>
                      <a:prstDash val="solid"/>
                      <a:round/>
                      <a:headEnd type="none" w="med" len="med"/>
                      <a:tailEnd type="none" w="med" len="med"/>
                    </a:lnR>
                    <a:lnT w="12700" cap="flat" cmpd="sng" algn="ctr">
                      <a:solidFill>
                        <a:schemeClr val="tx1">
                          <a:lumMod val="50000"/>
                          <a:lumOff val="50000"/>
                        </a:schemeClr>
                      </a:solidFill>
                      <a:prstDash val="solid"/>
                      <a:round/>
                      <a:headEnd type="none" w="med" len="med"/>
                      <a:tailEnd type="none" w="med" len="med"/>
                    </a:lnT>
                    <a:lnB w="12700" cap="flat" cmpd="sng" algn="ctr">
                      <a:solidFill>
                        <a:schemeClr val="tx1">
                          <a:lumMod val="50000"/>
                          <a:lumOff val="50000"/>
                        </a:schemeClr>
                      </a:solidFill>
                      <a:prstDash val="solid"/>
                      <a:round/>
                      <a:headEnd type="none" w="med" len="med"/>
                      <a:tailEnd type="none" w="med" len="med"/>
                    </a:lnB>
                    <a:solidFill>
                      <a:schemeClr val="accent2">
                        <a:lumMod val="20000"/>
                        <a:lumOff val="80000"/>
                      </a:schemeClr>
                    </a:solidFill>
                  </a:tcPr>
                </a:tc>
                <a:tc>
                  <a:txBody>
                    <a:bodyPr/>
                    <a:lstStyle/>
                    <a:p>
                      <a:pPr algn="ctr" fontAlgn="b"/>
                      <a:r>
                        <a:rPr lang="zh-CN" altLang="en-US" sz="1200" u="none" strike="noStrike" dirty="0">
                          <a:effectLst/>
                          <a:latin typeface="+mn-lt"/>
                          <a:ea typeface="+mn-ea"/>
                          <a:cs typeface="+mn-ea"/>
                          <a:sym typeface="+mn-lt"/>
                        </a:rPr>
                        <a:t>责任人</a:t>
                      </a:r>
                      <a:endParaRPr lang="zh-CN" altLang="en-US" sz="1200" b="0" i="0" u="none" strike="noStrike" dirty="0">
                        <a:solidFill>
                          <a:srgbClr val="000000"/>
                        </a:solidFill>
                        <a:effectLst/>
                        <a:latin typeface="+mn-lt"/>
                        <a:ea typeface="+mn-ea"/>
                        <a:cs typeface="+mn-ea"/>
                        <a:sym typeface="+mn-lt"/>
                      </a:endParaRPr>
                    </a:p>
                  </a:txBody>
                  <a:tcPr marL="0" marR="0" marT="0" marB="0" anchor="b">
                    <a:lnL w="12700" cap="flat" cmpd="sng" algn="ctr">
                      <a:solidFill>
                        <a:schemeClr val="tx1">
                          <a:lumMod val="50000"/>
                          <a:lumOff val="50000"/>
                        </a:schemeClr>
                      </a:solidFill>
                      <a:prstDash val="solid"/>
                      <a:round/>
                      <a:headEnd type="none" w="med" len="med"/>
                      <a:tailEnd type="none" w="med" len="med"/>
                    </a:lnL>
                    <a:lnR w="12700" cap="flat" cmpd="sng" algn="ctr">
                      <a:solidFill>
                        <a:schemeClr val="tx1">
                          <a:lumMod val="50000"/>
                          <a:lumOff val="50000"/>
                        </a:schemeClr>
                      </a:solidFill>
                      <a:prstDash val="solid"/>
                      <a:round/>
                      <a:headEnd type="none" w="med" len="med"/>
                      <a:tailEnd type="none" w="med" len="med"/>
                    </a:lnR>
                    <a:lnT w="12700" cap="flat" cmpd="sng" algn="ctr">
                      <a:solidFill>
                        <a:schemeClr val="tx1">
                          <a:lumMod val="50000"/>
                          <a:lumOff val="50000"/>
                        </a:schemeClr>
                      </a:solidFill>
                      <a:prstDash val="solid"/>
                      <a:round/>
                      <a:headEnd type="none" w="med" len="med"/>
                      <a:tailEnd type="none" w="med" len="med"/>
                    </a:lnT>
                    <a:lnB w="12700" cap="flat" cmpd="sng" algn="ctr">
                      <a:solidFill>
                        <a:schemeClr val="tx1">
                          <a:lumMod val="50000"/>
                          <a:lumOff val="50000"/>
                        </a:schemeClr>
                      </a:solidFill>
                      <a:prstDash val="solid"/>
                      <a:round/>
                      <a:headEnd type="none" w="med" len="med"/>
                      <a:tailEnd type="none" w="med" len="med"/>
                    </a:lnB>
                    <a:solidFill>
                      <a:schemeClr val="accent2">
                        <a:lumMod val="20000"/>
                        <a:lumOff val="80000"/>
                      </a:schemeClr>
                    </a:solidFill>
                  </a:tcPr>
                </a:tc>
                <a:tc>
                  <a:txBody>
                    <a:bodyPr/>
                    <a:lstStyle/>
                    <a:p>
                      <a:pPr algn="ctr" fontAlgn="b"/>
                      <a:r>
                        <a:rPr lang="zh-CN" altLang="en-US" sz="1200" b="0" i="0" u="none" strike="noStrike" dirty="0">
                          <a:solidFill>
                            <a:srgbClr val="000000"/>
                          </a:solidFill>
                          <a:effectLst/>
                          <a:latin typeface="+mn-lt"/>
                          <a:ea typeface="+mn-ea"/>
                          <a:cs typeface="+mn-ea"/>
                          <a:sym typeface="+mn-lt"/>
                        </a:rPr>
                        <a:t>评审模式</a:t>
                      </a:r>
                    </a:p>
                  </a:txBody>
                  <a:tcPr marL="0" marR="0" marT="0" marB="0" anchor="b">
                    <a:lnL w="12700" cap="flat" cmpd="sng" algn="ctr">
                      <a:solidFill>
                        <a:schemeClr val="tx1">
                          <a:lumMod val="50000"/>
                          <a:lumOff val="50000"/>
                        </a:schemeClr>
                      </a:solidFill>
                      <a:prstDash val="solid"/>
                      <a:round/>
                      <a:headEnd type="none" w="med" len="med"/>
                      <a:tailEnd type="none" w="med" len="med"/>
                    </a:lnL>
                    <a:lnR w="12700" cap="flat" cmpd="sng" algn="ctr">
                      <a:solidFill>
                        <a:schemeClr val="tx1">
                          <a:lumMod val="50000"/>
                          <a:lumOff val="50000"/>
                        </a:schemeClr>
                      </a:solidFill>
                      <a:prstDash val="solid"/>
                      <a:round/>
                      <a:headEnd type="none" w="med" len="med"/>
                      <a:tailEnd type="none" w="med" len="med"/>
                    </a:lnR>
                    <a:lnT w="12700" cap="flat" cmpd="sng" algn="ctr">
                      <a:solidFill>
                        <a:schemeClr val="tx1">
                          <a:lumMod val="50000"/>
                          <a:lumOff val="50000"/>
                        </a:schemeClr>
                      </a:solidFill>
                      <a:prstDash val="solid"/>
                      <a:round/>
                      <a:headEnd type="none" w="med" len="med"/>
                      <a:tailEnd type="none" w="med" len="med"/>
                    </a:lnT>
                    <a:lnB w="12700" cap="flat" cmpd="sng" algn="ctr">
                      <a:solidFill>
                        <a:schemeClr val="tx1">
                          <a:lumMod val="50000"/>
                          <a:lumOff val="50000"/>
                        </a:schemeClr>
                      </a:solidFill>
                      <a:prstDash val="solid"/>
                      <a:round/>
                      <a:headEnd type="none" w="med" len="med"/>
                      <a:tailEnd type="none" w="med" len="med"/>
                    </a:lnB>
                    <a:solidFill>
                      <a:schemeClr val="accent2">
                        <a:lumMod val="20000"/>
                        <a:lumOff val="80000"/>
                      </a:schemeClr>
                    </a:solidFill>
                  </a:tcPr>
                </a:tc>
                <a:extLst>
                  <a:ext uri="{0D108BD9-81ED-4DB2-BD59-A6C34878D82A}">
                    <a16:rowId xmlns:a16="http://schemas.microsoft.com/office/drawing/2014/main" xmlns="" val="738202100"/>
                  </a:ext>
                </a:extLst>
              </a:tr>
              <a:tr h="211455">
                <a:tc>
                  <a:txBody>
                    <a:bodyPr/>
                    <a:lstStyle/>
                    <a:p>
                      <a:pPr lvl="1" algn="l" fontAlgn="ctr"/>
                      <a:r>
                        <a:rPr lang="en-US" altLang="zh-CN" sz="1100" u="none" strike="noStrike" dirty="0">
                          <a:effectLst/>
                          <a:latin typeface="+mn-lt"/>
                          <a:ea typeface="+mn-ea"/>
                          <a:cs typeface="+mn-ea"/>
                          <a:sym typeface="+mn-lt"/>
                        </a:rPr>
                        <a:t>《</a:t>
                      </a:r>
                      <a:r>
                        <a:rPr lang="en-US" sz="1100" u="none" strike="noStrike" dirty="0">
                          <a:effectLst/>
                          <a:latin typeface="+mn-lt"/>
                          <a:ea typeface="+mn-ea"/>
                          <a:cs typeface="+mn-ea"/>
                          <a:sym typeface="+mn-lt"/>
                        </a:rPr>
                        <a:t>SIT</a:t>
                      </a:r>
                      <a:r>
                        <a:rPr lang="zh-CN" altLang="en-US" sz="1100" u="none" strike="noStrike" dirty="0">
                          <a:effectLst/>
                          <a:latin typeface="+mn-lt"/>
                          <a:ea typeface="+mn-ea"/>
                          <a:cs typeface="+mn-ea"/>
                          <a:sym typeface="+mn-lt"/>
                        </a:rPr>
                        <a:t>测试计划</a:t>
                      </a:r>
                      <a:r>
                        <a:rPr lang="en-US" altLang="zh-CN" sz="1100" u="none" strike="noStrike" dirty="0">
                          <a:effectLst/>
                          <a:latin typeface="+mn-lt"/>
                          <a:ea typeface="+mn-ea"/>
                          <a:cs typeface="+mn-ea"/>
                          <a:sym typeface="+mn-lt"/>
                        </a:rPr>
                        <a:t>》</a:t>
                      </a:r>
                      <a:endParaRPr lang="zh-CN" altLang="en-US" sz="1100" b="0" i="0" u="none" strike="noStrike" dirty="0">
                        <a:solidFill>
                          <a:srgbClr val="000000"/>
                        </a:solidFill>
                        <a:effectLst/>
                        <a:latin typeface="+mn-lt"/>
                        <a:ea typeface="+mn-ea"/>
                        <a:cs typeface="+mn-ea"/>
                        <a:sym typeface="+mn-lt"/>
                      </a:endParaRPr>
                    </a:p>
                  </a:txBody>
                  <a:tcPr marL="0" marR="0" marT="0" marB="0" anchor="ctr">
                    <a:lnL w="12700" cap="flat" cmpd="sng" algn="ctr">
                      <a:solidFill>
                        <a:schemeClr val="tx1">
                          <a:lumMod val="50000"/>
                          <a:lumOff val="50000"/>
                        </a:schemeClr>
                      </a:solidFill>
                      <a:prstDash val="solid"/>
                      <a:round/>
                      <a:headEnd type="none" w="med" len="med"/>
                      <a:tailEnd type="none" w="med" len="med"/>
                    </a:lnL>
                    <a:lnR w="12700" cap="flat" cmpd="sng" algn="ctr">
                      <a:solidFill>
                        <a:schemeClr val="tx1">
                          <a:lumMod val="50000"/>
                          <a:lumOff val="50000"/>
                        </a:schemeClr>
                      </a:solidFill>
                      <a:prstDash val="solid"/>
                      <a:round/>
                      <a:headEnd type="none" w="med" len="med"/>
                      <a:tailEnd type="none" w="med" len="med"/>
                    </a:lnR>
                    <a:lnT w="12700" cap="flat" cmpd="sng" algn="ctr">
                      <a:solidFill>
                        <a:schemeClr val="tx1">
                          <a:lumMod val="50000"/>
                          <a:lumOff val="50000"/>
                        </a:schemeClr>
                      </a:solidFill>
                      <a:prstDash val="solid"/>
                      <a:round/>
                      <a:headEnd type="none" w="med" len="med"/>
                      <a:tailEnd type="none" w="med" len="med"/>
                    </a:lnT>
                    <a:lnB w="12700" cap="flat" cmpd="sng" algn="ctr">
                      <a:solidFill>
                        <a:schemeClr val="tx1">
                          <a:lumMod val="50000"/>
                          <a:lumOff val="50000"/>
                        </a:schemeClr>
                      </a:solidFill>
                      <a:prstDash val="solid"/>
                      <a:round/>
                      <a:headEnd type="none" w="med" len="med"/>
                      <a:tailEnd type="none" w="med" len="med"/>
                    </a:lnB>
                    <a:noFill/>
                  </a:tcPr>
                </a:tc>
                <a:tc>
                  <a:txBody>
                    <a:bodyPr/>
                    <a:lstStyle/>
                    <a:p>
                      <a:pPr algn="ctr" fontAlgn="ctr"/>
                      <a:r>
                        <a:rPr lang="en-US" sz="1100" u="none" strike="noStrike" dirty="0">
                          <a:effectLst/>
                          <a:latin typeface="+mn-lt"/>
                          <a:ea typeface="+mn-ea"/>
                          <a:cs typeface="+mn-ea"/>
                          <a:sym typeface="+mn-lt"/>
                        </a:rPr>
                        <a:t>TPM(</a:t>
                      </a:r>
                      <a:r>
                        <a:rPr lang="zh-CN" altLang="en-US" sz="1100" u="none" strike="noStrike" dirty="0">
                          <a:effectLst/>
                          <a:latin typeface="+mn-lt"/>
                          <a:ea typeface="+mn-ea"/>
                          <a:cs typeface="+mn-ea"/>
                          <a:sym typeface="+mn-lt"/>
                        </a:rPr>
                        <a:t>测试代表</a:t>
                      </a:r>
                      <a:r>
                        <a:rPr lang="en-US" altLang="zh-CN" sz="1100" u="none" strike="noStrike" dirty="0">
                          <a:effectLst/>
                          <a:latin typeface="+mn-lt"/>
                          <a:ea typeface="+mn-ea"/>
                          <a:cs typeface="+mn-ea"/>
                          <a:sym typeface="+mn-lt"/>
                        </a:rPr>
                        <a:t>)</a:t>
                      </a:r>
                      <a:endParaRPr lang="en-US" altLang="zh-CN" sz="1100" b="0" i="0" u="none" strike="noStrike" dirty="0">
                        <a:solidFill>
                          <a:srgbClr val="000000"/>
                        </a:solidFill>
                        <a:effectLst/>
                        <a:latin typeface="+mn-lt"/>
                        <a:ea typeface="+mn-ea"/>
                        <a:cs typeface="+mn-ea"/>
                        <a:sym typeface="+mn-lt"/>
                      </a:endParaRPr>
                    </a:p>
                  </a:txBody>
                  <a:tcPr marL="0" marR="0" marT="0" marB="0" anchor="ctr">
                    <a:lnL w="12700" cap="flat" cmpd="sng" algn="ctr">
                      <a:solidFill>
                        <a:schemeClr val="tx1">
                          <a:lumMod val="50000"/>
                          <a:lumOff val="50000"/>
                        </a:schemeClr>
                      </a:solidFill>
                      <a:prstDash val="solid"/>
                      <a:round/>
                      <a:headEnd type="none" w="med" len="med"/>
                      <a:tailEnd type="none" w="med" len="med"/>
                    </a:lnL>
                    <a:lnR w="12700" cap="flat" cmpd="sng" algn="ctr">
                      <a:solidFill>
                        <a:schemeClr val="tx1">
                          <a:lumMod val="50000"/>
                          <a:lumOff val="50000"/>
                        </a:schemeClr>
                      </a:solidFill>
                      <a:prstDash val="solid"/>
                      <a:round/>
                      <a:headEnd type="none" w="med" len="med"/>
                      <a:tailEnd type="none" w="med" len="med"/>
                    </a:lnR>
                    <a:lnT w="12700" cap="flat" cmpd="sng" algn="ctr">
                      <a:solidFill>
                        <a:schemeClr val="tx1">
                          <a:lumMod val="50000"/>
                          <a:lumOff val="50000"/>
                        </a:schemeClr>
                      </a:solidFill>
                      <a:prstDash val="solid"/>
                      <a:round/>
                      <a:headEnd type="none" w="med" len="med"/>
                      <a:tailEnd type="none" w="med" len="med"/>
                    </a:lnT>
                    <a:lnB w="12700" cap="flat" cmpd="sng" algn="ctr">
                      <a:solidFill>
                        <a:schemeClr val="tx1">
                          <a:lumMod val="50000"/>
                          <a:lumOff val="50000"/>
                        </a:schemeClr>
                      </a:solidFill>
                      <a:prstDash val="solid"/>
                      <a:round/>
                      <a:headEnd type="none" w="med" len="med"/>
                      <a:tailEnd type="none" w="med" len="med"/>
                    </a:lnB>
                    <a:noFill/>
                  </a:tcPr>
                </a:tc>
                <a:tc rowSpan="2">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lang="en-US" altLang="zh-CN" sz="1100" b="0" i="0" u="none" strike="noStrike" dirty="0">
                          <a:solidFill>
                            <a:srgbClr val="000000"/>
                          </a:solidFill>
                          <a:effectLst/>
                          <a:latin typeface="+mn-lt"/>
                          <a:ea typeface="+mn-ea"/>
                          <a:cs typeface="+mn-ea"/>
                          <a:sym typeface="+mn-lt"/>
                        </a:rPr>
                        <a:t>PLM</a:t>
                      </a:r>
                      <a:r>
                        <a:rPr lang="zh-CN" altLang="en-US" sz="1100" b="0" i="0" u="none" strike="noStrike" dirty="0">
                          <a:solidFill>
                            <a:srgbClr val="000000"/>
                          </a:solidFill>
                          <a:effectLst/>
                          <a:latin typeface="+mn-lt"/>
                          <a:ea typeface="+mn-ea"/>
                          <a:cs typeface="+mn-ea"/>
                          <a:sym typeface="+mn-lt"/>
                        </a:rPr>
                        <a:t>线上审核发布</a:t>
                      </a:r>
                      <a:endParaRPr lang="en-US" altLang="zh-CN" sz="1100" b="0" i="0" u="none" strike="noStrike" dirty="0">
                        <a:solidFill>
                          <a:srgbClr val="000000"/>
                        </a:solidFill>
                        <a:effectLst/>
                        <a:latin typeface="+mn-lt"/>
                        <a:ea typeface="+mn-ea"/>
                        <a:cs typeface="+mn-ea"/>
                        <a:sym typeface="+mn-lt"/>
                      </a:endParaRPr>
                    </a:p>
                  </a:txBody>
                  <a:tcPr marL="0" marR="0" marT="0" marB="0" anchor="ctr">
                    <a:lnL w="12700" cap="flat" cmpd="sng" algn="ctr">
                      <a:solidFill>
                        <a:schemeClr val="tx1">
                          <a:lumMod val="50000"/>
                          <a:lumOff val="50000"/>
                        </a:schemeClr>
                      </a:solidFill>
                      <a:prstDash val="solid"/>
                      <a:round/>
                      <a:headEnd type="none" w="med" len="med"/>
                      <a:tailEnd type="none" w="med" len="med"/>
                    </a:lnL>
                    <a:lnR w="12700" cap="flat" cmpd="sng" algn="ctr">
                      <a:solidFill>
                        <a:schemeClr val="tx1">
                          <a:lumMod val="50000"/>
                          <a:lumOff val="50000"/>
                        </a:schemeClr>
                      </a:solidFill>
                      <a:prstDash val="solid"/>
                      <a:round/>
                      <a:headEnd type="none" w="med" len="med"/>
                      <a:tailEnd type="none" w="med" len="med"/>
                    </a:lnR>
                    <a:lnT w="12700" cap="flat" cmpd="sng" algn="ctr">
                      <a:solidFill>
                        <a:schemeClr val="tx1">
                          <a:lumMod val="50000"/>
                          <a:lumOff val="50000"/>
                        </a:schemeClr>
                      </a:solidFill>
                      <a:prstDash val="solid"/>
                      <a:round/>
                      <a:headEnd type="none" w="med" len="med"/>
                      <a:tailEnd type="none" w="med" len="med"/>
                    </a:lnT>
                    <a:lnB w="12700" cap="flat" cmpd="sng" algn="ctr">
                      <a:solidFill>
                        <a:schemeClr val="tx1">
                          <a:lumMod val="50000"/>
                          <a:lumOff val="50000"/>
                        </a:schemeClr>
                      </a:solidFill>
                      <a:prstDash val="solid"/>
                      <a:round/>
                      <a:headEnd type="none" w="med" len="med"/>
                      <a:tailEnd type="none" w="med" len="med"/>
                    </a:lnB>
                    <a:noFill/>
                  </a:tcPr>
                </a:tc>
                <a:extLst>
                  <a:ext uri="{0D108BD9-81ED-4DB2-BD59-A6C34878D82A}">
                    <a16:rowId xmlns:a16="http://schemas.microsoft.com/office/drawing/2014/main" xmlns="" val="1650789511"/>
                  </a:ext>
                </a:extLst>
              </a:tr>
              <a:tr h="211455">
                <a:tc>
                  <a:txBody>
                    <a:bodyPr/>
                    <a:lstStyle/>
                    <a:p>
                      <a:pPr lvl="1" algn="l" fontAlgn="ctr"/>
                      <a:r>
                        <a:rPr lang="en-US" altLang="zh-CN" sz="1100" u="none" strike="noStrike" dirty="0">
                          <a:effectLst/>
                          <a:latin typeface="+mn-lt"/>
                          <a:ea typeface="+mn-ea"/>
                          <a:cs typeface="+mn-ea"/>
                          <a:sym typeface="+mn-lt"/>
                        </a:rPr>
                        <a:t>《</a:t>
                      </a:r>
                      <a:r>
                        <a:rPr lang="zh-CN" altLang="en-US" sz="1100" u="none" strike="noStrike" dirty="0">
                          <a:effectLst/>
                          <a:latin typeface="+mn-lt"/>
                          <a:ea typeface="+mn-ea"/>
                          <a:cs typeface="+mn-ea"/>
                          <a:sym typeface="+mn-lt"/>
                        </a:rPr>
                        <a:t>可靠性测试计划</a:t>
                      </a:r>
                      <a:r>
                        <a:rPr lang="en-US" altLang="zh-CN" sz="1100" u="none" strike="noStrike" dirty="0">
                          <a:effectLst/>
                          <a:latin typeface="+mn-lt"/>
                          <a:ea typeface="+mn-ea"/>
                          <a:cs typeface="+mn-ea"/>
                          <a:sym typeface="+mn-lt"/>
                        </a:rPr>
                        <a:t>》</a:t>
                      </a:r>
                      <a:endParaRPr lang="zh-CN" altLang="en-US" sz="1100" b="0" i="0" u="none" strike="noStrike" dirty="0">
                        <a:solidFill>
                          <a:srgbClr val="000000"/>
                        </a:solidFill>
                        <a:effectLst/>
                        <a:latin typeface="+mn-lt"/>
                        <a:ea typeface="+mn-ea"/>
                        <a:cs typeface="+mn-ea"/>
                        <a:sym typeface="+mn-lt"/>
                      </a:endParaRPr>
                    </a:p>
                  </a:txBody>
                  <a:tcPr marL="0" marR="0" marT="0" marB="0" anchor="ctr">
                    <a:lnL w="12700" cap="flat" cmpd="sng" algn="ctr">
                      <a:solidFill>
                        <a:schemeClr val="tx1">
                          <a:lumMod val="50000"/>
                          <a:lumOff val="50000"/>
                        </a:schemeClr>
                      </a:solidFill>
                      <a:prstDash val="solid"/>
                      <a:round/>
                      <a:headEnd type="none" w="med" len="med"/>
                      <a:tailEnd type="none" w="med" len="med"/>
                    </a:lnL>
                    <a:lnR w="12700" cap="flat" cmpd="sng" algn="ctr">
                      <a:solidFill>
                        <a:schemeClr val="tx1">
                          <a:lumMod val="50000"/>
                          <a:lumOff val="50000"/>
                        </a:schemeClr>
                      </a:solidFill>
                      <a:prstDash val="solid"/>
                      <a:round/>
                      <a:headEnd type="none" w="med" len="med"/>
                      <a:tailEnd type="none" w="med" len="med"/>
                    </a:lnR>
                    <a:lnT w="12700" cap="flat" cmpd="sng" algn="ctr">
                      <a:solidFill>
                        <a:schemeClr val="tx1">
                          <a:lumMod val="50000"/>
                          <a:lumOff val="50000"/>
                        </a:schemeClr>
                      </a:solidFill>
                      <a:prstDash val="solid"/>
                      <a:round/>
                      <a:headEnd type="none" w="med" len="med"/>
                      <a:tailEnd type="none" w="med" len="med"/>
                    </a:lnT>
                    <a:lnB w="12700" cap="flat" cmpd="sng" algn="ctr">
                      <a:solidFill>
                        <a:schemeClr val="tx1">
                          <a:lumMod val="50000"/>
                          <a:lumOff val="50000"/>
                        </a:schemeClr>
                      </a:solidFill>
                      <a:prstDash val="solid"/>
                      <a:round/>
                      <a:headEnd type="none" w="med" len="med"/>
                      <a:tailEnd type="none" w="med" len="med"/>
                    </a:lnB>
                    <a:noFill/>
                  </a:tcPr>
                </a:tc>
                <a:tc>
                  <a:txBody>
                    <a:bodyPr/>
                    <a:lstStyle/>
                    <a:p>
                      <a:pPr algn="ctr" fontAlgn="ctr"/>
                      <a:r>
                        <a:rPr lang="zh-CN" altLang="en-US" sz="1100" u="none" strike="noStrike" dirty="0">
                          <a:effectLst/>
                          <a:latin typeface="+mn-lt"/>
                          <a:ea typeface="+mn-ea"/>
                          <a:cs typeface="+mn-ea"/>
                          <a:sym typeface="+mn-lt"/>
                        </a:rPr>
                        <a:t>可靠性测试工程师</a:t>
                      </a:r>
                      <a:endParaRPr lang="zh-CN" altLang="en-US" sz="1100" b="0" i="0" u="none" strike="noStrike" dirty="0">
                        <a:solidFill>
                          <a:srgbClr val="000000"/>
                        </a:solidFill>
                        <a:effectLst/>
                        <a:latin typeface="+mn-lt"/>
                        <a:ea typeface="+mn-ea"/>
                        <a:cs typeface="+mn-ea"/>
                        <a:sym typeface="+mn-lt"/>
                      </a:endParaRPr>
                    </a:p>
                  </a:txBody>
                  <a:tcPr marL="0" marR="0" marT="0" marB="0" anchor="ctr">
                    <a:lnL w="12700" cap="flat" cmpd="sng" algn="ctr">
                      <a:solidFill>
                        <a:schemeClr val="tx1">
                          <a:lumMod val="50000"/>
                          <a:lumOff val="50000"/>
                        </a:schemeClr>
                      </a:solidFill>
                      <a:prstDash val="solid"/>
                      <a:round/>
                      <a:headEnd type="none" w="med" len="med"/>
                      <a:tailEnd type="none" w="med" len="med"/>
                    </a:lnL>
                    <a:lnR w="12700" cap="flat" cmpd="sng" algn="ctr">
                      <a:solidFill>
                        <a:schemeClr val="tx1">
                          <a:lumMod val="50000"/>
                          <a:lumOff val="50000"/>
                        </a:schemeClr>
                      </a:solidFill>
                      <a:prstDash val="solid"/>
                      <a:round/>
                      <a:headEnd type="none" w="med" len="med"/>
                      <a:tailEnd type="none" w="med" len="med"/>
                    </a:lnR>
                    <a:lnT w="12700" cap="flat" cmpd="sng" algn="ctr">
                      <a:solidFill>
                        <a:schemeClr val="tx1">
                          <a:lumMod val="50000"/>
                          <a:lumOff val="50000"/>
                        </a:schemeClr>
                      </a:solidFill>
                      <a:prstDash val="solid"/>
                      <a:round/>
                      <a:headEnd type="none" w="med" len="med"/>
                      <a:tailEnd type="none" w="med" len="med"/>
                    </a:lnT>
                    <a:lnB w="12700" cap="flat" cmpd="sng" algn="ctr">
                      <a:solidFill>
                        <a:schemeClr val="tx1">
                          <a:lumMod val="50000"/>
                          <a:lumOff val="50000"/>
                        </a:schemeClr>
                      </a:solidFill>
                      <a:prstDash val="solid"/>
                      <a:round/>
                      <a:headEnd type="none" w="med" len="med"/>
                      <a:tailEnd type="none" w="med" len="med"/>
                    </a:lnB>
                    <a:noFill/>
                  </a:tcPr>
                </a:tc>
                <a:tc vMerge="1">
                  <a:txBody>
                    <a:bodyPr/>
                    <a:lstStyle/>
                    <a:p>
                      <a:pPr algn="ctr" fontAlgn="ctr"/>
                      <a:endParaRPr lang="zh-CN" altLang="en-US" sz="1200" b="0" i="0" u="none" strike="noStrike" dirty="0">
                        <a:solidFill>
                          <a:srgbClr val="000000"/>
                        </a:solidFill>
                        <a:effectLst/>
                        <a:latin typeface="+mn-ea"/>
                        <a:ea typeface="+mn-ea"/>
                      </a:endParaRPr>
                    </a:p>
                  </a:txBody>
                  <a:tcPr marL="0" marR="0" marT="0" marB="0" anchor="ctr">
                    <a:lnL w="12700" cap="flat" cmpd="sng" algn="ctr">
                      <a:solidFill>
                        <a:schemeClr val="tx1">
                          <a:lumMod val="50000"/>
                          <a:lumOff val="50000"/>
                        </a:schemeClr>
                      </a:solidFill>
                      <a:prstDash val="solid"/>
                      <a:round/>
                      <a:headEnd type="none" w="med" len="med"/>
                      <a:tailEnd type="none" w="med" len="med"/>
                    </a:lnL>
                    <a:lnR w="12700" cap="flat" cmpd="sng" algn="ctr">
                      <a:solidFill>
                        <a:schemeClr val="tx1">
                          <a:lumMod val="50000"/>
                          <a:lumOff val="50000"/>
                        </a:schemeClr>
                      </a:solidFill>
                      <a:prstDash val="solid"/>
                      <a:round/>
                      <a:headEnd type="none" w="med" len="med"/>
                      <a:tailEnd type="none" w="med" len="med"/>
                    </a:lnR>
                    <a:lnT w="12700" cap="flat" cmpd="sng" algn="ctr">
                      <a:solidFill>
                        <a:schemeClr val="tx1">
                          <a:lumMod val="50000"/>
                          <a:lumOff val="50000"/>
                        </a:schemeClr>
                      </a:solidFill>
                      <a:prstDash val="solid"/>
                      <a:round/>
                      <a:headEnd type="none" w="med" len="med"/>
                      <a:tailEnd type="none" w="med" len="med"/>
                    </a:lnT>
                    <a:lnB w="12700" cap="flat" cmpd="sng" algn="ctr">
                      <a:solidFill>
                        <a:schemeClr val="tx1">
                          <a:lumMod val="50000"/>
                          <a:lumOff val="50000"/>
                        </a:schemeClr>
                      </a:solidFill>
                      <a:prstDash val="solid"/>
                      <a:round/>
                      <a:headEnd type="none" w="med" len="med"/>
                      <a:tailEnd type="none" w="med" len="med"/>
                    </a:lnB>
                    <a:noFill/>
                  </a:tcPr>
                </a:tc>
                <a:extLst>
                  <a:ext uri="{0D108BD9-81ED-4DB2-BD59-A6C34878D82A}">
                    <a16:rowId xmlns:a16="http://schemas.microsoft.com/office/drawing/2014/main" xmlns="" val="1036246507"/>
                  </a:ext>
                </a:extLst>
              </a:tr>
              <a:tr h="246698">
                <a:tc gridSpan="3">
                  <a:txBody>
                    <a:bodyPr/>
                    <a:lstStyle/>
                    <a:p>
                      <a:pPr marL="0" marR="0" lvl="0" indent="0" algn="l" defTabSz="914400" rtl="0" eaLnBrk="1" fontAlgn="ctr" latinLnBrk="0" hangingPunct="1">
                        <a:lnSpc>
                          <a:spcPct val="100000"/>
                        </a:lnSpc>
                        <a:spcBef>
                          <a:spcPts val="0"/>
                        </a:spcBef>
                        <a:spcAft>
                          <a:spcPts val="0"/>
                        </a:spcAft>
                        <a:buClrTx/>
                        <a:buSzTx/>
                        <a:buFontTx/>
                        <a:buNone/>
                        <a:tabLst/>
                        <a:defRPr/>
                      </a:pPr>
                      <a:r>
                        <a:rPr lang="en-US" altLang="zh-CN" sz="1200" b="1" u="none" strike="noStrike" kern="1200" dirty="0">
                          <a:solidFill>
                            <a:schemeClr val="bg1"/>
                          </a:solidFill>
                          <a:effectLst/>
                          <a:latin typeface="+mn-lt"/>
                          <a:ea typeface="+mn-ea"/>
                          <a:cs typeface="+mn-ea"/>
                          <a:sym typeface="+mn-lt"/>
                        </a:rPr>
                        <a:t>5</a:t>
                      </a:r>
                      <a:r>
                        <a:rPr lang="zh-CN" altLang="en-US" sz="1200" b="1" u="none" strike="noStrike" kern="1200" dirty="0">
                          <a:solidFill>
                            <a:schemeClr val="bg1"/>
                          </a:solidFill>
                          <a:effectLst/>
                          <a:latin typeface="+mn-lt"/>
                          <a:ea typeface="+mn-ea"/>
                          <a:cs typeface="+mn-ea"/>
                          <a:sym typeface="+mn-lt"/>
                        </a:rPr>
                        <a:t>、项目计划书已更新；（可选）</a:t>
                      </a:r>
                    </a:p>
                  </a:txBody>
                  <a:tcPr marL="0" marR="0" marT="0" marB="0" anchor="ctr">
                    <a:lnL w="12700" cap="flat" cmpd="sng" algn="ctr">
                      <a:solidFill>
                        <a:schemeClr val="tx1">
                          <a:lumMod val="50000"/>
                          <a:lumOff val="50000"/>
                        </a:schemeClr>
                      </a:solidFill>
                      <a:prstDash val="solid"/>
                      <a:round/>
                      <a:headEnd type="none" w="med" len="med"/>
                      <a:tailEnd type="none" w="med" len="med"/>
                    </a:lnL>
                    <a:lnR w="12700" cap="flat" cmpd="sng" algn="ctr">
                      <a:solidFill>
                        <a:schemeClr val="tx1">
                          <a:lumMod val="50000"/>
                          <a:lumOff val="50000"/>
                        </a:schemeClr>
                      </a:solidFill>
                      <a:prstDash val="solid"/>
                      <a:round/>
                      <a:headEnd type="none" w="med" len="med"/>
                      <a:tailEnd type="none" w="med" len="med"/>
                    </a:lnR>
                    <a:lnT w="12700" cap="flat" cmpd="sng" algn="ctr">
                      <a:solidFill>
                        <a:schemeClr val="tx1">
                          <a:lumMod val="50000"/>
                          <a:lumOff val="50000"/>
                        </a:schemeClr>
                      </a:solidFill>
                      <a:prstDash val="solid"/>
                      <a:round/>
                      <a:headEnd type="none" w="med" len="med"/>
                      <a:tailEnd type="none" w="med" len="med"/>
                    </a:lnT>
                    <a:lnB w="12700" cap="flat" cmpd="sng" algn="ctr">
                      <a:solidFill>
                        <a:schemeClr val="tx1">
                          <a:lumMod val="50000"/>
                          <a:lumOff val="50000"/>
                        </a:schemeClr>
                      </a:solidFill>
                      <a:prstDash val="solid"/>
                      <a:round/>
                      <a:headEnd type="none" w="med" len="med"/>
                      <a:tailEnd type="none" w="med" len="med"/>
                    </a:lnB>
                    <a:solidFill>
                      <a:srgbClr val="AD2830"/>
                    </a:solidFill>
                  </a:tcPr>
                </a:tc>
                <a:tc hMerge="1">
                  <a:txBody>
                    <a:bodyPr/>
                    <a:lstStyle/>
                    <a:p>
                      <a:endParaRPr lang="zh-CN" altLang="en-US"/>
                    </a:p>
                  </a:txBody>
                  <a:tcPr/>
                </a:tc>
                <a:tc hMerge="1">
                  <a:txBody>
                    <a:bodyPr/>
                    <a:lstStyle/>
                    <a:p>
                      <a:endParaRPr lang="zh-CN" altLang="en-US"/>
                    </a:p>
                  </a:txBody>
                  <a:tcPr/>
                </a:tc>
                <a:extLst>
                  <a:ext uri="{0D108BD9-81ED-4DB2-BD59-A6C34878D82A}">
                    <a16:rowId xmlns:a16="http://schemas.microsoft.com/office/drawing/2014/main" xmlns="" val="2064514248"/>
                  </a:ext>
                </a:extLst>
              </a:tr>
              <a:tr h="246698">
                <a:tc gridSpan="3">
                  <a:txBody>
                    <a:bodyPr/>
                    <a:lstStyle/>
                    <a:p>
                      <a:pPr marL="0" marR="0" lvl="0" indent="0" algn="l" defTabSz="914400" rtl="0" eaLnBrk="1" fontAlgn="ctr" latinLnBrk="0" hangingPunct="1">
                        <a:lnSpc>
                          <a:spcPct val="100000"/>
                        </a:lnSpc>
                        <a:spcBef>
                          <a:spcPts val="0"/>
                        </a:spcBef>
                        <a:spcAft>
                          <a:spcPts val="0"/>
                        </a:spcAft>
                        <a:buClrTx/>
                        <a:buSzTx/>
                        <a:buFontTx/>
                        <a:buNone/>
                        <a:tabLst/>
                        <a:defRPr/>
                      </a:pPr>
                      <a:r>
                        <a:rPr lang="en-US" altLang="zh-CN" sz="1200" b="1" u="none" strike="noStrike" kern="1200" dirty="0">
                          <a:solidFill>
                            <a:schemeClr val="bg1"/>
                          </a:solidFill>
                          <a:effectLst/>
                          <a:latin typeface="+mn-lt"/>
                          <a:ea typeface="+mn-ea"/>
                          <a:cs typeface="+mn-ea"/>
                          <a:sym typeface="+mn-lt"/>
                        </a:rPr>
                        <a:t>6</a:t>
                      </a:r>
                      <a:r>
                        <a:rPr lang="zh-CN" altLang="en-US" sz="1200" b="1" u="none" strike="noStrike" kern="1200" dirty="0">
                          <a:solidFill>
                            <a:schemeClr val="bg1"/>
                          </a:solidFill>
                          <a:effectLst/>
                          <a:latin typeface="+mn-lt"/>
                          <a:ea typeface="+mn-ea"/>
                          <a:cs typeface="+mn-ea"/>
                          <a:sym typeface="+mn-lt"/>
                        </a:rPr>
                        <a:t>、</a:t>
                      </a:r>
                      <a:r>
                        <a:rPr lang="en-US" altLang="zh-CN" sz="1200" b="1" dirty="0">
                          <a:solidFill>
                            <a:schemeClr val="bg1"/>
                          </a:solidFill>
                          <a:latin typeface="+mn-lt"/>
                          <a:ea typeface="+mn-ea"/>
                          <a:cs typeface="+mn-ea"/>
                          <a:sym typeface="+mn-lt"/>
                        </a:rPr>
                        <a:t>MR3 PVT</a:t>
                      </a:r>
                      <a:r>
                        <a:rPr lang="zh-CN" altLang="en-US" sz="1200" b="1" dirty="0">
                          <a:solidFill>
                            <a:schemeClr val="bg1"/>
                          </a:solidFill>
                          <a:latin typeface="+mn-lt"/>
                          <a:ea typeface="+mn-ea"/>
                          <a:cs typeface="+mn-ea"/>
                          <a:sym typeface="+mn-lt"/>
                        </a:rPr>
                        <a:t>准入评审</a:t>
                      </a:r>
                      <a:r>
                        <a:rPr lang="zh-CN" altLang="en-US" sz="1200" b="1" u="none" strike="noStrike" kern="1200" dirty="0">
                          <a:solidFill>
                            <a:schemeClr val="bg1"/>
                          </a:solidFill>
                          <a:effectLst/>
                          <a:latin typeface="+mn-lt"/>
                          <a:ea typeface="+mn-ea"/>
                          <a:cs typeface="+mn-ea"/>
                          <a:sym typeface="+mn-lt"/>
                        </a:rPr>
                        <a:t>评审通过；</a:t>
                      </a:r>
                    </a:p>
                  </a:txBody>
                  <a:tcPr marL="0" marR="0" marT="0" marB="0" anchor="ctr">
                    <a:lnL w="12700" cap="flat" cmpd="sng" algn="ctr">
                      <a:solidFill>
                        <a:schemeClr val="tx1">
                          <a:lumMod val="50000"/>
                          <a:lumOff val="50000"/>
                        </a:schemeClr>
                      </a:solidFill>
                      <a:prstDash val="solid"/>
                      <a:round/>
                      <a:headEnd type="none" w="med" len="med"/>
                      <a:tailEnd type="none" w="med" len="med"/>
                    </a:lnL>
                    <a:lnR w="12700" cap="flat" cmpd="sng" algn="ctr">
                      <a:solidFill>
                        <a:schemeClr val="tx1">
                          <a:lumMod val="50000"/>
                          <a:lumOff val="50000"/>
                        </a:schemeClr>
                      </a:solidFill>
                      <a:prstDash val="solid"/>
                      <a:round/>
                      <a:headEnd type="none" w="med" len="med"/>
                      <a:tailEnd type="none" w="med" len="med"/>
                    </a:lnR>
                    <a:lnT w="12700" cap="flat" cmpd="sng" algn="ctr">
                      <a:solidFill>
                        <a:schemeClr val="tx1">
                          <a:lumMod val="50000"/>
                          <a:lumOff val="50000"/>
                        </a:schemeClr>
                      </a:solidFill>
                      <a:prstDash val="solid"/>
                      <a:round/>
                      <a:headEnd type="none" w="med" len="med"/>
                      <a:tailEnd type="none" w="med" len="med"/>
                    </a:lnT>
                    <a:lnB w="12700" cap="flat" cmpd="sng" algn="ctr">
                      <a:solidFill>
                        <a:schemeClr val="tx1">
                          <a:lumMod val="50000"/>
                          <a:lumOff val="50000"/>
                        </a:schemeClr>
                      </a:solidFill>
                      <a:prstDash val="solid"/>
                      <a:round/>
                      <a:headEnd type="none" w="med" len="med"/>
                      <a:tailEnd type="none" w="med" len="med"/>
                    </a:lnB>
                    <a:solidFill>
                      <a:srgbClr val="AD2830"/>
                    </a:solidFill>
                  </a:tcPr>
                </a:tc>
                <a:tc hMerge="1">
                  <a:txBody>
                    <a:bodyPr/>
                    <a:lstStyle/>
                    <a:p>
                      <a:pPr algn="ctr" fontAlgn="ctr"/>
                      <a:endParaRPr lang="zh-CN" altLang="en-US" sz="1200" b="0" i="0" u="none" strike="noStrike" dirty="0">
                        <a:solidFill>
                          <a:srgbClr val="000000"/>
                        </a:solidFill>
                        <a:effectLst/>
                        <a:latin typeface="+mn-ea"/>
                        <a:ea typeface="+mn-ea"/>
                      </a:endParaRPr>
                    </a:p>
                  </a:txBody>
                  <a:tcPr marL="0" marR="0" marT="0" marB="0" anchor="ctr">
                    <a:lnL w="12700" cap="flat" cmpd="sng" algn="ctr">
                      <a:solidFill>
                        <a:schemeClr val="tx1">
                          <a:lumMod val="50000"/>
                          <a:lumOff val="50000"/>
                        </a:schemeClr>
                      </a:solidFill>
                      <a:prstDash val="solid"/>
                      <a:round/>
                      <a:headEnd type="none" w="med" len="med"/>
                      <a:tailEnd type="none" w="med" len="med"/>
                    </a:lnL>
                    <a:lnR w="12700" cap="flat" cmpd="sng" algn="ctr">
                      <a:solidFill>
                        <a:schemeClr val="tx1">
                          <a:lumMod val="50000"/>
                          <a:lumOff val="50000"/>
                        </a:schemeClr>
                      </a:solidFill>
                      <a:prstDash val="solid"/>
                      <a:round/>
                      <a:headEnd type="none" w="med" len="med"/>
                      <a:tailEnd type="none" w="med" len="med"/>
                    </a:lnR>
                    <a:lnT w="12700" cap="flat" cmpd="sng" algn="ctr">
                      <a:solidFill>
                        <a:schemeClr val="tx1">
                          <a:lumMod val="50000"/>
                          <a:lumOff val="50000"/>
                        </a:schemeClr>
                      </a:solidFill>
                      <a:prstDash val="solid"/>
                      <a:round/>
                      <a:headEnd type="none" w="med" len="med"/>
                      <a:tailEnd type="none" w="med" len="med"/>
                    </a:lnT>
                    <a:lnB w="12700" cap="flat" cmpd="sng" algn="ctr">
                      <a:solidFill>
                        <a:schemeClr val="tx1">
                          <a:lumMod val="50000"/>
                          <a:lumOff val="50000"/>
                        </a:schemeClr>
                      </a:solidFill>
                      <a:prstDash val="solid"/>
                      <a:round/>
                      <a:headEnd type="none" w="med" len="med"/>
                      <a:tailEnd type="none" w="med" len="med"/>
                    </a:lnB>
                    <a:noFill/>
                  </a:tcPr>
                </a:tc>
                <a:tc hMerge="1">
                  <a:txBody>
                    <a:bodyPr/>
                    <a:lstStyle/>
                    <a:p>
                      <a:pPr algn="ctr" fontAlgn="ctr"/>
                      <a:endParaRPr lang="en-US" altLang="zh-CN" sz="1200" b="0" i="0" u="none" strike="noStrike" dirty="0">
                        <a:solidFill>
                          <a:srgbClr val="000000"/>
                        </a:solidFill>
                        <a:effectLst/>
                        <a:latin typeface="+mn-ea"/>
                        <a:ea typeface="+mn-ea"/>
                      </a:endParaRPr>
                    </a:p>
                  </a:txBody>
                  <a:tcPr marL="0" marR="0" marT="0" marB="0" anchor="ctr">
                    <a:lnL w="12700" cap="flat" cmpd="sng" algn="ctr">
                      <a:solidFill>
                        <a:schemeClr val="tx1">
                          <a:lumMod val="50000"/>
                          <a:lumOff val="50000"/>
                        </a:schemeClr>
                      </a:solidFill>
                      <a:prstDash val="solid"/>
                      <a:round/>
                      <a:headEnd type="none" w="med" len="med"/>
                      <a:tailEnd type="none" w="med" len="med"/>
                    </a:lnL>
                    <a:lnR w="12700" cap="flat" cmpd="sng" algn="ctr">
                      <a:solidFill>
                        <a:schemeClr val="tx1">
                          <a:lumMod val="50000"/>
                          <a:lumOff val="50000"/>
                        </a:schemeClr>
                      </a:solidFill>
                      <a:prstDash val="solid"/>
                      <a:round/>
                      <a:headEnd type="none" w="med" len="med"/>
                      <a:tailEnd type="none" w="med" len="med"/>
                    </a:lnR>
                    <a:lnT w="12700" cap="flat" cmpd="sng" algn="ctr">
                      <a:solidFill>
                        <a:schemeClr val="tx1">
                          <a:lumMod val="50000"/>
                          <a:lumOff val="50000"/>
                        </a:schemeClr>
                      </a:solidFill>
                      <a:prstDash val="solid"/>
                      <a:round/>
                      <a:headEnd type="none" w="med" len="med"/>
                      <a:tailEnd type="none" w="med" len="med"/>
                    </a:lnT>
                    <a:lnB w="12700" cap="flat" cmpd="sng" algn="ctr">
                      <a:solidFill>
                        <a:schemeClr val="tx1">
                          <a:lumMod val="50000"/>
                          <a:lumOff val="50000"/>
                        </a:schemeClr>
                      </a:solidFill>
                      <a:prstDash val="solid"/>
                      <a:round/>
                      <a:headEnd type="none" w="med" len="med"/>
                      <a:tailEnd type="none" w="med" len="med"/>
                    </a:lnB>
                    <a:noFill/>
                  </a:tcPr>
                </a:tc>
                <a:extLst>
                  <a:ext uri="{0D108BD9-81ED-4DB2-BD59-A6C34878D82A}">
                    <a16:rowId xmlns:a16="http://schemas.microsoft.com/office/drawing/2014/main" xmlns="" val="2034255230"/>
                  </a:ext>
                </a:extLst>
              </a:tr>
              <a:tr h="221229">
                <a:tc>
                  <a:txBody>
                    <a:bodyPr/>
                    <a:lstStyle/>
                    <a:p>
                      <a:pPr marL="0" algn="ctr" defTabSz="914400" rtl="0" eaLnBrk="1" fontAlgn="ctr" latinLnBrk="0" hangingPunct="1"/>
                      <a:r>
                        <a:rPr lang="zh-CN" altLang="en-US" sz="1200" u="none" strike="noStrike" kern="1200" dirty="0">
                          <a:solidFill>
                            <a:schemeClr val="dk1"/>
                          </a:solidFill>
                          <a:effectLst/>
                          <a:latin typeface="+mn-lt"/>
                          <a:ea typeface="+mn-ea"/>
                          <a:cs typeface="+mn-ea"/>
                          <a:sym typeface="+mn-lt"/>
                        </a:rPr>
                        <a:t>工作产品名称</a:t>
                      </a:r>
                    </a:p>
                  </a:txBody>
                  <a:tcPr marL="0" marR="0" marT="0" marB="0" anchor="b">
                    <a:lnL w="12700" cap="flat" cmpd="sng" algn="ctr">
                      <a:solidFill>
                        <a:schemeClr val="tx1">
                          <a:lumMod val="50000"/>
                          <a:lumOff val="50000"/>
                        </a:schemeClr>
                      </a:solidFill>
                      <a:prstDash val="solid"/>
                      <a:round/>
                      <a:headEnd type="none" w="med" len="med"/>
                      <a:tailEnd type="none" w="med" len="med"/>
                    </a:lnL>
                    <a:lnR w="12700" cap="flat" cmpd="sng" algn="ctr">
                      <a:solidFill>
                        <a:schemeClr val="tx1">
                          <a:lumMod val="50000"/>
                          <a:lumOff val="50000"/>
                        </a:schemeClr>
                      </a:solidFill>
                      <a:prstDash val="solid"/>
                      <a:round/>
                      <a:headEnd type="none" w="med" len="med"/>
                      <a:tailEnd type="none" w="med" len="med"/>
                    </a:lnR>
                    <a:lnT w="12700" cap="flat" cmpd="sng" algn="ctr">
                      <a:solidFill>
                        <a:schemeClr val="tx1">
                          <a:lumMod val="50000"/>
                          <a:lumOff val="50000"/>
                        </a:schemeClr>
                      </a:solidFill>
                      <a:prstDash val="solid"/>
                      <a:round/>
                      <a:headEnd type="none" w="med" len="med"/>
                      <a:tailEnd type="none" w="med" len="med"/>
                    </a:lnT>
                    <a:lnB w="12700" cap="flat" cmpd="sng" algn="ctr">
                      <a:solidFill>
                        <a:schemeClr val="tx1">
                          <a:lumMod val="50000"/>
                          <a:lumOff val="50000"/>
                        </a:schemeClr>
                      </a:solidFill>
                      <a:prstDash val="solid"/>
                      <a:round/>
                      <a:headEnd type="none" w="med" len="med"/>
                      <a:tailEnd type="none" w="med" len="med"/>
                    </a:lnB>
                    <a:solidFill>
                      <a:schemeClr val="accent2">
                        <a:lumMod val="20000"/>
                        <a:lumOff val="80000"/>
                      </a:schemeClr>
                    </a:solidFill>
                  </a:tcPr>
                </a:tc>
                <a:tc>
                  <a:txBody>
                    <a:bodyPr/>
                    <a:lstStyle/>
                    <a:p>
                      <a:pPr marL="0" algn="ctr" defTabSz="914400" rtl="0" eaLnBrk="1" fontAlgn="ctr" latinLnBrk="0" hangingPunct="1"/>
                      <a:r>
                        <a:rPr lang="zh-CN" altLang="en-US" sz="1200" u="none" strike="noStrike" kern="1200" dirty="0">
                          <a:solidFill>
                            <a:schemeClr val="dk1"/>
                          </a:solidFill>
                          <a:effectLst/>
                          <a:latin typeface="+mn-lt"/>
                          <a:ea typeface="+mn-ea"/>
                          <a:cs typeface="+mn-ea"/>
                          <a:sym typeface="+mn-lt"/>
                        </a:rPr>
                        <a:t>责任人</a:t>
                      </a:r>
                    </a:p>
                  </a:txBody>
                  <a:tcPr marL="0" marR="0" marT="0" marB="0" anchor="b">
                    <a:lnL w="12700" cap="flat" cmpd="sng" algn="ctr">
                      <a:solidFill>
                        <a:schemeClr val="tx1">
                          <a:lumMod val="50000"/>
                          <a:lumOff val="50000"/>
                        </a:schemeClr>
                      </a:solidFill>
                      <a:prstDash val="solid"/>
                      <a:round/>
                      <a:headEnd type="none" w="med" len="med"/>
                      <a:tailEnd type="none" w="med" len="med"/>
                    </a:lnL>
                    <a:lnR w="12700" cap="flat" cmpd="sng" algn="ctr">
                      <a:solidFill>
                        <a:schemeClr val="tx1">
                          <a:lumMod val="50000"/>
                          <a:lumOff val="50000"/>
                        </a:schemeClr>
                      </a:solidFill>
                      <a:prstDash val="solid"/>
                      <a:round/>
                      <a:headEnd type="none" w="med" len="med"/>
                      <a:tailEnd type="none" w="med" len="med"/>
                    </a:lnR>
                    <a:lnT w="12700" cap="flat" cmpd="sng" algn="ctr">
                      <a:solidFill>
                        <a:schemeClr val="tx1">
                          <a:lumMod val="50000"/>
                          <a:lumOff val="50000"/>
                        </a:schemeClr>
                      </a:solidFill>
                      <a:prstDash val="solid"/>
                      <a:round/>
                      <a:headEnd type="none" w="med" len="med"/>
                      <a:tailEnd type="none" w="med" len="med"/>
                    </a:lnT>
                    <a:lnB w="12700" cap="flat" cmpd="sng" algn="ctr">
                      <a:solidFill>
                        <a:schemeClr val="tx1">
                          <a:lumMod val="50000"/>
                          <a:lumOff val="50000"/>
                        </a:schemeClr>
                      </a:solidFill>
                      <a:prstDash val="solid"/>
                      <a:round/>
                      <a:headEnd type="none" w="med" len="med"/>
                      <a:tailEnd type="none" w="med" len="med"/>
                    </a:lnB>
                    <a:solidFill>
                      <a:schemeClr val="accent2">
                        <a:lumMod val="20000"/>
                        <a:lumOff val="80000"/>
                      </a:schemeClr>
                    </a:solidFill>
                  </a:tcPr>
                </a:tc>
                <a:tc>
                  <a:txBody>
                    <a:bodyPr/>
                    <a:lstStyle/>
                    <a:p>
                      <a:pPr marL="0" algn="ctr" defTabSz="914400" rtl="0" eaLnBrk="1" fontAlgn="ctr" latinLnBrk="0" hangingPunct="1"/>
                      <a:r>
                        <a:rPr lang="zh-CN" altLang="en-US" sz="1200" u="none" strike="noStrike" kern="1200" dirty="0">
                          <a:solidFill>
                            <a:schemeClr val="dk1"/>
                          </a:solidFill>
                          <a:effectLst/>
                          <a:latin typeface="+mn-lt"/>
                          <a:ea typeface="+mn-ea"/>
                          <a:cs typeface="+mn-ea"/>
                          <a:sym typeface="+mn-lt"/>
                        </a:rPr>
                        <a:t>评审模式</a:t>
                      </a:r>
                    </a:p>
                  </a:txBody>
                  <a:tcPr marL="0" marR="0" marT="0" marB="0" anchor="b">
                    <a:lnL w="12700" cap="flat" cmpd="sng" algn="ctr">
                      <a:solidFill>
                        <a:schemeClr val="tx1">
                          <a:lumMod val="50000"/>
                          <a:lumOff val="50000"/>
                        </a:schemeClr>
                      </a:solidFill>
                      <a:prstDash val="solid"/>
                      <a:round/>
                      <a:headEnd type="none" w="med" len="med"/>
                      <a:tailEnd type="none" w="med" len="med"/>
                    </a:lnL>
                    <a:lnR w="12700" cap="flat" cmpd="sng" algn="ctr">
                      <a:solidFill>
                        <a:schemeClr val="tx1">
                          <a:lumMod val="50000"/>
                          <a:lumOff val="50000"/>
                        </a:schemeClr>
                      </a:solidFill>
                      <a:prstDash val="solid"/>
                      <a:round/>
                      <a:headEnd type="none" w="med" len="med"/>
                      <a:tailEnd type="none" w="med" len="med"/>
                    </a:lnR>
                    <a:lnT w="12700" cap="flat" cmpd="sng" algn="ctr">
                      <a:solidFill>
                        <a:schemeClr val="tx1">
                          <a:lumMod val="50000"/>
                          <a:lumOff val="50000"/>
                        </a:schemeClr>
                      </a:solidFill>
                      <a:prstDash val="solid"/>
                      <a:round/>
                      <a:headEnd type="none" w="med" len="med"/>
                      <a:tailEnd type="none" w="med" len="med"/>
                    </a:lnT>
                    <a:lnB w="12700" cap="flat" cmpd="sng" algn="ctr">
                      <a:solidFill>
                        <a:schemeClr val="tx1">
                          <a:lumMod val="50000"/>
                          <a:lumOff val="50000"/>
                        </a:schemeClr>
                      </a:solidFill>
                      <a:prstDash val="solid"/>
                      <a:round/>
                      <a:headEnd type="none" w="med" len="med"/>
                      <a:tailEnd type="none" w="med" len="med"/>
                    </a:lnB>
                    <a:solidFill>
                      <a:schemeClr val="accent2">
                        <a:lumMod val="20000"/>
                        <a:lumOff val="80000"/>
                      </a:schemeClr>
                    </a:solidFill>
                  </a:tcPr>
                </a:tc>
                <a:extLst>
                  <a:ext uri="{0D108BD9-81ED-4DB2-BD59-A6C34878D82A}">
                    <a16:rowId xmlns:a16="http://schemas.microsoft.com/office/drawing/2014/main" xmlns="" val="1938512041"/>
                  </a:ext>
                </a:extLst>
              </a:tr>
              <a:tr h="211455">
                <a:tc>
                  <a:txBody>
                    <a:bodyPr/>
                    <a:lstStyle/>
                    <a:p>
                      <a:r>
                        <a:rPr lang="en-US" altLang="zh-CN" sz="1100" u="none" strike="noStrike" kern="1200" dirty="0">
                          <a:solidFill>
                            <a:schemeClr val="dk1"/>
                          </a:solidFill>
                          <a:effectLst/>
                          <a:latin typeface="+mn-lt"/>
                          <a:ea typeface="+mn-ea"/>
                          <a:cs typeface="+mn-ea"/>
                          <a:sym typeface="+mn-lt"/>
                        </a:rPr>
                        <a:t>《</a:t>
                      </a:r>
                      <a:r>
                        <a:rPr lang="zh-CN" altLang="en-US" sz="1100" u="none" strike="noStrike" kern="1200" dirty="0">
                          <a:solidFill>
                            <a:schemeClr val="dk1"/>
                          </a:solidFill>
                          <a:effectLst/>
                          <a:latin typeface="+mn-lt"/>
                          <a:ea typeface="+mn-ea"/>
                          <a:cs typeface="+mn-ea"/>
                          <a:sym typeface="+mn-lt"/>
                        </a:rPr>
                        <a:t>项目阶段管理评审报告</a:t>
                      </a:r>
                      <a:r>
                        <a:rPr lang="en-US" altLang="zh-CN" sz="1100" u="none" strike="noStrike" kern="1200" dirty="0">
                          <a:solidFill>
                            <a:schemeClr val="dk1"/>
                          </a:solidFill>
                          <a:effectLst/>
                          <a:latin typeface="+mn-lt"/>
                          <a:ea typeface="+mn-ea"/>
                          <a:cs typeface="+mn-ea"/>
                          <a:sym typeface="+mn-lt"/>
                        </a:rPr>
                        <a:t>》</a:t>
                      </a:r>
                      <a:endParaRPr lang="zh-CN" altLang="en-US" sz="1100" u="none" strike="noStrike" kern="1200" dirty="0">
                        <a:solidFill>
                          <a:schemeClr val="dk1"/>
                        </a:solidFill>
                        <a:effectLst/>
                        <a:latin typeface="+mn-lt"/>
                        <a:ea typeface="+mn-ea"/>
                        <a:cs typeface="+mn-ea"/>
                        <a:sym typeface="+mn-lt"/>
                      </a:endParaRPr>
                    </a:p>
                  </a:txBody>
                  <a:tcPr marL="0" marR="0" marT="0" marB="0" anchor="ctr">
                    <a:lnL w="12700" cap="flat" cmpd="sng" algn="ctr">
                      <a:solidFill>
                        <a:schemeClr val="tx1">
                          <a:lumMod val="50000"/>
                          <a:lumOff val="50000"/>
                        </a:schemeClr>
                      </a:solidFill>
                      <a:prstDash val="solid"/>
                      <a:round/>
                      <a:headEnd type="none" w="med" len="med"/>
                      <a:tailEnd type="none" w="med" len="med"/>
                    </a:lnL>
                    <a:lnR w="12700" cap="flat" cmpd="sng" algn="ctr">
                      <a:solidFill>
                        <a:schemeClr val="tx1">
                          <a:lumMod val="50000"/>
                          <a:lumOff val="50000"/>
                        </a:schemeClr>
                      </a:solidFill>
                      <a:prstDash val="solid"/>
                      <a:round/>
                      <a:headEnd type="none" w="med" len="med"/>
                      <a:tailEnd type="none" w="med" len="med"/>
                    </a:lnR>
                    <a:lnT w="12700" cap="flat" cmpd="sng" algn="ctr">
                      <a:solidFill>
                        <a:schemeClr val="tx1">
                          <a:lumMod val="50000"/>
                          <a:lumOff val="50000"/>
                        </a:schemeClr>
                      </a:solidFill>
                      <a:prstDash val="solid"/>
                      <a:round/>
                      <a:headEnd type="none" w="med" len="med"/>
                      <a:tailEnd type="none" w="med" len="med"/>
                    </a:lnT>
                    <a:lnB w="12700" cap="flat" cmpd="sng" algn="ctr">
                      <a:solidFill>
                        <a:schemeClr val="tx1">
                          <a:lumMod val="50000"/>
                          <a:lumOff val="50000"/>
                        </a:schemeClr>
                      </a:solidFill>
                      <a:prstDash val="solid"/>
                      <a:round/>
                      <a:headEnd type="none" w="med" len="med"/>
                      <a:tailEnd type="none" w="med" len="med"/>
                    </a:lnB>
                    <a:noFill/>
                  </a:tcPr>
                </a:tc>
                <a:tc>
                  <a:txBody>
                    <a:bodyPr/>
                    <a:lstStyle/>
                    <a:p>
                      <a:pPr marL="0" algn="ctr" defTabSz="914400" rtl="0" eaLnBrk="1" fontAlgn="ctr" latinLnBrk="0" hangingPunct="1"/>
                      <a:r>
                        <a:rPr lang="zh-CN" altLang="en-US" sz="1100" u="none" strike="noStrike" kern="1200" dirty="0">
                          <a:solidFill>
                            <a:schemeClr val="dk1"/>
                          </a:solidFill>
                          <a:effectLst/>
                          <a:latin typeface="+mn-lt"/>
                          <a:ea typeface="+mn-ea"/>
                          <a:cs typeface="+mn-ea"/>
                          <a:sym typeface="+mn-lt"/>
                        </a:rPr>
                        <a:t>项目经理</a:t>
                      </a:r>
                      <a:endParaRPr lang="en-US" altLang="zh-CN" sz="1100" u="none" strike="noStrike" kern="1200" dirty="0">
                        <a:solidFill>
                          <a:schemeClr val="dk1"/>
                        </a:solidFill>
                        <a:effectLst/>
                        <a:latin typeface="+mn-lt"/>
                        <a:ea typeface="+mn-ea"/>
                        <a:cs typeface="+mn-ea"/>
                        <a:sym typeface="+mn-lt"/>
                      </a:endParaRPr>
                    </a:p>
                  </a:txBody>
                  <a:tcPr marL="0" marR="0" marT="0" marB="0" anchor="ctr">
                    <a:lnL w="12700" cap="flat" cmpd="sng" algn="ctr">
                      <a:solidFill>
                        <a:schemeClr val="tx1">
                          <a:lumMod val="50000"/>
                          <a:lumOff val="50000"/>
                        </a:schemeClr>
                      </a:solidFill>
                      <a:prstDash val="solid"/>
                      <a:round/>
                      <a:headEnd type="none" w="med" len="med"/>
                      <a:tailEnd type="none" w="med" len="med"/>
                    </a:lnL>
                    <a:lnR w="12700" cap="flat" cmpd="sng" algn="ctr">
                      <a:solidFill>
                        <a:schemeClr val="tx1">
                          <a:lumMod val="50000"/>
                          <a:lumOff val="50000"/>
                        </a:schemeClr>
                      </a:solidFill>
                      <a:prstDash val="solid"/>
                      <a:round/>
                      <a:headEnd type="none" w="med" len="med"/>
                      <a:tailEnd type="none" w="med" len="med"/>
                    </a:lnR>
                    <a:lnT w="12700" cap="flat" cmpd="sng" algn="ctr">
                      <a:solidFill>
                        <a:schemeClr val="tx1">
                          <a:lumMod val="50000"/>
                          <a:lumOff val="50000"/>
                        </a:schemeClr>
                      </a:solidFill>
                      <a:prstDash val="solid"/>
                      <a:round/>
                      <a:headEnd type="none" w="med" len="med"/>
                      <a:tailEnd type="none" w="med" len="med"/>
                    </a:lnT>
                    <a:lnB w="12700" cap="flat" cmpd="sng" algn="ctr">
                      <a:solidFill>
                        <a:schemeClr val="tx1">
                          <a:lumMod val="50000"/>
                          <a:lumOff val="50000"/>
                        </a:schemeClr>
                      </a:solidFill>
                      <a:prstDash val="solid"/>
                      <a:round/>
                      <a:headEnd type="none" w="med" len="med"/>
                      <a:tailEnd type="none" w="med" len="med"/>
                    </a:lnB>
                    <a:noFill/>
                  </a:tcPr>
                </a:tc>
                <a:tc>
                  <a:txBody>
                    <a:bodyPr/>
                    <a:lstStyle/>
                    <a:p>
                      <a:pPr marL="0" marR="0" lvl="1" indent="0" algn="ctr" defTabSz="914400" rtl="0" eaLnBrk="1" fontAlgn="ctr" latinLnBrk="0" hangingPunct="1">
                        <a:lnSpc>
                          <a:spcPct val="100000"/>
                        </a:lnSpc>
                        <a:spcBef>
                          <a:spcPts val="0"/>
                        </a:spcBef>
                        <a:spcAft>
                          <a:spcPts val="0"/>
                        </a:spcAft>
                        <a:buClrTx/>
                        <a:buSzTx/>
                        <a:buFontTx/>
                        <a:buNone/>
                        <a:tabLst/>
                        <a:defRPr/>
                      </a:pPr>
                      <a:r>
                        <a:rPr lang="zh-CN" altLang="en-US" sz="1100" u="none" strike="noStrike" kern="1200" dirty="0">
                          <a:solidFill>
                            <a:schemeClr val="dk1"/>
                          </a:solidFill>
                          <a:effectLst/>
                          <a:latin typeface="+mn-lt"/>
                          <a:ea typeface="+mn-ea"/>
                          <a:cs typeface="+mn-ea"/>
                          <a:sym typeface="+mn-lt"/>
                        </a:rPr>
                        <a:t>组织正式会议</a:t>
                      </a:r>
                      <a:r>
                        <a:rPr lang="en-US" altLang="zh-CN" sz="1100" u="none" strike="noStrike" kern="1200" dirty="0">
                          <a:solidFill>
                            <a:schemeClr val="dk1"/>
                          </a:solidFill>
                          <a:effectLst/>
                          <a:latin typeface="+mn-lt"/>
                          <a:ea typeface="+mn-ea"/>
                          <a:cs typeface="+mn-ea"/>
                          <a:sym typeface="+mn-lt"/>
                        </a:rPr>
                        <a:t>/PLM</a:t>
                      </a:r>
                      <a:r>
                        <a:rPr lang="zh-CN" altLang="en-US" sz="1100" u="none" strike="noStrike" kern="1200" dirty="0">
                          <a:solidFill>
                            <a:schemeClr val="dk1"/>
                          </a:solidFill>
                          <a:effectLst/>
                          <a:latin typeface="+mn-lt"/>
                          <a:ea typeface="+mn-ea"/>
                          <a:cs typeface="+mn-ea"/>
                          <a:sym typeface="+mn-lt"/>
                        </a:rPr>
                        <a:t>线上审核发布</a:t>
                      </a:r>
                    </a:p>
                  </a:txBody>
                  <a:tcPr marL="0" marR="0" marT="0" marB="0" anchor="ctr">
                    <a:lnL w="12700" cap="flat" cmpd="sng" algn="ctr">
                      <a:solidFill>
                        <a:schemeClr val="tx1">
                          <a:lumMod val="50000"/>
                          <a:lumOff val="50000"/>
                        </a:schemeClr>
                      </a:solidFill>
                      <a:prstDash val="solid"/>
                      <a:round/>
                      <a:headEnd type="none" w="med" len="med"/>
                      <a:tailEnd type="none" w="med" len="med"/>
                    </a:lnL>
                    <a:lnR w="12700" cap="flat" cmpd="sng" algn="ctr">
                      <a:solidFill>
                        <a:schemeClr val="tx1">
                          <a:lumMod val="50000"/>
                          <a:lumOff val="50000"/>
                        </a:schemeClr>
                      </a:solidFill>
                      <a:prstDash val="solid"/>
                      <a:round/>
                      <a:headEnd type="none" w="med" len="med"/>
                      <a:tailEnd type="none" w="med" len="med"/>
                    </a:lnR>
                    <a:lnT w="12700" cap="flat" cmpd="sng" algn="ctr">
                      <a:solidFill>
                        <a:schemeClr val="tx1">
                          <a:lumMod val="50000"/>
                          <a:lumOff val="50000"/>
                        </a:schemeClr>
                      </a:solidFill>
                      <a:prstDash val="solid"/>
                      <a:round/>
                      <a:headEnd type="none" w="med" len="med"/>
                      <a:tailEnd type="none" w="med" len="med"/>
                    </a:lnT>
                    <a:lnB w="12700" cap="flat" cmpd="sng" algn="ctr">
                      <a:solidFill>
                        <a:schemeClr val="tx1">
                          <a:lumMod val="50000"/>
                          <a:lumOff val="50000"/>
                        </a:schemeClr>
                      </a:solidFill>
                      <a:prstDash val="solid"/>
                      <a:round/>
                      <a:headEnd type="none" w="med" len="med"/>
                      <a:tailEnd type="none" w="med" len="med"/>
                    </a:lnB>
                    <a:noFill/>
                  </a:tcPr>
                </a:tc>
                <a:extLst>
                  <a:ext uri="{0D108BD9-81ED-4DB2-BD59-A6C34878D82A}">
                    <a16:rowId xmlns:a16="http://schemas.microsoft.com/office/drawing/2014/main" xmlns="" val="3920012648"/>
                  </a:ext>
                </a:extLst>
              </a:tr>
            </a:tbl>
          </a:graphicData>
        </a:graphic>
      </p:graphicFrame>
    </p:spTree>
    <p:extLst>
      <p:ext uri="{BB962C8B-B14F-4D97-AF65-F5344CB8AC3E}">
        <p14:creationId xmlns:p14="http://schemas.microsoft.com/office/powerpoint/2010/main" val="977564274"/>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MH_CONTENTSID" val="269"/>
  <p:tag name="MH_SECTIONID" val="270,271,"/>
  <p:tag name="ISLIDE.GUIDESSETTING" val="{&quot;Id&quot;:&quot;GuidesStyle_None&quot;,&quot;Name&quot;:&quot;无&quot;,&quot;HeaderHeight&quot;:0.0,&quot;FooterHeight&quot;:0.0,&quot;SideMargin&quot;:0.0,&quot;TopMargin&quot;:0.0,&quot;BottomMargin&quot;:0.0,&quot;IntervalMargin&quot;:0.0,&quot;SettingType&quot;:&quot;System&quot;}"/>
</p:tagLst>
</file>

<file path=ppt/tags/tag2.xml><?xml version="1.0" encoding="utf-8"?>
<p:tagLst xmlns:a="http://schemas.openxmlformats.org/drawingml/2006/main" xmlns:r="http://schemas.openxmlformats.org/officeDocument/2006/relationships" xmlns:p="http://schemas.openxmlformats.org/presentationml/2006/main">
  <p:tag name="MH" val="20170406221723"/>
  <p:tag name="MH_LIBRARY" val="CONTENTS"/>
  <p:tag name="MH_TYPE" val="OTHERS"/>
  <p:tag name="ID" val="626781"/>
</p:tagLst>
</file>

<file path=ppt/tags/tag3.xml><?xml version="1.0" encoding="utf-8"?>
<p:tagLst xmlns:a="http://schemas.openxmlformats.org/drawingml/2006/main" xmlns:r="http://schemas.openxmlformats.org/officeDocument/2006/relationships" xmlns:p="http://schemas.openxmlformats.org/presentationml/2006/main">
  <p:tag name="MH" val="20170406221723"/>
  <p:tag name="MH_LIBRARY" val="CONTENTS"/>
  <p:tag name="MH_TYPE" val="OTHERS"/>
  <p:tag name="ID" val="626781"/>
</p:tagLst>
</file>

<file path=ppt/tags/tag4.xml><?xml version="1.0" encoding="utf-8"?>
<p:tagLst xmlns:a="http://schemas.openxmlformats.org/drawingml/2006/main" xmlns:r="http://schemas.openxmlformats.org/officeDocument/2006/relationships" xmlns:p="http://schemas.openxmlformats.org/presentationml/2006/main">
  <p:tag name="MH" val="20170406221723"/>
  <p:tag name="MH_LIBRARY" val="CONTENTS"/>
  <p:tag name="MH_TYPE" val="ENTRY"/>
  <p:tag name="ID" val="626781"/>
  <p:tag name="MH_ORDER" val="1"/>
</p:tagLst>
</file>

<file path=ppt/tags/tag5.xml><?xml version="1.0" encoding="utf-8"?>
<p:tagLst xmlns:a="http://schemas.openxmlformats.org/drawingml/2006/main" xmlns:r="http://schemas.openxmlformats.org/officeDocument/2006/relationships" xmlns:p="http://schemas.openxmlformats.org/presentationml/2006/main">
  <p:tag name="MH" val="20170406221723"/>
  <p:tag name="MH_LIBRARY" val="CONTENTS"/>
  <p:tag name="MH_TYPE" val="NUMBER"/>
  <p:tag name="ID" val="626781"/>
  <p:tag name="MH_ORDER" val="1"/>
</p:tagLst>
</file>

<file path=ppt/tags/tag6.xml><?xml version="1.0" encoding="utf-8"?>
<p:tagLst xmlns:a="http://schemas.openxmlformats.org/drawingml/2006/main" xmlns:r="http://schemas.openxmlformats.org/officeDocument/2006/relationships" xmlns:p="http://schemas.openxmlformats.org/presentationml/2006/main">
  <p:tag name="MH" val="20170406221723"/>
  <p:tag name="MH_LIBRARY" val="CONTENTS"/>
  <p:tag name="MH_TYPE" val="ENTRY"/>
  <p:tag name="ID" val="626781"/>
  <p:tag name="MH_ORDER" val="2"/>
</p:tagLst>
</file>

<file path=ppt/tags/tag7.xml><?xml version="1.0" encoding="utf-8"?>
<p:tagLst xmlns:a="http://schemas.openxmlformats.org/drawingml/2006/main" xmlns:r="http://schemas.openxmlformats.org/officeDocument/2006/relationships" xmlns:p="http://schemas.openxmlformats.org/presentationml/2006/main">
  <p:tag name="MH" val="20170406221723"/>
  <p:tag name="MH_LIBRARY" val="CONTENTS"/>
  <p:tag name="MH_TYPE" val="NUMBER"/>
  <p:tag name="ID" val="626781"/>
  <p:tag name="MH_ORDER" val="2"/>
</p:tagLst>
</file>

<file path=ppt/tags/tag8.xml><?xml version="1.0" encoding="utf-8"?>
<p:tagLst xmlns:a="http://schemas.openxmlformats.org/drawingml/2006/main" xmlns:r="http://schemas.openxmlformats.org/officeDocument/2006/relationships" xmlns:p="http://schemas.openxmlformats.org/presentationml/2006/main">
  <p:tag name="MH" val="20170406221723"/>
  <p:tag name="MH_LIBRARY" val="CONTENTS"/>
  <p:tag name="MH_TYPE" val="OTHERS"/>
  <p:tag name="ID" val="626781"/>
</p:tagLst>
</file>

<file path=ppt/tags/tag9.xml><?xml version="1.0" encoding="utf-8"?>
<p:tagLst xmlns:a="http://schemas.openxmlformats.org/drawingml/2006/main" xmlns:r="http://schemas.openxmlformats.org/officeDocument/2006/relationships" xmlns:p="http://schemas.openxmlformats.org/presentationml/2006/main">
  <p:tag name="MH" val="20170406221723"/>
  <p:tag name="MH_LIBRARY" val="CONTENTS"/>
  <p:tag name="MH_TYPE" val="ENTRY"/>
  <p:tag name="ID" val="626781"/>
  <p:tag name="MH_ORDER" val="2"/>
</p:tagLst>
</file>

<file path=ppt/tags/tag10.xml><?xml version="1.0" encoding="utf-8"?>
<p:tagLst xmlns:a="http://schemas.openxmlformats.org/drawingml/2006/main" xmlns:r="http://schemas.openxmlformats.org/officeDocument/2006/relationships" xmlns:p="http://schemas.openxmlformats.org/presentationml/2006/main">
  <p:tag name="MH" val="20170406221723"/>
  <p:tag name="MH_LIBRARY" val="CONTENTS"/>
  <p:tag name="MH_TYPE" val="NUMBER"/>
  <p:tag name="ID" val="626781"/>
  <p:tag name="MH_ORDER" val="2"/>
</p:tagLst>
</file>

<file path=ppt/tags/tag11.xml><?xml version="1.0" encoding="utf-8"?>
<p:tagLst xmlns:a="http://schemas.openxmlformats.org/drawingml/2006/main" xmlns:r="http://schemas.openxmlformats.org/officeDocument/2006/relationships" xmlns:p="http://schemas.openxmlformats.org/presentationml/2006/main">
  <p:tag name="ISLIDE.DIAGRAM" val="196374"/>
</p:tagLst>
</file>

<file path=ppt/tags/tag12.xml><?xml version="1.0" encoding="utf-8"?>
<p:tagLst xmlns:a="http://schemas.openxmlformats.org/drawingml/2006/main" xmlns:r="http://schemas.openxmlformats.org/officeDocument/2006/relationships" xmlns:p="http://schemas.openxmlformats.org/presentationml/2006/main">
  <p:tag name="ISLIDE.DIAGRAM" val="199075"/>
</p:tagLst>
</file>

<file path=ppt/tags/tag13.xml><?xml version="1.0" encoding="utf-8"?>
<p:tagLst xmlns:a="http://schemas.openxmlformats.org/drawingml/2006/main" xmlns:r="http://schemas.openxmlformats.org/officeDocument/2006/relationships" xmlns:p="http://schemas.openxmlformats.org/presentationml/2006/main">
  <p:tag name="ISLIDE.DIAGRAM" val="307432"/>
</p:tagLst>
</file>

<file path=ppt/theme/theme1.xml><?xml version="1.0" encoding="utf-8"?>
<a:theme xmlns:a="http://schemas.openxmlformats.org/drawingml/2006/main" name="演示文稿2">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ginscpaj">
      <a:majorFont>
        <a:latin typeface=""/>
        <a:ea typeface="微软雅黑"/>
        <a:cs typeface=""/>
      </a:majorFont>
      <a:minorFont>
        <a:latin typeface=""/>
        <a:ea typeface="微软雅黑"/>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txDef>
      <a:spPr>
        <a:noFill/>
      </a:spPr>
      <a:bodyPr wrap="square" rtlCol="0">
        <a:spAutoFit/>
      </a:bodyPr>
      <a:lstStyle>
        <a:defPPr>
          <a:lnSpc>
            <a:spcPct val="120000"/>
          </a:lnSpc>
          <a:defRPr sz="1600" dirty="0" smtClean="0">
            <a:solidFill>
              <a:schemeClr val="tx1">
                <a:lumMod val="75000"/>
                <a:lumOff val="25000"/>
              </a:schemeClr>
            </a:solidFill>
          </a:defRPr>
        </a:defPPr>
      </a:lstStyle>
    </a:txDef>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主题">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5056</TotalTime>
  <Words>2382</Words>
  <Application>Microsoft Office PowerPoint</Application>
  <PresentationFormat>全屏显示(16:9)</PresentationFormat>
  <Paragraphs>356</Paragraphs>
  <Slides>20</Slides>
  <Notes>10</Notes>
  <HiddenSlides>0</HiddenSlides>
  <MMClips>0</MMClips>
  <ScaleCrop>false</ScaleCrop>
  <HeadingPairs>
    <vt:vector size="8" baseType="variant">
      <vt:variant>
        <vt:lpstr>已用的字体</vt:lpstr>
      </vt:variant>
      <vt:variant>
        <vt:i4>5</vt:i4>
      </vt:variant>
      <vt:variant>
        <vt:lpstr>主题</vt:lpstr>
      </vt:variant>
      <vt:variant>
        <vt:i4>1</vt:i4>
      </vt:variant>
      <vt:variant>
        <vt:lpstr>嵌入 OLE 服务器</vt:lpstr>
      </vt:variant>
      <vt:variant>
        <vt:i4>1</vt:i4>
      </vt:variant>
      <vt:variant>
        <vt:lpstr>幻灯片标题</vt:lpstr>
      </vt:variant>
      <vt:variant>
        <vt:i4>20</vt:i4>
      </vt:variant>
    </vt:vector>
  </HeadingPairs>
  <TitlesOfParts>
    <vt:vector size="27" baseType="lpstr">
      <vt:lpstr>宋体</vt:lpstr>
      <vt:lpstr>微软雅黑</vt:lpstr>
      <vt:lpstr>Arial</vt:lpstr>
      <vt:lpstr>Calibri</vt:lpstr>
      <vt:lpstr>Wingdings</vt:lpstr>
      <vt:lpstr>演示文稿2</vt:lpstr>
      <vt:lpstr>工作表</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Company>sugon</Company>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幻灯片 1</dc:title>
  <dc:creator>用户47;AdenWang</dc:creator>
  <cp:lastModifiedBy>ShiRan</cp:lastModifiedBy>
  <cp:revision>611</cp:revision>
  <dcterms:created xsi:type="dcterms:W3CDTF">2011-03-28T03:13:00Z</dcterms:created>
  <dcterms:modified xsi:type="dcterms:W3CDTF">2020-05-23T08:54:54Z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2052-11.1.0.9513</vt:lpwstr>
  </property>
</Properties>
</file>